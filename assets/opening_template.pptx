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 ContentType="image/tiff"/>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1"/>
  </p:notesMasterIdLst>
  <p:handoutMasterIdLst>
    <p:handoutMasterId r:id="rId42"/>
  </p:handoutMasterIdLst>
  <p:sldIdLst>
    <p:sldId id="400" r:id="rId2"/>
    <p:sldId id="512" r:id="rId3"/>
    <p:sldId id="1090" r:id="rId4"/>
    <p:sldId id="1104" r:id="rId5"/>
    <p:sldId id="576" r:id="rId6"/>
    <p:sldId id="577" r:id="rId7"/>
    <p:sldId id="1098" r:id="rId8"/>
    <p:sldId id="1093" r:id="rId9"/>
    <p:sldId id="1105" r:id="rId10"/>
    <p:sldId id="1146" r:id="rId11"/>
    <p:sldId id="1106" r:id="rId12"/>
    <p:sldId id="1107" r:id="rId13"/>
    <p:sldId id="1109" r:id="rId14"/>
    <p:sldId id="1111" r:id="rId15"/>
    <p:sldId id="1114" r:id="rId16"/>
    <p:sldId id="1115" r:id="rId17"/>
    <p:sldId id="1147" r:id="rId18"/>
    <p:sldId id="1117" r:id="rId19"/>
    <p:sldId id="1100" r:id="rId20"/>
    <p:sldId id="1124" r:id="rId21"/>
    <p:sldId id="1125" r:id="rId22"/>
    <p:sldId id="1126" r:id="rId23"/>
    <p:sldId id="1127" r:id="rId24"/>
    <p:sldId id="1128" r:id="rId25"/>
    <p:sldId id="1129" r:id="rId26"/>
    <p:sldId id="1130" r:id="rId27"/>
    <p:sldId id="1131" r:id="rId28"/>
    <p:sldId id="1132" r:id="rId29"/>
    <p:sldId id="1133" r:id="rId30"/>
    <p:sldId id="1134" r:id="rId31"/>
    <p:sldId id="1136" r:id="rId32"/>
    <p:sldId id="1137" r:id="rId33"/>
    <p:sldId id="1139" r:id="rId34"/>
    <p:sldId id="1140" r:id="rId35"/>
    <p:sldId id="1142" r:id="rId36"/>
    <p:sldId id="1143" r:id="rId37"/>
    <p:sldId id="1144" r:id="rId38"/>
    <p:sldId id="1145" r:id="rId39"/>
    <p:sldId id="568" r:id="rId40"/>
  </p:sldIdLst>
  <p:sldSz cx="9144000" cy="6858000" type="screen4x3"/>
  <p:notesSz cx="7099300" cy="10234613"/>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27">
          <p15:clr>
            <a:srgbClr val="A4A3A4"/>
          </p15:clr>
        </p15:guide>
        <p15:guide id="2" pos="28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D594BB-B685-44C6-B933-82339E130EDE}" v="1396" dt="2022-05-18T07:23:46.83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7"/>
        <p:guide pos="289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严 伟杰" userId="12717cc107ab2eea" providerId="LiveId" clId="{D6FB56F4-E1BB-4E5F-9298-2D2FA9D0633A}"/>
    <pc:docChg chg="undo redo custSel addSld delSld modSld sldOrd">
      <pc:chgData name="严 伟杰" userId="12717cc107ab2eea" providerId="LiveId" clId="{D6FB56F4-E1BB-4E5F-9298-2D2FA9D0633A}" dt="2022-05-11T08:39:36.003" v="16796" actId="2696"/>
      <pc:docMkLst>
        <pc:docMk/>
      </pc:docMkLst>
      <pc:sldChg chg="addSp delSp modSp del mod">
        <pc:chgData name="严 伟杰" userId="12717cc107ab2eea" providerId="LiveId" clId="{D6FB56F4-E1BB-4E5F-9298-2D2FA9D0633A}" dt="2022-05-08T12:31:01.442" v="235" actId="2696"/>
        <pc:sldMkLst>
          <pc:docMk/>
          <pc:sldMk cId="0" sldId="379"/>
        </pc:sldMkLst>
        <pc:spChg chg="add del mod">
          <ac:chgData name="严 伟杰" userId="12717cc107ab2eea" providerId="LiveId" clId="{D6FB56F4-E1BB-4E5F-9298-2D2FA9D0633A}" dt="2022-05-08T12:25:34.552" v="145" actId="478"/>
          <ac:spMkLst>
            <pc:docMk/>
            <pc:sldMk cId="0" sldId="379"/>
            <ac:spMk id="5" creationId="{D0DDBB6E-5C7F-E99A-B8DA-A86AC4AF55A6}"/>
          </ac:spMkLst>
        </pc:spChg>
        <pc:spChg chg="add del mod">
          <ac:chgData name="严 伟杰" userId="12717cc107ab2eea" providerId="LiveId" clId="{D6FB56F4-E1BB-4E5F-9298-2D2FA9D0633A}" dt="2022-05-08T12:26:37.363" v="156" actId="1076"/>
          <ac:spMkLst>
            <pc:docMk/>
            <pc:sldMk cId="0" sldId="379"/>
            <ac:spMk id="6" creationId="{00000000-0000-0000-0000-000000000000}"/>
          </ac:spMkLst>
        </pc:spChg>
        <pc:spChg chg="add del">
          <ac:chgData name="严 伟杰" userId="12717cc107ab2eea" providerId="LiveId" clId="{D6FB56F4-E1BB-4E5F-9298-2D2FA9D0633A}" dt="2022-05-08T12:24:11.205" v="137" actId="22"/>
          <ac:spMkLst>
            <pc:docMk/>
            <pc:sldMk cId="0" sldId="379"/>
            <ac:spMk id="8" creationId="{FA981E30-D810-241D-3CAB-95F9BA61507A}"/>
          </ac:spMkLst>
        </pc:spChg>
        <pc:spChg chg="add del">
          <ac:chgData name="严 伟杰" userId="12717cc107ab2eea" providerId="LiveId" clId="{D6FB56F4-E1BB-4E5F-9298-2D2FA9D0633A}" dt="2022-05-08T12:26:27.622" v="153" actId="478"/>
          <ac:spMkLst>
            <pc:docMk/>
            <pc:sldMk cId="0" sldId="379"/>
            <ac:spMk id="16" creationId="{00000000-0000-0000-0000-000000000000}"/>
          </ac:spMkLst>
        </pc:spChg>
        <pc:picChg chg="add del">
          <ac:chgData name="严 伟杰" userId="12717cc107ab2eea" providerId="LiveId" clId="{D6FB56F4-E1BB-4E5F-9298-2D2FA9D0633A}" dt="2022-05-08T12:26:12.352" v="152" actId="478"/>
          <ac:picMkLst>
            <pc:docMk/>
            <pc:sldMk cId="0" sldId="379"/>
            <ac:picMk id="2" creationId="{00000000-0000-0000-0000-000000000000}"/>
          </ac:picMkLst>
        </pc:picChg>
        <pc:picChg chg="add del">
          <ac:chgData name="严 伟杰" userId="12717cc107ab2eea" providerId="LiveId" clId="{D6FB56F4-E1BB-4E5F-9298-2D2FA9D0633A}" dt="2022-05-08T12:26:30.998" v="154" actId="478"/>
          <ac:picMkLst>
            <pc:docMk/>
            <pc:sldMk cId="0" sldId="379"/>
            <ac:picMk id="9" creationId="{00000000-0000-0000-0000-000000000000}"/>
          </ac:picMkLst>
        </pc:picChg>
      </pc:sldChg>
      <pc:sldChg chg="modSp add mod modNotesTx">
        <pc:chgData name="严 伟杰" userId="12717cc107ab2eea" providerId="LiveId" clId="{D6FB56F4-E1BB-4E5F-9298-2D2FA9D0633A}" dt="2022-05-10T11:22:18.624" v="9490" actId="2711"/>
        <pc:sldMkLst>
          <pc:docMk/>
          <pc:sldMk cId="49260119" sldId="400"/>
        </pc:sldMkLst>
        <pc:spChg chg="mod">
          <ac:chgData name="严 伟杰" userId="12717cc107ab2eea" providerId="LiveId" clId="{D6FB56F4-E1BB-4E5F-9298-2D2FA9D0633A}" dt="2022-05-10T11:22:18.624" v="9490" actId="2711"/>
          <ac:spMkLst>
            <pc:docMk/>
            <pc:sldMk cId="49260119" sldId="400"/>
            <ac:spMk id="3" creationId="{00000000-0000-0000-0000-000000000000}"/>
          </ac:spMkLst>
        </pc:spChg>
        <pc:spChg chg="mod">
          <ac:chgData name="严 伟杰" userId="12717cc107ab2eea" providerId="LiveId" clId="{D6FB56F4-E1BB-4E5F-9298-2D2FA9D0633A}" dt="2022-05-09T07:31:55.735" v="6104" actId="20577"/>
          <ac:spMkLst>
            <pc:docMk/>
            <pc:sldMk cId="49260119" sldId="400"/>
            <ac:spMk id="6" creationId="{00000000-0000-0000-0000-000000000000}"/>
          </ac:spMkLst>
        </pc:spChg>
      </pc:sldChg>
      <pc:sldChg chg="addSp delSp modSp mod modNotesTx">
        <pc:chgData name="严 伟杰" userId="12717cc107ab2eea" providerId="LiveId" clId="{D6FB56F4-E1BB-4E5F-9298-2D2FA9D0633A}" dt="2022-05-11T08:34:32.210" v="16540" actId="20577"/>
        <pc:sldMkLst>
          <pc:docMk/>
          <pc:sldMk cId="2223584053" sldId="512"/>
        </pc:sldMkLst>
        <pc:spChg chg="del mod">
          <ac:chgData name="严 伟杰" userId="12717cc107ab2eea" providerId="LiveId" clId="{D6FB56F4-E1BB-4E5F-9298-2D2FA9D0633A}" dt="2022-05-08T12:39:05.775" v="479" actId="478"/>
          <ac:spMkLst>
            <pc:docMk/>
            <pc:sldMk cId="2223584053" sldId="512"/>
            <ac:spMk id="2" creationId="{0C07836F-2D52-4F18-BC7D-9F71ACC9997E}"/>
          </ac:spMkLst>
        </pc:spChg>
        <pc:spChg chg="add mod">
          <ac:chgData name="严 伟杰" userId="12717cc107ab2eea" providerId="LiveId" clId="{D6FB56F4-E1BB-4E5F-9298-2D2FA9D0633A}" dt="2022-05-08T12:33:33.034" v="265" actId="403"/>
          <ac:spMkLst>
            <pc:docMk/>
            <pc:sldMk cId="2223584053" sldId="512"/>
            <ac:spMk id="5" creationId="{75C71980-2F93-8441-2CCB-8AE075D4671A}"/>
          </ac:spMkLst>
        </pc:spChg>
        <pc:spChg chg="add mod">
          <ac:chgData name="严 伟杰" userId="12717cc107ab2eea" providerId="LiveId" clId="{D6FB56F4-E1BB-4E5F-9298-2D2FA9D0633A}" dt="2022-05-11T08:34:32.210" v="16540" actId="20577"/>
          <ac:spMkLst>
            <pc:docMk/>
            <pc:sldMk cId="2223584053" sldId="512"/>
            <ac:spMk id="6" creationId="{BC96D754-33F8-B020-0C80-A89DFFBD6986}"/>
          </ac:spMkLst>
        </pc:spChg>
        <pc:spChg chg="del mod">
          <ac:chgData name="严 伟杰" userId="12717cc107ab2eea" providerId="LiveId" clId="{D6FB56F4-E1BB-4E5F-9298-2D2FA9D0633A}" dt="2022-05-08T12:32:51.908" v="254" actId="478"/>
          <ac:spMkLst>
            <pc:docMk/>
            <pc:sldMk cId="2223584053" sldId="512"/>
            <ac:spMk id="11" creationId="{19C73AE0-009F-48C0-9F94-9417DD3E01BF}"/>
          </ac:spMkLst>
        </pc:spChg>
        <pc:spChg chg="del mod">
          <ac:chgData name="严 伟杰" userId="12717cc107ab2eea" providerId="LiveId" clId="{D6FB56F4-E1BB-4E5F-9298-2D2FA9D0633A}" dt="2022-05-08T12:33:54.120" v="266" actId="478"/>
          <ac:spMkLst>
            <pc:docMk/>
            <pc:sldMk cId="2223584053" sldId="512"/>
            <ac:spMk id="12" creationId="{DE54D592-4D5E-499A-B6E3-3D69317B7414}"/>
          </ac:spMkLst>
        </pc:spChg>
      </pc:sldChg>
      <pc:sldChg chg="addSp delSp modSp add del mod">
        <pc:chgData name="严 伟杰" userId="12717cc107ab2eea" providerId="LiveId" clId="{D6FB56F4-E1BB-4E5F-9298-2D2FA9D0633A}" dt="2022-05-08T15:02:33.556" v="1499" actId="2696"/>
        <pc:sldMkLst>
          <pc:docMk/>
          <pc:sldMk cId="470432306" sldId="554"/>
        </pc:sldMkLst>
        <pc:spChg chg="del">
          <ac:chgData name="严 伟杰" userId="12717cc107ab2eea" providerId="LiveId" clId="{D6FB56F4-E1BB-4E5F-9298-2D2FA9D0633A}" dt="2022-05-08T12:53:31.468" v="1095" actId="478"/>
          <ac:spMkLst>
            <pc:docMk/>
            <pc:sldMk cId="470432306" sldId="554"/>
            <ac:spMk id="5" creationId="{00000000-0000-0000-0000-000000000000}"/>
          </ac:spMkLst>
        </pc:spChg>
        <pc:spChg chg="mod">
          <ac:chgData name="严 伟杰" userId="12717cc107ab2eea" providerId="LiveId" clId="{D6FB56F4-E1BB-4E5F-9298-2D2FA9D0633A}" dt="2022-05-08T13:13:41.337" v="1326" actId="14100"/>
          <ac:spMkLst>
            <pc:docMk/>
            <pc:sldMk cId="470432306" sldId="554"/>
            <ac:spMk id="6" creationId="{00000000-0000-0000-0000-000000000000}"/>
          </ac:spMkLst>
        </pc:spChg>
        <pc:spChg chg="mod">
          <ac:chgData name="严 伟杰" userId="12717cc107ab2eea" providerId="LiveId" clId="{D6FB56F4-E1BB-4E5F-9298-2D2FA9D0633A}" dt="2022-05-08T13:13:47.945" v="1327" actId="1076"/>
          <ac:spMkLst>
            <pc:docMk/>
            <pc:sldMk cId="470432306" sldId="554"/>
            <ac:spMk id="7" creationId="{00000000-0000-0000-0000-000000000000}"/>
          </ac:spMkLst>
        </pc:spChg>
        <pc:spChg chg="mod">
          <ac:chgData name="严 伟杰" userId="12717cc107ab2eea" providerId="LiveId" clId="{D6FB56F4-E1BB-4E5F-9298-2D2FA9D0633A}" dt="2022-05-08T12:53:43.885" v="1097" actId="1076"/>
          <ac:spMkLst>
            <pc:docMk/>
            <pc:sldMk cId="470432306" sldId="554"/>
            <ac:spMk id="8" creationId="{00000000-0000-0000-0000-000000000000}"/>
          </ac:spMkLst>
        </pc:spChg>
        <pc:spChg chg="del">
          <ac:chgData name="严 伟杰" userId="12717cc107ab2eea" providerId="LiveId" clId="{D6FB56F4-E1BB-4E5F-9298-2D2FA9D0633A}" dt="2022-05-08T12:53:20.638" v="1093" actId="478"/>
          <ac:spMkLst>
            <pc:docMk/>
            <pc:sldMk cId="470432306" sldId="554"/>
            <ac:spMk id="11" creationId="{19C73AE0-009F-48C0-9F94-9417DD3E01BF}"/>
          </ac:spMkLst>
        </pc:spChg>
        <pc:spChg chg="add mod">
          <ac:chgData name="严 伟杰" userId="12717cc107ab2eea" providerId="LiveId" clId="{D6FB56F4-E1BB-4E5F-9298-2D2FA9D0633A}" dt="2022-05-08T12:53:20.860" v="1094"/>
          <ac:spMkLst>
            <pc:docMk/>
            <pc:sldMk cId="470432306" sldId="554"/>
            <ac:spMk id="12" creationId="{AAA673D8-21F2-1B9E-26FA-BC2EB299BC4D}"/>
          </ac:spMkLst>
        </pc:spChg>
        <pc:spChg chg="mod">
          <ac:chgData name="严 伟杰" userId="12717cc107ab2eea" providerId="LiveId" clId="{D6FB56F4-E1BB-4E5F-9298-2D2FA9D0633A}" dt="2022-05-08T12:53:39.592" v="1096" actId="1076"/>
          <ac:spMkLst>
            <pc:docMk/>
            <pc:sldMk cId="470432306" sldId="554"/>
            <ac:spMk id="14" creationId="{00000000-0000-0000-0000-000000000000}"/>
          </ac:spMkLst>
        </pc:spChg>
        <pc:spChg chg="mod">
          <ac:chgData name="严 伟杰" userId="12717cc107ab2eea" providerId="LiveId" clId="{D6FB56F4-E1BB-4E5F-9298-2D2FA9D0633A}" dt="2022-05-08T13:14:58.767" v="1340" actId="14100"/>
          <ac:spMkLst>
            <pc:docMk/>
            <pc:sldMk cId="470432306" sldId="554"/>
            <ac:spMk id="17" creationId="{00000000-0000-0000-0000-000000000000}"/>
          </ac:spMkLst>
        </pc:spChg>
      </pc:sldChg>
      <pc:sldChg chg="addSp delSp modSp mod modShow">
        <pc:chgData name="严 伟杰" userId="12717cc107ab2eea" providerId="LiveId" clId="{D6FB56F4-E1BB-4E5F-9298-2D2FA9D0633A}" dt="2022-05-09T13:16:15.826" v="8270" actId="729"/>
        <pc:sldMkLst>
          <pc:docMk/>
          <pc:sldMk cId="482439385" sldId="555"/>
        </pc:sldMkLst>
        <pc:spChg chg="del">
          <ac:chgData name="严 伟杰" userId="12717cc107ab2eea" providerId="LiveId" clId="{D6FB56F4-E1BB-4E5F-9298-2D2FA9D0633A}" dt="2022-05-08T16:09:51.179" v="2069" actId="478"/>
          <ac:spMkLst>
            <pc:docMk/>
            <pc:sldMk cId="482439385" sldId="555"/>
            <ac:spMk id="2" creationId="{0C07836F-2D52-4F18-BC7D-9F71ACC9997E}"/>
          </ac:spMkLst>
        </pc:spChg>
        <pc:spChg chg="add del mod">
          <ac:chgData name="严 伟杰" userId="12717cc107ab2eea" providerId="LiveId" clId="{D6FB56F4-E1BB-4E5F-9298-2D2FA9D0633A}" dt="2022-05-08T16:02:33.881" v="1813" actId="21"/>
          <ac:spMkLst>
            <pc:docMk/>
            <pc:sldMk cId="482439385" sldId="555"/>
            <ac:spMk id="3" creationId="{F4B49908-D0DF-91AF-6267-B87B2A1986E1}"/>
          </ac:spMkLst>
        </pc:spChg>
        <pc:spChg chg="add mod">
          <ac:chgData name="严 伟杰" userId="12717cc107ab2eea" providerId="LiveId" clId="{D6FB56F4-E1BB-4E5F-9298-2D2FA9D0633A}" dt="2022-05-09T09:13:36.777" v="6556" actId="20577"/>
          <ac:spMkLst>
            <pc:docMk/>
            <pc:sldMk cId="482439385" sldId="555"/>
            <ac:spMk id="5" creationId="{4C55CA75-4775-BBF7-4938-7378284A84D8}"/>
          </ac:spMkLst>
        </pc:spChg>
        <pc:spChg chg="add mod">
          <ac:chgData name="严 伟杰" userId="12717cc107ab2eea" providerId="LiveId" clId="{D6FB56F4-E1BB-4E5F-9298-2D2FA9D0633A}" dt="2022-05-08T16:14:15.025" v="2188" actId="20577"/>
          <ac:spMkLst>
            <pc:docMk/>
            <pc:sldMk cId="482439385" sldId="555"/>
            <ac:spMk id="6" creationId="{6D7E1EB7-6AD5-F0FB-137E-17FB335C4AAE}"/>
          </ac:spMkLst>
        </pc:spChg>
        <pc:spChg chg="del">
          <ac:chgData name="严 伟杰" userId="12717cc107ab2eea" providerId="LiveId" clId="{D6FB56F4-E1BB-4E5F-9298-2D2FA9D0633A}" dt="2022-05-08T16:01:11.092" v="1783" actId="478"/>
          <ac:spMkLst>
            <pc:docMk/>
            <pc:sldMk cId="482439385" sldId="555"/>
            <ac:spMk id="9" creationId="{DE54D592-4D5E-499A-B6E3-3D69317B7414}"/>
          </ac:spMkLst>
        </pc:spChg>
        <pc:spChg chg="del">
          <ac:chgData name="严 伟杰" userId="12717cc107ab2eea" providerId="LiveId" clId="{D6FB56F4-E1BB-4E5F-9298-2D2FA9D0633A}" dt="2022-05-08T15:56:12.333" v="1740" actId="478"/>
          <ac:spMkLst>
            <pc:docMk/>
            <pc:sldMk cId="482439385" sldId="555"/>
            <ac:spMk id="11" creationId="{19C73AE0-009F-48C0-9F94-9417DD3E01BF}"/>
          </ac:spMkLst>
        </pc:spChg>
        <pc:spChg chg="add mod">
          <ac:chgData name="严 伟杰" userId="12717cc107ab2eea" providerId="LiveId" clId="{D6FB56F4-E1BB-4E5F-9298-2D2FA9D0633A}" dt="2022-05-09T01:48:24.762" v="2825"/>
          <ac:spMkLst>
            <pc:docMk/>
            <pc:sldMk cId="482439385" sldId="555"/>
            <ac:spMk id="12" creationId="{A3A1C704-4503-4ADD-9A8D-DE4AA9D4D53F}"/>
          </ac:spMkLst>
        </pc:spChg>
        <pc:spChg chg="add mod">
          <ac:chgData name="严 伟杰" userId="12717cc107ab2eea" providerId="LiveId" clId="{D6FB56F4-E1BB-4E5F-9298-2D2FA9D0633A}" dt="2022-05-09T01:46:45.605" v="2759" actId="404"/>
          <ac:spMkLst>
            <pc:docMk/>
            <pc:sldMk cId="482439385" sldId="555"/>
            <ac:spMk id="13" creationId="{5EC7A7C3-8F5E-04D3-BF65-4081ED1E8842}"/>
          </ac:spMkLst>
        </pc:spChg>
        <pc:graphicFrameChg chg="add del mod">
          <ac:chgData name="严 伟杰" userId="12717cc107ab2eea" providerId="LiveId" clId="{D6FB56F4-E1BB-4E5F-9298-2D2FA9D0633A}" dt="2022-05-08T16:02:33.881" v="1813" actId="21"/>
          <ac:graphicFrameMkLst>
            <pc:docMk/>
            <pc:sldMk cId="482439385" sldId="555"/>
            <ac:graphicFrameMk id="4" creationId="{AB9830FF-F5AC-F535-8745-94354C5DCD3F}"/>
          </ac:graphicFrameMkLst>
        </pc:graphicFrameChg>
        <pc:picChg chg="add mod">
          <ac:chgData name="严 伟杰" userId="12717cc107ab2eea" providerId="LiveId" clId="{D6FB56F4-E1BB-4E5F-9298-2D2FA9D0633A}" dt="2022-05-08T16:11:51.821" v="2116" actId="1076"/>
          <ac:picMkLst>
            <pc:docMk/>
            <pc:sldMk cId="482439385" sldId="555"/>
            <ac:picMk id="8" creationId="{C12C83C7-C272-09FC-3B72-9952E4003FB7}"/>
          </ac:picMkLst>
        </pc:picChg>
      </pc:sldChg>
      <pc:sldChg chg="del ord">
        <pc:chgData name="严 伟杰" userId="12717cc107ab2eea" providerId="LiveId" clId="{D6FB56F4-E1BB-4E5F-9298-2D2FA9D0633A}" dt="2022-05-11T08:39:22.933" v="16794" actId="2696"/>
        <pc:sldMkLst>
          <pc:docMk/>
          <pc:sldMk cId="803619750" sldId="568"/>
        </pc:sldMkLst>
      </pc:sldChg>
      <pc:sldChg chg="add">
        <pc:chgData name="严 伟杰" userId="12717cc107ab2eea" providerId="LiveId" clId="{D6FB56F4-E1BB-4E5F-9298-2D2FA9D0633A}" dt="2022-05-11T08:39:34.152" v="16795"/>
        <pc:sldMkLst>
          <pc:docMk/>
          <pc:sldMk cId="2598891599" sldId="568"/>
        </pc:sldMkLst>
      </pc:sldChg>
      <pc:sldChg chg="del">
        <pc:chgData name="严 伟杰" userId="12717cc107ab2eea" providerId="LiveId" clId="{D6FB56F4-E1BB-4E5F-9298-2D2FA9D0633A}" dt="2022-05-08T15:56:33.598" v="1771" actId="2696"/>
        <pc:sldMkLst>
          <pc:docMk/>
          <pc:sldMk cId="2600149893" sldId="575"/>
        </pc:sldMkLst>
      </pc:sldChg>
      <pc:sldChg chg="addSp delSp modSp mod">
        <pc:chgData name="严 伟杰" userId="12717cc107ab2eea" providerId="LiveId" clId="{D6FB56F4-E1BB-4E5F-9298-2D2FA9D0633A}" dt="2022-05-10T12:26:14.074" v="10017" actId="20577"/>
        <pc:sldMkLst>
          <pc:docMk/>
          <pc:sldMk cId="32343497" sldId="576"/>
        </pc:sldMkLst>
        <pc:spChg chg="del">
          <ac:chgData name="严 伟杰" userId="12717cc107ab2eea" providerId="LiveId" clId="{D6FB56F4-E1BB-4E5F-9298-2D2FA9D0633A}" dt="2022-05-09T01:37:00.599" v="2533" actId="478"/>
          <ac:spMkLst>
            <pc:docMk/>
            <pc:sldMk cId="32343497" sldId="576"/>
            <ac:spMk id="2" creationId="{0C07836F-2D52-4F18-BC7D-9F71ACC9997E}"/>
          </ac:spMkLst>
        </pc:spChg>
        <pc:spChg chg="add mod">
          <ac:chgData name="严 伟杰" userId="12717cc107ab2eea" providerId="LiveId" clId="{D6FB56F4-E1BB-4E5F-9298-2D2FA9D0633A}" dt="2022-05-09T09:13:40.964" v="6560" actId="20577"/>
          <ac:spMkLst>
            <pc:docMk/>
            <pc:sldMk cId="32343497" sldId="576"/>
            <ac:spMk id="5" creationId="{D37416D6-9A57-DCC9-051A-7EAA3FDBC720}"/>
          </ac:spMkLst>
        </pc:spChg>
        <pc:spChg chg="add mod">
          <ac:chgData name="严 伟杰" userId="12717cc107ab2eea" providerId="LiveId" clId="{D6FB56F4-E1BB-4E5F-9298-2D2FA9D0633A}" dt="2022-05-10T12:26:14.074" v="10017" actId="20577"/>
          <ac:spMkLst>
            <pc:docMk/>
            <pc:sldMk cId="32343497" sldId="576"/>
            <ac:spMk id="6" creationId="{DD6D82A7-A8EE-F485-348C-81BEDFBF0659}"/>
          </ac:spMkLst>
        </pc:spChg>
        <pc:spChg chg="add mod">
          <ac:chgData name="严 伟杰" userId="12717cc107ab2eea" providerId="LiveId" clId="{D6FB56F4-E1BB-4E5F-9298-2D2FA9D0633A}" dt="2022-05-09T02:53:07.305" v="4373" actId="207"/>
          <ac:spMkLst>
            <pc:docMk/>
            <pc:sldMk cId="32343497" sldId="576"/>
            <ac:spMk id="7" creationId="{92750CE8-2BA1-6C87-0896-261BB7E29AC1}"/>
          </ac:spMkLst>
        </pc:spChg>
        <pc:spChg chg="add mod">
          <ac:chgData name="严 伟杰" userId="12717cc107ab2eea" providerId="LiveId" clId="{D6FB56F4-E1BB-4E5F-9298-2D2FA9D0633A}" dt="2022-05-09T06:44:18.766" v="5879" actId="20577"/>
          <ac:spMkLst>
            <pc:docMk/>
            <pc:sldMk cId="32343497" sldId="576"/>
            <ac:spMk id="8" creationId="{88668705-9B16-A791-F957-3EDB5FB25270}"/>
          </ac:spMkLst>
        </pc:spChg>
        <pc:spChg chg="del">
          <ac:chgData name="严 伟杰" userId="12717cc107ab2eea" providerId="LiveId" clId="{D6FB56F4-E1BB-4E5F-9298-2D2FA9D0633A}" dt="2022-05-08T16:32:19.862" v="2245" actId="478"/>
          <ac:spMkLst>
            <pc:docMk/>
            <pc:sldMk cId="32343497" sldId="576"/>
            <ac:spMk id="9" creationId="{DE54D592-4D5E-499A-B6E3-3D69317B7414}"/>
          </ac:spMkLst>
        </pc:spChg>
        <pc:spChg chg="del">
          <ac:chgData name="严 伟杰" userId="12717cc107ab2eea" providerId="LiveId" clId="{D6FB56F4-E1BB-4E5F-9298-2D2FA9D0633A}" dt="2022-05-08T16:15:33.361" v="2202" actId="478"/>
          <ac:spMkLst>
            <pc:docMk/>
            <pc:sldMk cId="32343497" sldId="576"/>
            <ac:spMk id="11" creationId="{19C73AE0-009F-48C0-9F94-9417DD3E01BF}"/>
          </ac:spMkLst>
        </pc:spChg>
      </pc:sldChg>
      <pc:sldChg chg="addSp delSp modSp mod">
        <pc:chgData name="严 伟杰" userId="12717cc107ab2eea" providerId="LiveId" clId="{D6FB56F4-E1BB-4E5F-9298-2D2FA9D0633A}" dt="2022-05-10T12:26:28.005" v="10019"/>
        <pc:sldMkLst>
          <pc:docMk/>
          <pc:sldMk cId="640562911" sldId="577"/>
        </pc:sldMkLst>
        <pc:spChg chg="del">
          <ac:chgData name="严 伟杰" userId="12717cc107ab2eea" providerId="LiveId" clId="{D6FB56F4-E1BB-4E5F-9298-2D2FA9D0633A}" dt="2022-05-09T02:11:23.943" v="3294" actId="478"/>
          <ac:spMkLst>
            <pc:docMk/>
            <pc:sldMk cId="640562911" sldId="577"/>
            <ac:spMk id="2" creationId="{0C07836F-2D52-4F18-BC7D-9F71ACC9997E}"/>
          </ac:spMkLst>
        </pc:spChg>
        <pc:spChg chg="add mod">
          <ac:chgData name="严 伟杰" userId="12717cc107ab2eea" providerId="LiveId" clId="{D6FB56F4-E1BB-4E5F-9298-2D2FA9D0633A}" dt="2022-05-09T09:13:43.184" v="6562" actId="20577"/>
          <ac:spMkLst>
            <pc:docMk/>
            <pc:sldMk cId="640562911" sldId="577"/>
            <ac:spMk id="5" creationId="{DEF28E19-84CE-5B6C-6404-46D66BB7205C}"/>
          </ac:spMkLst>
        </pc:spChg>
        <pc:spChg chg="add mod">
          <ac:chgData name="严 伟杰" userId="12717cc107ab2eea" providerId="LiveId" clId="{D6FB56F4-E1BB-4E5F-9298-2D2FA9D0633A}" dt="2022-05-10T12:26:28.005" v="10019"/>
          <ac:spMkLst>
            <pc:docMk/>
            <pc:sldMk cId="640562911" sldId="577"/>
            <ac:spMk id="6" creationId="{C89B5D8B-0D76-9CC1-F8C9-257A8155A6BB}"/>
          </ac:spMkLst>
        </pc:spChg>
        <pc:spChg chg="add del mod">
          <ac:chgData name="严 伟杰" userId="12717cc107ab2eea" providerId="LiveId" clId="{D6FB56F4-E1BB-4E5F-9298-2D2FA9D0633A}" dt="2022-05-09T02:11:16.826" v="3291" actId="478"/>
          <ac:spMkLst>
            <pc:docMk/>
            <pc:sldMk cId="640562911" sldId="577"/>
            <ac:spMk id="6" creationId="{CB126A34-CAB2-5F83-9484-E0B2AAECA3C9}"/>
          </ac:spMkLst>
        </pc:spChg>
        <pc:spChg chg="add del mod">
          <ac:chgData name="严 伟杰" userId="12717cc107ab2eea" providerId="LiveId" clId="{D6FB56F4-E1BB-4E5F-9298-2D2FA9D0633A}" dt="2022-05-10T12:26:27.782" v="10018" actId="478"/>
          <ac:spMkLst>
            <pc:docMk/>
            <pc:sldMk cId="640562911" sldId="577"/>
            <ac:spMk id="7" creationId="{848D5214-0492-7CFA-DF28-1E86010CCDEE}"/>
          </ac:spMkLst>
        </pc:spChg>
        <pc:spChg chg="add del mod">
          <ac:chgData name="严 伟杰" userId="12717cc107ab2eea" providerId="LiveId" clId="{D6FB56F4-E1BB-4E5F-9298-2D2FA9D0633A}" dt="2022-05-09T02:52:47.065" v="4365" actId="478"/>
          <ac:spMkLst>
            <pc:docMk/>
            <pc:sldMk cId="640562911" sldId="577"/>
            <ac:spMk id="8" creationId="{82FA393A-D0F8-ECEB-7EFA-1DE75849D71D}"/>
          </ac:spMkLst>
        </pc:spChg>
        <pc:spChg chg="mod">
          <ac:chgData name="严 伟杰" userId="12717cc107ab2eea" providerId="LiveId" clId="{D6FB56F4-E1BB-4E5F-9298-2D2FA9D0633A}" dt="2022-05-09T08:41:27.154" v="6142" actId="20577"/>
          <ac:spMkLst>
            <pc:docMk/>
            <pc:sldMk cId="640562911" sldId="577"/>
            <ac:spMk id="9" creationId="{DE54D592-4D5E-499A-B6E3-3D69317B7414}"/>
          </ac:spMkLst>
        </pc:spChg>
        <pc:spChg chg="del">
          <ac:chgData name="严 伟杰" userId="12717cc107ab2eea" providerId="LiveId" clId="{D6FB56F4-E1BB-4E5F-9298-2D2FA9D0633A}" dt="2022-05-08T16:33:01.746" v="2279" actId="478"/>
          <ac:spMkLst>
            <pc:docMk/>
            <pc:sldMk cId="640562911" sldId="577"/>
            <ac:spMk id="11" creationId="{19C73AE0-009F-48C0-9F94-9417DD3E01BF}"/>
          </ac:spMkLst>
        </pc:spChg>
        <pc:graphicFrameChg chg="add del mod">
          <ac:chgData name="严 伟杰" userId="12717cc107ab2eea" providerId="LiveId" clId="{D6FB56F4-E1BB-4E5F-9298-2D2FA9D0633A}" dt="2022-05-09T02:13:56.715" v="3306" actId="478"/>
          <ac:graphicFrameMkLst>
            <pc:docMk/>
            <pc:sldMk cId="640562911" sldId="577"/>
            <ac:graphicFrameMk id="4" creationId="{59B287E8-EB92-48E7-5B2E-52B6DF3FBCC3}"/>
          </ac:graphicFrameMkLst>
        </pc:graphicFrameChg>
        <pc:graphicFrameChg chg="add mod modGraphic">
          <ac:chgData name="严 伟杰" userId="12717cc107ab2eea" providerId="LiveId" clId="{D6FB56F4-E1BB-4E5F-9298-2D2FA9D0633A}" dt="2022-05-09T11:51:29.601" v="7394" actId="20577"/>
          <ac:graphicFrameMkLst>
            <pc:docMk/>
            <pc:sldMk cId="640562911" sldId="577"/>
            <ac:graphicFrameMk id="10" creationId="{067F922B-F66B-C503-5A70-7E611CEE939F}"/>
          </ac:graphicFrameMkLst>
        </pc:graphicFrameChg>
      </pc:sldChg>
      <pc:sldChg chg="addSp delSp modSp mod modShow modNotesTx">
        <pc:chgData name="严 伟杰" userId="12717cc107ab2eea" providerId="LiveId" clId="{D6FB56F4-E1BB-4E5F-9298-2D2FA9D0633A}" dt="2022-05-09T09:13:48.611" v="6564" actId="20577"/>
        <pc:sldMkLst>
          <pc:docMk/>
          <pc:sldMk cId="2988883543" sldId="578"/>
        </pc:sldMkLst>
        <pc:spChg chg="del">
          <ac:chgData name="严 伟杰" userId="12717cc107ab2eea" providerId="LiveId" clId="{D6FB56F4-E1BB-4E5F-9298-2D2FA9D0633A}" dt="2022-05-09T03:08:19.683" v="4633" actId="478"/>
          <ac:spMkLst>
            <pc:docMk/>
            <pc:sldMk cId="2988883543" sldId="578"/>
            <ac:spMk id="2" creationId="{0C07836F-2D52-4F18-BC7D-9F71ACC9997E}"/>
          </ac:spMkLst>
        </pc:spChg>
        <pc:spChg chg="add mod">
          <ac:chgData name="严 伟杰" userId="12717cc107ab2eea" providerId="LiveId" clId="{D6FB56F4-E1BB-4E5F-9298-2D2FA9D0633A}" dt="2022-05-09T09:13:48.611" v="6564" actId="20577"/>
          <ac:spMkLst>
            <pc:docMk/>
            <pc:sldMk cId="2988883543" sldId="578"/>
            <ac:spMk id="5" creationId="{F2A816F9-5D58-2CC0-EC6E-D126F2F27481}"/>
          </ac:spMkLst>
        </pc:spChg>
        <pc:spChg chg="mod">
          <ac:chgData name="严 伟杰" userId="12717cc107ab2eea" providerId="LiveId" clId="{D6FB56F4-E1BB-4E5F-9298-2D2FA9D0633A}" dt="2022-05-09T06:17:27.476" v="5552" actId="20577"/>
          <ac:spMkLst>
            <pc:docMk/>
            <pc:sldMk cId="2988883543" sldId="578"/>
            <ac:spMk id="9" creationId="{DE54D592-4D5E-499A-B6E3-3D69317B7414}"/>
          </ac:spMkLst>
        </pc:spChg>
        <pc:spChg chg="del">
          <ac:chgData name="严 伟杰" userId="12717cc107ab2eea" providerId="LiveId" clId="{D6FB56F4-E1BB-4E5F-9298-2D2FA9D0633A}" dt="2022-05-09T03:06:33.667" v="4621" actId="478"/>
          <ac:spMkLst>
            <pc:docMk/>
            <pc:sldMk cId="2988883543" sldId="578"/>
            <ac:spMk id="11" creationId="{19C73AE0-009F-48C0-9F94-9417DD3E01BF}"/>
          </ac:spMkLst>
        </pc:spChg>
      </pc:sldChg>
      <pc:sldChg chg="add del">
        <pc:chgData name="严 伟杰" userId="12717cc107ab2eea" providerId="LiveId" clId="{D6FB56F4-E1BB-4E5F-9298-2D2FA9D0633A}" dt="2022-05-08T12:30:59.051" v="234" actId="2696"/>
        <pc:sldMkLst>
          <pc:docMk/>
          <pc:sldMk cId="3156670810" sldId="579"/>
        </pc:sldMkLst>
      </pc:sldChg>
      <pc:sldChg chg="addSp delSp modSp add del mod modNotesTx">
        <pc:chgData name="严 伟杰" userId="12717cc107ab2eea" providerId="LiveId" clId="{D6FB56F4-E1BB-4E5F-9298-2D2FA9D0633A}" dt="2022-05-09T07:32:54.952" v="6126" actId="2696"/>
        <pc:sldMkLst>
          <pc:docMk/>
          <pc:sldMk cId="0" sldId="1089"/>
        </pc:sldMkLst>
        <pc:spChg chg="add del">
          <ac:chgData name="严 伟杰" userId="12717cc107ab2eea" providerId="LiveId" clId="{D6FB56F4-E1BB-4E5F-9298-2D2FA9D0633A}" dt="2022-05-09T07:31:09.039" v="6045" actId="22"/>
          <ac:spMkLst>
            <pc:docMk/>
            <pc:sldMk cId="0" sldId="1089"/>
            <ac:spMk id="6" creationId="{CA3F2B6D-2206-559A-FF92-55E3D1F5AFF6}"/>
          </ac:spMkLst>
        </pc:spChg>
        <pc:spChg chg="add del mod">
          <ac:chgData name="严 伟杰" userId="12717cc107ab2eea" providerId="LiveId" clId="{D6FB56F4-E1BB-4E5F-9298-2D2FA9D0633A}" dt="2022-05-08T16:15:48.182" v="2204" actId="478"/>
          <ac:spMkLst>
            <pc:docMk/>
            <pc:sldMk cId="0" sldId="1089"/>
            <ac:spMk id="7" creationId="{47B6CCB5-8384-0EB6-7BB4-E1BC411CE396}"/>
          </ac:spMkLst>
        </pc:spChg>
        <pc:spChg chg="del">
          <ac:chgData name="严 伟杰" userId="12717cc107ab2eea" providerId="LiveId" clId="{D6FB56F4-E1BB-4E5F-9298-2D2FA9D0633A}" dt="2022-05-08T12:39:02.866" v="478" actId="478"/>
          <ac:spMkLst>
            <pc:docMk/>
            <pc:sldMk cId="0" sldId="1089"/>
            <ac:spMk id="9" creationId="{00000000-0000-0000-0000-000000000000}"/>
          </ac:spMkLst>
        </pc:spChg>
        <pc:spChg chg="del">
          <ac:chgData name="严 伟杰" userId="12717cc107ab2eea" providerId="LiveId" clId="{D6FB56F4-E1BB-4E5F-9298-2D2FA9D0633A}" dt="2022-05-08T12:24:29.717" v="139" actId="478"/>
          <ac:spMkLst>
            <pc:docMk/>
            <pc:sldMk cId="0" sldId="1089"/>
            <ac:spMk id="12" creationId="{00000000-0000-0000-0000-000000000000}"/>
          </ac:spMkLst>
        </pc:spChg>
        <pc:spChg chg="mod">
          <ac:chgData name="严 伟杰" userId="12717cc107ab2eea" providerId="LiveId" clId="{D6FB56F4-E1BB-4E5F-9298-2D2FA9D0633A}" dt="2022-05-09T01:24:31.917" v="2290" actId="20577"/>
          <ac:spMkLst>
            <pc:docMk/>
            <pc:sldMk cId="0" sldId="1089"/>
            <ac:spMk id="2060" creationId="{00000000-0000-0000-0000-000000000000}"/>
          </ac:spMkLst>
        </pc:spChg>
        <pc:spChg chg="mod">
          <ac:chgData name="严 伟杰" userId="12717cc107ab2eea" providerId="LiveId" clId="{D6FB56F4-E1BB-4E5F-9298-2D2FA9D0633A}" dt="2022-05-08T12:30:37.529" v="223" actId="20577"/>
          <ac:spMkLst>
            <pc:docMk/>
            <pc:sldMk cId="0" sldId="1089"/>
            <ac:spMk id="10244" creationId="{00000000-0000-0000-0000-000000000000}"/>
          </ac:spMkLst>
        </pc:spChg>
      </pc:sldChg>
      <pc:sldChg chg="addSp delSp modSp add mod">
        <pc:chgData name="严 伟杰" userId="12717cc107ab2eea" providerId="LiveId" clId="{D6FB56F4-E1BB-4E5F-9298-2D2FA9D0633A}" dt="2022-05-10T12:16:36.065" v="9950"/>
        <pc:sldMkLst>
          <pc:docMk/>
          <pc:sldMk cId="1196157743" sldId="1090"/>
        </pc:sldMkLst>
        <pc:spChg chg="del">
          <ac:chgData name="严 伟杰" userId="12717cc107ab2eea" providerId="LiveId" clId="{D6FB56F4-E1BB-4E5F-9298-2D2FA9D0633A}" dt="2022-05-08T12:39:09.716" v="480" actId="478"/>
          <ac:spMkLst>
            <pc:docMk/>
            <pc:sldMk cId="1196157743" sldId="1090"/>
            <ac:spMk id="2" creationId="{0C07836F-2D52-4F18-BC7D-9F71ACC9997E}"/>
          </ac:spMkLst>
        </pc:spChg>
        <pc:spChg chg="add mod">
          <ac:chgData name="严 伟杰" userId="12717cc107ab2eea" providerId="LiveId" clId="{D6FB56F4-E1BB-4E5F-9298-2D2FA9D0633A}" dt="2022-05-09T09:13:27.798" v="6552" actId="20577"/>
          <ac:spMkLst>
            <pc:docMk/>
            <pc:sldMk cId="1196157743" sldId="1090"/>
            <ac:spMk id="5" creationId="{AA2DA3CF-4645-A14F-C03C-66A420BB12AB}"/>
          </ac:spMkLst>
        </pc:spChg>
        <pc:spChg chg="add mod">
          <ac:chgData name="严 伟杰" userId="12717cc107ab2eea" providerId="LiveId" clId="{D6FB56F4-E1BB-4E5F-9298-2D2FA9D0633A}" dt="2022-05-10T12:16:36.065" v="9950"/>
          <ac:spMkLst>
            <pc:docMk/>
            <pc:sldMk cId="1196157743" sldId="1090"/>
            <ac:spMk id="6" creationId="{EF6BA350-EE9F-6418-D1AF-6B09FE9A3388}"/>
          </ac:spMkLst>
        </pc:spChg>
        <pc:spChg chg="add del mod">
          <ac:chgData name="严 伟杰" userId="12717cc107ab2eea" providerId="LiveId" clId="{D6FB56F4-E1BB-4E5F-9298-2D2FA9D0633A}" dt="2022-05-08T13:03:29.122" v="1237" actId="478"/>
          <ac:spMkLst>
            <pc:docMk/>
            <pc:sldMk cId="1196157743" sldId="1090"/>
            <ac:spMk id="7" creationId="{D977435C-3902-A34C-72C4-E92221C2BD8F}"/>
          </ac:spMkLst>
        </pc:spChg>
        <pc:spChg chg="add del mod">
          <ac:chgData name="严 伟杰" userId="12717cc107ab2eea" providerId="LiveId" clId="{D6FB56F4-E1BB-4E5F-9298-2D2FA9D0633A}" dt="2022-05-10T12:15:37.135" v="9907" actId="21"/>
          <ac:spMkLst>
            <pc:docMk/>
            <pc:sldMk cId="1196157743" sldId="1090"/>
            <ac:spMk id="7" creationId="{DF3F3590-CA85-FBB8-D8C8-D2BA8DBB7771}"/>
          </ac:spMkLst>
        </pc:spChg>
        <pc:spChg chg="add mod">
          <ac:chgData name="严 伟杰" userId="12717cc107ab2eea" providerId="LiveId" clId="{D6FB56F4-E1BB-4E5F-9298-2D2FA9D0633A}" dt="2022-05-10T12:16:29.103" v="9945" actId="1035"/>
          <ac:spMkLst>
            <pc:docMk/>
            <pc:sldMk cId="1196157743" sldId="1090"/>
            <ac:spMk id="9" creationId="{967D9CAC-79CC-1274-B750-CBFD2E9A6EA2}"/>
          </ac:spMkLst>
        </pc:spChg>
        <pc:spChg chg="del">
          <ac:chgData name="严 伟杰" userId="12717cc107ab2eea" providerId="LiveId" clId="{D6FB56F4-E1BB-4E5F-9298-2D2FA9D0633A}" dt="2022-05-08T12:53:03.877" v="1082" actId="478"/>
          <ac:spMkLst>
            <pc:docMk/>
            <pc:sldMk cId="1196157743" sldId="1090"/>
            <ac:spMk id="11" creationId="{19C73AE0-009F-48C0-9F94-9417DD3E01BF}"/>
          </ac:spMkLst>
        </pc:spChg>
        <pc:spChg chg="mod">
          <ac:chgData name="严 伟杰" userId="12717cc107ab2eea" providerId="LiveId" clId="{D6FB56F4-E1BB-4E5F-9298-2D2FA9D0633A}" dt="2022-05-10T12:12:34.446" v="9847" actId="20577"/>
          <ac:spMkLst>
            <pc:docMk/>
            <pc:sldMk cId="1196157743" sldId="1090"/>
            <ac:spMk id="12" creationId="{DE54D592-4D5E-499A-B6E3-3D69317B7414}"/>
          </ac:spMkLst>
        </pc:spChg>
      </pc:sldChg>
      <pc:sldChg chg="addSp delSp modSp add mod modShow modNotesTx">
        <pc:chgData name="严 伟杰" userId="12717cc107ab2eea" providerId="LiveId" clId="{D6FB56F4-E1BB-4E5F-9298-2D2FA9D0633A}" dt="2022-05-10T12:16:53.640" v="9951" actId="729"/>
        <pc:sldMkLst>
          <pc:docMk/>
          <pc:sldMk cId="3267364691" sldId="1091"/>
        </pc:sldMkLst>
        <pc:spChg chg="mod">
          <ac:chgData name="严 伟杰" userId="12717cc107ab2eea" providerId="LiveId" clId="{D6FB56F4-E1BB-4E5F-9298-2D2FA9D0633A}" dt="2022-05-09T09:13:32.300" v="6554" actId="20577"/>
          <ac:spMkLst>
            <pc:docMk/>
            <pc:sldMk cId="3267364691" sldId="1091"/>
            <ac:spMk id="5" creationId="{AA2DA3CF-4645-A14F-C03C-66A420BB12AB}"/>
          </ac:spMkLst>
        </pc:spChg>
        <pc:spChg chg="add mod">
          <ac:chgData name="严 伟杰" userId="12717cc107ab2eea" providerId="LiveId" clId="{D6FB56F4-E1BB-4E5F-9298-2D2FA9D0633A}" dt="2022-05-09T02:21:57.012" v="3416" actId="1037"/>
          <ac:spMkLst>
            <pc:docMk/>
            <pc:sldMk cId="3267364691" sldId="1091"/>
            <ac:spMk id="6" creationId="{3265B39E-FDDD-D3AB-163D-EFE7F6E6CE1E}"/>
          </ac:spMkLst>
        </pc:spChg>
        <pc:spChg chg="add mod">
          <ac:chgData name="严 伟杰" userId="12717cc107ab2eea" providerId="LiveId" clId="{D6FB56F4-E1BB-4E5F-9298-2D2FA9D0633A}" dt="2022-05-09T01:46:56.018" v="2761" actId="404"/>
          <ac:spMkLst>
            <pc:docMk/>
            <pc:sldMk cId="3267364691" sldId="1091"/>
            <ac:spMk id="7" creationId="{23758E60-491A-450E-0344-DB9AE51A74CD}"/>
          </ac:spMkLst>
        </pc:spChg>
        <pc:spChg chg="add del mod">
          <ac:chgData name="严 伟杰" userId="12717cc107ab2eea" providerId="LiveId" clId="{D6FB56F4-E1BB-4E5F-9298-2D2FA9D0633A}" dt="2022-05-08T14:51:33.663" v="1457" actId="21"/>
          <ac:spMkLst>
            <pc:docMk/>
            <pc:sldMk cId="3267364691" sldId="1091"/>
            <ac:spMk id="8" creationId="{17452798-3F9F-8A41-80E4-6975B430D94F}"/>
          </ac:spMkLst>
        </pc:spChg>
        <pc:spChg chg="del">
          <ac:chgData name="严 伟杰" userId="12717cc107ab2eea" providerId="LiveId" clId="{D6FB56F4-E1BB-4E5F-9298-2D2FA9D0633A}" dt="2022-05-08T13:13:08.558" v="1321" actId="478"/>
          <ac:spMkLst>
            <pc:docMk/>
            <pc:sldMk cId="3267364691" sldId="1091"/>
            <ac:spMk id="9" creationId="{967D9CAC-79CC-1274-B750-CBFD2E9A6EA2}"/>
          </ac:spMkLst>
        </pc:spChg>
        <pc:spChg chg="add mod">
          <ac:chgData name="严 伟杰" userId="12717cc107ab2eea" providerId="LiveId" clId="{D6FB56F4-E1BB-4E5F-9298-2D2FA9D0633A}" dt="2022-05-09T02:22:03.554" v="3419" actId="1037"/>
          <ac:spMkLst>
            <pc:docMk/>
            <pc:sldMk cId="3267364691" sldId="1091"/>
            <ac:spMk id="10" creationId="{B4629BA2-DF32-BDBA-5D08-C604872D079F}"/>
          </ac:spMkLst>
        </pc:spChg>
        <pc:spChg chg="add del mod">
          <ac:chgData name="严 伟杰" userId="12717cc107ab2eea" providerId="LiveId" clId="{D6FB56F4-E1BB-4E5F-9298-2D2FA9D0633A}" dt="2022-05-08T13:14:33.538" v="1335" actId="21"/>
          <ac:spMkLst>
            <pc:docMk/>
            <pc:sldMk cId="3267364691" sldId="1091"/>
            <ac:spMk id="11" creationId="{F6B51F88-E5BA-B8C5-57AA-08AE2BFAB100}"/>
          </ac:spMkLst>
        </pc:spChg>
        <pc:spChg chg="mod">
          <ac:chgData name="严 伟杰" userId="12717cc107ab2eea" providerId="LiveId" clId="{D6FB56F4-E1BB-4E5F-9298-2D2FA9D0633A}" dt="2022-05-08T15:51:11.041" v="1653" actId="1076"/>
          <ac:spMkLst>
            <pc:docMk/>
            <pc:sldMk cId="3267364691" sldId="1091"/>
            <ac:spMk id="12" creationId="{DE54D592-4D5E-499A-B6E3-3D69317B7414}"/>
          </ac:spMkLst>
        </pc:spChg>
        <pc:spChg chg="add del mod">
          <ac:chgData name="严 伟杰" userId="12717cc107ab2eea" providerId="LiveId" clId="{D6FB56F4-E1BB-4E5F-9298-2D2FA9D0633A}" dt="2022-05-08T15:01:51.601" v="1496" actId="21"/>
          <ac:spMkLst>
            <pc:docMk/>
            <pc:sldMk cId="3267364691" sldId="1091"/>
            <ac:spMk id="13" creationId="{E45E3275-89B7-D28E-0276-E5BBE8340F2C}"/>
          </ac:spMkLst>
        </pc:spChg>
        <pc:spChg chg="add mod">
          <ac:chgData name="严 伟杰" userId="12717cc107ab2eea" providerId="LiveId" clId="{D6FB56F4-E1BB-4E5F-9298-2D2FA9D0633A}" dt="2022-05-09T01:46:50.630" v="2760" actId="404"/>
          <ac:spMkLst>
            <pc:docMk/>
            <pc:sldMk cId="3267364691" sldId="1091"/>
            <ac:spMk id="14" creationId="{7C8F94DB-1CD3-ABD8-814A-656569435050}"/>
          </ac:spMkLst>
        </pc:spChg>
        <pc:spChg chg="add mod">
          <ac:chgData name="严 伟杰" userId="12717cc107ab2eea" providerId="LiveId" clId="{D6FB56F4-E1BB-4E5F-9298-2D2FA9D0633A}" dt="2022-05-09T02:22:03.554" v="3419" actId="1037"/>
          <ac:spMkLst>
            <pc:docMk/>
            <pc:sldMk cId="3267364691" sldId="1091"/>
            <ac:spMk id="15" creationId="{52CEA46B-F90D-CCDD-D096-936F74A35FE1}"/>
          </ac:spMkLst>
        </pc:spChg>
        <pc:spChg chg="add del mod">
          <ac:chgData name="严 伟杰" userId="12717cc107ab2eea" providerId="LiveId" clId="{D6FB56F4-E1BB-4E5F-9298-2D2FA9D0633A}" dt="2022-05-08T15:47:56.765" v="1500" actId="21"/>
          <ac:spMkLst>
            <pc:docMk/>
            <pc:sldMk cId="3267364691" sldId="1091"/>
            <ac:spMk id="16" creationId="{3A083D4F-387D-BB3B-5990-7D6226F189A4}"/>
          </ac:spMkLst>
        </pc:spChg>
      </pc:sldChg>
      <pc:sldChg chg="addSp delSp modSp add mod modShow">
        <pc:chgData name="严 伟杰" userId="12717cc107ab2eea" providerId="LiveId" clId="{D6FB56F4-E1BB-4E5F-9298-2D2FA9D0633A}" dt="2022-05-09T13:16:11.369" v="8269" actId="729"/>
        <pc:sldMkLst>
          <pc:docMk/>
          <pc:sldMk cId="1008207211" sldId="1092"/>
        </pc:sldMkLst>
        <pc:spChg chg="del">
          <ac:chgData name="严 伟杰" userId="12717cc107ab2eea" providerId="LiveId" clId="{D6FB56F4-E1BB-4E5F-9298-2D2FA9D0633A}" dt="2022-05-08T16:24:28.381" v="2235" actId="478"/>
          <ac:spMkLst>
            <pc:docMk/>
            <pc:sldMk cId="1008207211" sldId="1092"/>
            <ac:spMk id="2" creationId="{0C07836F-2D52-4F18-BC7D-9F71ACC9997E}"/>
          </ac:spMkLst>
        </pc:spChg>
        <pc:spChg chg="mod">
          <ac:chgData name="严 伟杰" userId="12717cc107ab2eea" providerId="LiveId" clId="{D6FB56F4-E1BB-4E5F-9298-2D2FA9D0633A}" dt="2022-05-09T09:13:38.806" v="6558" actId="20577"/>
          <ac:spMkLst>
            <pc:docMk/>
            <pc:sldMk cId="1008207211" sldId="1092"/>
            <ac:spMk id="5" creationId="{4C55CA75-4775-BBF7-4938-7378284A84D8}"/>
          </ac:spMkLst>
        </pc:spChg>
        <pc:spChg chg="add mod">
          <ac:chgData name="严 伟杰" userId="12717cc107ab2eea" providerId="LiveId" clId="{D6FB56F4-E1BB-4E5F-9298-2D2FA9D0633A}" dt="2022-05-08T16:14:33.722" v="2201" actId="20577"/>
          <ac:spMkLst>
            <pc:docMk/>
            <pc:sldMk cId="1008207211" sldId="1092"/>
            <ac:spMk id="6" creationId="{F131EBCE-8CE7-20F9-1086-FEB44F6F3F8A}"/>
          </ac:spMkLst>
        </pc:spChg>
        <pc:spChg chg="add del mod">
          <ac:chgData name="严 伟杰" userId="12717cc107ab2eea" providerId="LiveId" clId="{D6FB56F4-E1BB-4E5F-9298-2D2FA9D0633A}" dt="2022-05-08T16:24:19.151" v="2225" actId="478"/>
          <ac:spMkLst>
            <pc:docMk/>
            <pc:sldMk cId="1008207211" sldId="1092"/>
            <ac:spMk id="7" creationId="{7F5DCF2E-9E34-A8D2-E5FC-3B4013FA3901}"/>
          </ac:spMkLst>
        </pc:spChg>
        <pc:spChg chg="add mod">
          <ac:chgData name="严 伟杰" userId="12717cc107ab2eea" providerId="LiveId" clId="{D6FB56F4-E1BB-4E5F-9298-2D2FA9D0633A}" dt="2022-05-09T01:46:36.984" v="2757" actId="404"/>
          <ac:spMkLst>
            <pc:docMk/>
            <pc:sldMk cId="1008207211" sldId="1092"/>
            <ac:spMk id="8" creationId="{4FD5EB99-F921-B26F-93F0-727AD257A430}"/>
          </ac:spMkLst>
        </pc:spChg>
        <pc:spChg chg="del mod">
          <ac:chgData name="严 伟杰" userId="12717cc107ab2eea" providerId="LiveId" clId="{D6FB56F4-E1BB-4E5F-9298-2D2FA9D0633A}" dt="2022-05-08T16:14:28.785" v="2189" actId="478"/>
          <ac:spMkLst>
            <pc:docMk/>
            <pc:sldMk cId="1008207211" sldId="1092"/>
            <ac:spMk id="9" creationId="{DE54D592-4D5E-499A-B6E3-3D69317B7414}"/>
          </ac:spMkLst>
        </pc:spChg>
        <pc:picChg chg="add mod">
          <ac:chgData name="严 伟杰" userId="12717cc107ab2eea" providerId="LiveId" clId="{D6FB56F4-E1BB-4E5F-9298-2D2FA9D0633A}" dt="2022-05-08T16:26:08.113" v="2238" actId="1036"/>
          <ac:picMkLst>
            <pc:docMk/>
            <pc:sldMk cId="1008207211" sldId="1092"/>
            <ac:picMk id="4" creationId="{AE03B6D5-D3F3-5337-646C-FB1D3F85D168}"/>
          </ac:picMkLst>
        </pc:picChg>
      </pc:sldChg>
      <pc:sldChg chg="addSp delSp modSp add mod addAnim delAnim modAnim">
        <pc:chgData name="严 伟杰" userId="12717cc107ab2eea" providerId="LiveId" clId="{D6FB56F4-E1BB-4E5F-9298-2D2FA9D0633A}" dt="2022-05-10T02:29:13.073" v="8688" actId="113"/>
        <pc:sldMkLst>
          <pc:docMk/>
          <pc:sldMk cId="2029632334" sldId="1093"/>
        </pc:sldMkLst>
        <pc:spChg chg="add mod">
          <ac:chgData name="严 伟杰" userId="12717cc107ab2eea" providerId="LiveId" clId="{D6FB56F4-E1BB-4E5F-9298-2D2FA9D0633A}" dt="2022-05-10T02:29:13.073" v="8688" actId="113"/>
          <ac:spMkLst>
            <pc:docMk/>
            <pc:sldMk cId="2029632334" sldId="1093"/>
            <ac:spMk id="4" creationId="{3159F72D-EE15-DD07-B8B2-D12D8BA45F7D}"/>
          </ac:spMkLst>
        </pc:spChg>
        <pc:spChg chg="mod">
          <ac:chgData name="严 伟杰" userId="12717cc107ab2eea" providerId="LiveId" clId="{D6FB56F4-E1BB-4E5F-9298-2D2FA9D0633A}" dt="2022-05-09T09:14:26.502" v="6615"/>
          <ac:spMkLst>
            <pc:docMk/>
            <pc:sldMk cId="2029632334" sldId="1093"/>
            <ac:spMk id="5" creationId="{F2A816F9-5D58-2CC0-EC6E-D126F2F27481}"/>
          </ac:spMkLst>
        </pc:spChg>
        <pc:spChg chg="add mod">
          <ac:chgData name="严 伟杰" userId="12717cc107ab2eea" providerId="LiveId" clId="{D6FB56F4-E1BB-4E5F-9298-2D2FA9D0633A}" dt="2022-05-09T06:21:12.125" v="5569" actId="20577"/>
          <ac:spMkLst>
            <pc:docMk/>
            <pc:sldMk cId="2029632334" sldId="1093"/>
            <ac:spMk id="8" creationId="{FA4EB6BF-D355-683A-4061-1543345C8A07}"/>
          </ac:spMkLst>
        </pc:spChg>
        <pc:spChg chg="del">
          <ac:chgData name="严 伟杰" userId="12717cc107ab2eea" providerId="LiveId" clId="{D6FB56F4-E1BB-4E5F-9298-2D2FA9D0633A}" dt="2022-05-09T05:44:19.421" v="5211" actId="478"/>
          <ac:spMkLst>
            <pc:docMk/>
            <pc:sldMk cId="2029632334" sldId="1093"/>
            <ac:spMk id="9" creationId="{DE54D592-4D5E-499A-B6E3-3D69317B7414}"/>
          </ac:spMkLst>
        </pc:spChg>
        <pc:spChg chg="add mod">
          <ac:chgData name="严 伟杰" userId="12717cc107ab2eea" providerId="LiveId" clId="{D6FB56F4-E1BB-4E5F-9298-2D2FA9D0633A}" dt="2022-05-09T06:39:16.070" v="5687" actId="1036"/>
          <ac:spMkLst>
            <pc:docMk/>
            <pc:sldMk cId="2029632334" sldId="1093"/>
            <ac:spMk id="10" creationId="{AB34A1E0-7507-112F-BC68-110328AB9DE4}"/>
          </ac:spMkLst>
        </pc:spChg>
        <pc:spChg chg="add mod">
          <ac:chgData name="严 伟杰" userId="12717cc107ab2eea" providerId="LiveId" clId="{D6FB56F4-E1BB-4E5F-9298-2D2FA9D0633A}" dt="2022-05-10T02:11:51.992" v="8287" actId="208"/>
          <ac:spMkLst>
            <pc:docMk/>
            <pc:sldMk cId="2029632334" sldId="1093"/>
            <ac:spMk id="13" creationId="{D8BFA0D3-EBE5-12D5-653E-1EA44AE461D8}"/>
          </ac:spMkLst>
        </pc:spChg>
        <pc:spChg chg="add mod">
          <ac:chgData name="严 伟杰" userId="12717cc107ab2eea" providerId="LiveId" clId="{D6FB56F4-E1BB-4E5F-9298-2D2FA9D0633A}" dt="2022-05-10T02:12:01.458" v="8288" actId="208"/>
          <ac:spMkLst>
            <pc:docMk/>
            <pc:sldMk cId="2029632334" sldId="1093"/>
            <ac:spMk id="14" creationId="{04706C96-3C9A-95E3-9141-581FF7274233}"/>
          </ac:spMkLst>
        </pc:spChg>
        <pc:spChg chg="add del mod">
          <ac:chgData name="严 伟杰" userId="12717cc107ab2eea" providerId="LiveId" clId="{D6FB56F4-E1BB-4E5F-9298-2D2FA9D0633A}" dt="2022-05-09T06:31:01.966" v="5606" actId="1037"/>
          <ac:spMkLst>
            <pc:docMk/>
            <pc:sldMk cId="2029632334" sldId="1093"/>
            <ac:spMk id="15" creationId="{BC82BA0F-4197-E617-06DF-2A877CAEC274}"/>
          </ac:spMkLst>
        </pc:spChg>
        <pc:spChg chg="add mod">
          <ac:chgData name="严 伟杰" userId="12717cc107ab2eea" providerId="LiveId" clId="{D6FB56F4-E1BB-4E5F-9298-2D2FA9D0633A}" dt="2022-05-09T06:39:48.309" v="5699" actId="1035"/>
          <ac:spMkLst>
            <pc:docMk/>
            <pc:sldMk cId="2029632334" sldId="1093"/>
            <ac:spMk id="21" creationId="{C0FC5E80-BBBE-3CE9-131B-6EE815ECD857}"/>
          </ac:spMkLst>
        </pc:spChg>
        <pc:spChg chg="add mod">
          <ac:chgData name="严 伟杰" userId="12717cc107ab2eea" providerId="LiveId" clId="{D6FB56F4-E1BB-4E5F-9298-2D2FA9D0633A}" dt="2022-05-10T02:12:28.931" v="8289" actId="208"/>
          <ac:spMkLst>
            <pc:docMk/>
            <pc:sldMk cId="2029632334" sldId="1093"/>
            <ac:spMk id="22" creationId="{F1EA1DBE-44B4-E851-2FFA-12B5999C1464}"/>
          </ac:spMkLst>
        </pc:spChg>
        <pc:spChg chg="add mod">
          <ac:chgData name="严 伟杰" userId="12717cc107ab2eea" providerId="LiveId" clId="{D6FB56F4-E1BB-4E5F-9298-2D2FA9D0633A}" dt="2022-05-09T06:39:55.687" v="5701" actId="1076"/>
          <ac:spMkLst>
            <pc:docMk/>
            <pc:sldMk cId="2029632334" sldId="1093"/>
            <ac:spMk id="24" creationId="{34529398-174F-AF3A-4EFF-36ED23673DA0}"/>
          </ac:spMkLst>
        </pc:spChg>
        <pc:spChg chg="add mod">
          <ac:chgData name="严 伟杰" userId="12717cc107ab2eea" providerId="LiveId" clId="{D6FB56F4-E1BB-4E5F-9298-2D2FA9D0633A}" dt="2022-05-09T06:40:09.456" v="5702" actId="1076"/>
          <ac:spMkLst>
            <pc:docMk/>
            <pc:sldMk cId="2029632334" sldId="1093"/>
            <ac:spMk id="25" creationId="{341FCE59-E920-8760-A12C-E056CDC06108}"/>
          </ac:spMkLst>
        </pc:spChg>
        <pc:spChg chg="add mod">
          <ac:chgData name="严 伟杰" userId="12717cc107ab2eea" providerId="LiveId" clId="{D6FB56F4-E1BB-4E5F-9298-2D2FA9D0633A}" dt="2022-05-10T02:19:05.553" v="8538" actId="14100"/>
          <ac:spMkLst>
            <pc:docMk/>
            <pc:sldMk cId="2029632334" sldId="1093"/>
            <ac:spMk id="29" creationId="{A012C6DF-D338-49A2-49ED-B17EBED16B14}"/>
          </ac:spMkLst>
        </pc:spChg>
        <pc:picChg chg="add del mod">
          <ac:chgData name="严 伟杰" userId="12717cc107ab2eea" providerId="LiveId" clId="{D6FB56F4-E1BB-4E5F-9298-2D2FA9D0633A}" dt="2022-05-09T06:16:42.273" v="5547" actId="478"/>
          <ac:picMkLst>
            <pc:docMk/>
            <pc:sldMk cId="2029632334" sldId="1093"/>
            <ac:picMk id="3" creationId="{4391CC17-058C-423E-1BEB-5B05500BC482}"/>
          </ac:picMkLst>
        </pc:picChg>
        <pc:picChg chg="add del mod">
          <ac:chgData name="严 伟杰" userId="12717cc107ab2eea" providerId="LiveId" clId="{D6FB56F4-E1BB-4E5F-9298-2D2FA9D0633A}" dt="2022-05-09T06:18:40.274" v="5559" actId="21"/>
          <ac:picMkLst>
            <pc:docMk/>
            <pc:sldMk cId="2029632334" sldId="1093"/>
            <ac:picMk id="12" creationId="{FFC26163-3961-5216-E41B-E17E3F74038E}"/>
          </ac:picMkLst>
        </pc:picChg>
        <pc:picChg chg="add del mod">
          <ac:chgData name="严 伟杰" userId="12717cc107ab2eea" providerId="LiveId" clId="{D6FB56F4-E1BB-4E5F-9298-2D2FA9D0633A}" dt="2022-05-09T06:30:37.514" v="5599" actId="478"/>
          <ac:picMkLst>
            <pc:docMk/>
            <pc:sldMk cId="2029632334" sldId="1093"/>
            <ac:picMk id="14" creationId="{F8B255AB-C16D-68EE-4E9F-7E3BE890F92D}"/>
          </ac:picMkLst>
        </pc:picChg>
        <pc:picChg chg="add del mod">
          <ac:chgData name="严 伟杰" userId="12717cc107ab2eea" providerId="LiveId" clId="{D6FB56F4-E1BB-4E5F-9298-2D2FA9D0633A}" dt="2022-05-09T06:37:14.488" v="5663" actId="478"/>
          <ac:picMkLst>
            <pc:docMk/>
            <pc:sldMk cId="2029632334" sldId="1093"/>
            <ac:picMk id="20" creationId="{8DA37918-E9BE-D961-1114-F1B8F5E4DBE8}"/>
          </ac:picMkLst>
        </pc:picChg>
        <pc:picChg chg="add mod">
          <ac:chgData name="严 伟杰" userId="12717cc107ab2eea" providerId="LiveId" clId="{D6FB56F4-E1BB-4E5F-9298-2D2FA9D0633A}" dt="2022-05-09T06:39:01.699" v="5681" actId="1037"/>
          <ac:picMkLst>
            <pc:docMk/>
            <pc:sldMk cId="2029632334" sldId="1093"/>
            <ac:picMk id="27" creationId="{90CF8127-A29B-6679-12EB-2EE6456D5A80}"/>
          </ac:picMkLst>
        </pc:picChg>
        <pc:cxnChg chg="add del mod">
          <ac:chgData name="严 伟杰" userId="12717cc107ab2eea" providerId="LiveId" clId="{D6FB56F4-E1BB-4E5F-9298-2D2FA9D0633A}" dt="2022-05-09T06:22:57.086" v="5587" actId="21"/>
          <ac:cxnSpMkLst>
            <pc:docMk/>
            <pc:sldMk cId="2029632334" sldId="1093"/>
            <ac:cxnSpMk id="17" creationId="{355A689A-4B4E-9150-4E90-6AF5137FA7D3}"/>
          </ac:cxnSpMkLst>
        </pc:cxnChg>
      </pc:sldChg>
      <pc:sldChg chg="modSp add mod modShow">
        <pc:chgData name="严 伟杰" userId="12717cc107ab2eea" providerId="LiveId" clId="{D6FB56F4-E1BB-4E5F-9298-2D2FA9D0633A}" dt="2022-05-09T09:12:16.630" v="6550" actId="729"/>
        <pc:sldMkLst>
          <pc:docMk/>
          <pc:sldMk cId="1228533757" sldId="1094"/>
        </pc:sldMkLst>
        <pc:spChg chg="mod">
          <ac:chgData name="严 伟杰" userId="12717cc107ab2eea" providerId="LiveId" clId="{D6FB56F4-E1BB-4E5F-9298-2D2FA9D0633A}" dt="2022-05-09T05:25:24.595" v="5112" actId="207"/>
          <ac:spMkLst>
            <pc:docMk/>
            <pc:sldMk cId="1228533757" sldId="1094"/>
            <ac:spMk id="6" creationId="{BC96D754-33F8-B020-0C80-A89DFFBD6986}"/>
          </ac:spMkLst>
        </pc:spChg>
      </pc:sldChg>
      <pc:sldChg chg="modSp add mod modShow">
        <pc:chgData name="严 伟杰" userId="12717cc107ab2eea" providerId="LiveId" clId="{D6FB56F4-E1BB-4E5F-9298-2D2FA9D0633A}" dt="2022-05-09T09:12:06.715" v="6549" actId="729"/>
        <pc:sldMkLst>
          <pc:docMk/>
          <pc:sldMk cId="1975008365" sldId="1095"/>
        </pc:sldMkLst>
        <pc:spChg chg="mod">
          <ac:chgData name="严 伟杰" userId="12717cc107ab2eea" providerId="LiveId" clId="{D6FB56F4-E1BB-4E5F-9298-2D2FA9D0633A}" dt="2022-05-09T05:25:36.294" v="5115" actId="207"/>
          <ac:spMkLst>
            <pc:docMk/>
            <pc:sldMk cId="1975008365" sldId="1095"/>
            <ac:spMk id="6" creationId="{BC96D754-33F8-B020-0C80-A89DFFBD6986}"/>
          </ac:spMkLst>
        </pc:spChg>
      </pc:sldChg>
      <pc:sldChg chg="add del">
        <pc:chgData name="严 伟杰" userId="12717cc107ab2eea" providerId="LiveId" clId="{D6FB56F4-E1BB-4E5F-9298-2D2FA9D0633A}" dt="2022-05-09T06:48:20.392" v="5983" actId="2696"/>
        <pc:sldMkLst>
          <pc:docMk/>
          <pc:sldMk cId="3791916660" sldId="1096"/>
        </pc:sldMkLst>
      </pc:sldChg>
      <pc:sldChg chg="addSp delSp modSp add mod">
        <pc:chgData name="严 伟杰" userId="12717cc107ab2eea" providerId="LiveId" clId="{D6FB56F4-E1BB-4E5F-9298-2D2FA9D0633A}" dt="2022-05-10T08:21:10.060" v="9140"/>
        <pc:sldMkLst>
          <pc:docMk/>
          <pc:sldMk cId="1530543812" sldId="1097"/>
        </pc:sldMkLst>
        <pc:spChg chg="mod">
          <ac:chgData name="严 伟杰" userId="12717cc107ab2eea" providerId="LiveId" clId="{D6FB56F4-E1BB-4E5F-9298-2D2FA9D0633A}" dt="2022-05-10T02:29:44.534" v="8692" actId="20577"/>
          <ac:spMkLst>
            <pc:docMk/>
            <pc:sldMk cId="1530543812" sldId="1097"/>
            <ac:spMk id="4" creationId="{3159F72D-EE15-DD07-B8B2-D12D8BA45F7D}"/>
          </ac:spMkLst>
        </pc:spChg>
        <pc:spChg chg="del">
          <ac:chgData name="严 伟杰" userId="12717cc107ab2eea" providerId="LiveId" clId="{D6FB56F4-E1BB-4E5F-9298-2D2FA9D0633A}" dt="2022-05-09T11:35:58.200" v="7021" actId="478"/>
          <ac:spMkLst>
            <pc:docMk/>
            <pc:sldMk cId="1530543812" sldId="1097"/>
            <ac:spMk id="5" creationId="{F2A816F9-5D58-2CC0-EC6E-D126F2F27481}"/>
          </ac:spMkLst>
        </pc:spChg>
        <pc:spChg chg="del">
          <ac:chgData name="严 伟杰" userId="12717cc107ab2eea" providerId="LiveId" clId="{D6FB56F4-E1BB-4E5F-9298-2D2FA9D0633A}" dt="2022-05-09T11:40:21.013" v="7024" actId="478"/>
          <ac:spMkLst>
            <pc:docMk/>
            <pc:sldMk cId="1530543812" sldId="1097"/>
            <ac:spMk id="8" creationId="{FA4EB6BF-D355-683A-4061-1543345C8A07}"/>
          </ac:spMkLst>
        </pc:spChg>
        <pc:spChg chg="del mod">
          <ac:chgData name="严 伟杰" userId="12717cc107ab2eea" providerId="LiveId" clId="{D6FB56F4-E1BB-4E5F-9298-2D2FA9D0633A}" dt="2022-05-09T11:40:25.664" v="7029" actId="478"/>
          <ac:spMkLst>
            <pc:docMk/>
            <pc:sldMk cId="1530543812" sldId="1097"/>
            <ac:spMk id="10" creationId="{AB34A1E0-7507-112F-BC68-110328AB9DE4}"/>
          </ac:spMkLst>
        </pc:spChg>
        <pc:spChg chg="add mod">
          <ac:chgData name="严 伟杰" userId="12717cc107ab2eea" providerId="LiveId" clId="{D6FB56F4-E1BB-4E5F-9298-2D2FA9D0633A}" dt="2022-05-09T11:35:58.373" v="7022"/>
          <ac:spMkLst>
            <pc:docMk/>
            <pc:sldMk cId="1530543812" sldId="1097"/>
            <ac:spMk id="13" creationId="{76B2AC9E-768D-D45D-3C69-CE3A614D2D15}"/>
          </ac:spMkLst>
        </pc:spChg>
        <pc:spChg chg="add del mod">
          <ac:chgData name="严 伟杰" userId="12717cc107ab2eea" providerId="LiveId" clId="{D6FB56F4-E1BB-4E5F-9298-2D2FA9D0633A}" dt="2022-05-09T11:50:25.363" v="7348" actId="478"/>
          <ac:spMkLst>
            <pc:docMk/>
            <pc:sldMk cId="1530543812" sldId="1097"/>
            <ac:spMk id="14" creationId="{40454CA7-CA48-42C4-163B-DAFEB0B91FEE}"/>
          </ac:spMkLst>
        </pc:spChg>
        <pc:spChg chg="del">
          <ac:chgData name="严 伟杰" userId="12717cc107ab2eea" providerId="LiveId" clId="{D6FB56F4-E1BB-4E5F-9298-2D2FA9D0633A}" dt="2022-05-09T11:40:26.684" v="7030" actId="478"/>
          <ac:spMkLst>
            <pc:docMk/>
            <pc:sldMk cId="1530543812" sldId="1097"/>
            <ac:spMk id="15" creationId="{BC82BA0F-4197-E617-06DF-2A877CAEC274}"/>
          </ac:spMkLst>
        </pc:spChg>
        <pc:spChg chg="add mod">
          <ac:chgData name="严 伟杰" userId="12717cc107ab2eea" providerId="LiveId" clId="{D6FB56F4-E1BB-4E5F-9298-2D2FA9D0633A}" dt="2022-05-10T02:17:47.355" v="8530" actId="1076"/>
          <ac:spMkLst>
            <pc:docMk/>
            <pc:sldMk cId="1530543812" sldId="1097"/>
            <ac:spMk id="18" creationId="{6F8828EC-BA15-7E1A-38D7-9812FD56AEC0}"/>
          </ac:spMkLst>
        </pc:spChg>
        <pc:spChg chg="del">
          <ac:chgData name="严 伟杰" userId="12717cc107ab2eea" providerId="LiveId" clId="{D6FB56F4-E1BB-4E5F-9298-2D2FA9D0633A}" dt="2022-05-09T11:40:28.326" v="7031" actId="478"/>
          <ac:spMkLst>
            <pc:docMk/>
            <pc:sldMk cId="1530543812" sldId="1097"/>
            <ac:spMk id="21" creationId="{C0FC5E80-BBBE-3CE9-131B-6EE815ECD857}"/>
          </ac:spMkLst>
        </pc:spChg>
        <pc:spChg chg="del">
          <ac:chgData name="严 伟杰" userId="12717cc107ab2eea" providerId="LiveId" clId="{D6FB56F4-E1BB-4E5F-9298-2D2FA9D0633A}" dt="2022-05-09T11:40:24.128" v="7028" actId="478"/>
          <ac:spMkLst>
            <pc:docMk/>
            <pc:sldMk cId="1530543812" sldId="1097"/>
            <ac:spMk id="22" creationId="{F1EA1DBE-44B4-E851-2FFA-12B5999C1464}"/>
          </ac:spMkLst>
        </pc:spChg>
        <pc:spChg chg="del">
          <ac:chgData name="严 伟杰" userId="12717cc107ab2eea" providerId="LiveId" clId="{D6FB56F4-E1BB-4E5F-9298-2D2FA9D0633A}" dt="2022-05-09T11:40:29.040" v="7032" actId="478"/>
          <ac:spMkLst>
            <pc:docMk/>
            <pc:sldMk cId="1530543812" sldId="1097"/>
            <ac:spMk id="24" creationId="{34529398-174F-AF3A-4EFF-36ED23673DA0}"/>
          </ac:spMkLst>
        </pc:spChg>
        <pc:spChg chg="del">
          <ac:chgData name="严 伟杰" userId="12717cc107ab2eea" providerId="LiveId" clId="{D6FB56F4-E1BB-4E5F-9298-2D2FA9D0633A}" dt="2022-05-09T11:40:22.585" v="7026" actId="478"/>
          <ac:spMkLst>
            <pc:docMk/>
            <pc:sldMk cId="1530543812" sldId="1097"/>
            <ac:spMk id="25" creationId="{341FCE59-E920-8760-A12C-E056CDC06108}"/>
          </ac:spMkLst>
        </pc:spChg>
        <pc:spChg chg="del">
          <ac:chgData name="严 伟杰" userId="12717cc107ab2eea" providerId="LiveId" clId="{D6FB56F4-E1BB-4E5F-9298-2D2FA9D0633A}" dt="2022-05-09T11:40:31.329" v="7033" actId="478"/>
          <ac:spMkLst>
            <pc:docMk/>
            <pc:sldMk cId="1530543812" sldId="1097"/>
            <ac:spMk id="29" creationId="{A012C6DF-D338-49A2-49ED-B17EBED16B14}"/>
          </ac:spMkLst>
        </pc:spChg>
        <pc:graphicFrameChg chg="add mod modGraphic">
          <ac:chgData name="严 伟杰" userId="12717cc107ab2eea" providerId="LiveId" clId="{D6FB56F4-E1BB-4E5F-9298-2D2FA9D0633A}" dt="2022-05-10T08:21:10.060" v="9140"/>
          <ac:graphicFrameMkLst>
            <pc:docMk/>
            <pc:sldMk cId="1530543812" sldId="1097"/>
            <ac:graphicFrameMk id="16" creationId="{34367657-DEBB-CEBA-09C1-85C2CC339BB2}"/>
          </ac:graphicFrameMkLst>
        </pc:graphicFrameChg>
        <pc:picChg chg="add mod">
          <ac:chgData name="严 伟杰" userId="12717cc107ab2eea" providerId="LiveId" clId="{D6FB56F4-E1BB-4E5F-9298-2D2FA9D0633A}" dt="2022-05-09T11:54:34.575" v="7501" actId="1076"/>
          <ac:picMkLst>
            <pc:docMk/>
            <pc:sldMk cId="1530543812" sldId="1097"/>
            <ac:picMk id="17" creationId="{03C99111-5568-F05F-1016-415D93726707}"/>
          </ac:picMkLst>
        </pc:picChg>
        <pc:picChg chg="del">
          <ac:chgData name="严 伟杰" userId="12717cc107ab2eea" providerId="LiveId" clId="{D6FB56F4-E1BB-4E5F-9298-2D2FA9D0633A}" dt="2022-05-09T11:40:21.603" v="7025" actId="478"/>
          <ac:picMkLst>
            <pc:docMk/>
            <pc:sldMk cId="1530543812" sldId="1097"/>
            <ac:picMk id="27" creationId="{90CF8127-A29B-6679-12EB-2EE6456D5A80}"/>
          </ac:picMkLst>
        </pc:picChg>
      </pc:sldChg>
      <pc:sldChg chg="addSp delSp modSp add mod">
        <pc:chgData name="严 伟杰" userId="12717cc107ab2eea" providerId="LiveId" clId="{D6FB56F4-E1BB-4E5F-9298-2D2FA9D0633A}" dt="2022-05-09T11:00:37.745" v="7020" actId="20577"/>
        <pc:sldMkLst>
          <pc:docMk/>
          <pc:sldMk cId="2226808060" sldId="1098"/>
        </pc:sldMkLst>
        <pc:spChg chg="mod">
          <ac:chgData name="严 伟杰" userId="12717cc107ab2eea" providerId="LiveId" clId="{D6FB56F4-E1BB-4E5F-9298-2D2FA9D0633A}" dt="2022-05-09T09:13:56.851" v="6566" actId="20577"/>
          <ac:spMkLst>
            <pc:docMk/>
            <pc:sldMk cId="2226808060" sldId="1098"/>
            <ac:spMk id="5" creationId="{F2A816F9-5D58-2CC0-EC6E-D126F2F27481}"/>
          </ac:spMkLst>
        </pc:spChg>
        <pc:spChg chg="add del">
          <ac:chgData name="严 伟杰" userId="12717cc107ab2eea" providerId="LiveId" clId="{D6FB56F4-E1BB-4E5F-9298-2D2FA9D0633A}" dt="2022-05-09T08:45:47.077" v="6146" actId="22"/>
          <ac:spMkLst>
            <pc:docMk/>
            <pc:sldMk cId="2226808060" sldId="1098"/>
            <ac:spMk id="6" creationId="{DA2301E8-7656-CC4C-C249-10D19B93EB9D}"/>
          </ac:spMkLst>
        </pc:spChg>
        <pc:spChg chg="mod">
          <ac:chgData name="严 伟杰" userId="12717cc107ab2eea" providerId="LiveId" clId="{D6FB56F4-E1BB-4E5F-9298-2D2FA9D0633A}" dt="2022-05-09T09:10:29.563" v="6531" actId="1076"/>
          <ac:spMkLst>
            <pc:docMk/>
            <pc:sldMk cId="2226808060" sldId="1098"/>
            <ac:spMk id="8" creationId="{72E8B33E-0243-0E9A-926E-8BA033B19AB4}"/>
          </ac:spMkLst>
        </pc:spChg>
        <pc:spChg chg="del">
          <ac:chgData name="严 伟杰" userId="12717cc107ab2eea" providerId="LiveId" clId="{D6FB56F4-E1BB-4E5F-9298-2D2FA9D0633A}" dt="2022-05-09T08:45:45.392" v="6144" actId="478"/>
          <ac:spMkLst>
            <pc:docMk/>
            <pc:sldMk cId="2226808060" sldId="1098"/>
            <ac:spMk id="9" creationId="{DE54D592-4D5E-499A-B6E3-3D69317B7414}"/>
          </ac:spMkLst>
        </pc:spChg>
        <pc:spChg chg="mod">
          <ac:chgData name="严 伟杰" userId="12717cc107ab2eea" providerId="LiveId" clId="{D6FB56F4-E1BB-4E5F-9298-2D2FA9D0633A}" dt="2022-05-09T09:20:37.937" v="6621" actId="1076"/>
          <ac:spMkLst>
            <pc:docMk/>
            <pc:sldMk cId="2226808060" sldId="1098"/>
            <ac:spMk id="10" creationId="{5CD69876-67DC-90DB-1E26-70ADD37FAE5B}"/>
          </ac:spMkLst>
        </pc:spChg>
        <pc:spChg chg="del mod">
          <ac:chgData name="严 伟杰" userId="12717cc107ab2eea" providerId="LiveId" clId="{D6FB56F4-E1BB-4E5F-9298-2D2FA9D0633A}" dt="2022-05-09T08:57:08.546" v="6367" actId="21"/>
          <ac:spMkLst>
            <pc:docMk/>
            <pc:sldMk cId="2226808060" sldId="1098"/>
            <ac:spMk id="11" creationId="{36CD1484-2A46-6809-ED57-AB8E519B8FD1}"/>
          </ac:spMkLst>
        </pc:spChg>
        <pc:spChg chg="del mod">
          <ac:chgData name="严 伟杰" userId="12717cc107ab2eea" providerId="LiveId" clId="{D6FB56F4-E1BB-4E5F-9298-2D2FA9D0633A}" dt="2022-05-09T08:50:57.516" v="6299" actId="21"/>
          <ac:spMkLst>
            <pc:docMk/>
            <pc:sldMk cId="2226808060" sldId="1098"/>
            <ac:spMk id="12" creationId="{39972722-B664-2D92-DB14-53BF9D2C7D13}"/>
          </ac:spMkLst>
        </pc:spChg>
        <pc:spChg chg="mod">
          <ac:chgData name="严 伟杰" userId="12717cc107ab2eea" providerId="LiveId" clId="{D6FB56F4-E1BB-4E5F-9298-2D2FA9D0633A}" dt="2022-05-09T09:09:55.335" v="6524" actId="20577"/>
          <ac:spMkLst>
            <pc:docMk/>
            <pc:sldMk cId="2226808060" sldId="1098"/>
            <ac:spMk id="13" creationId="{A5BE1D37-24FA-59B7-85E4-9F33A2C691B3}"/>
          </ac:spMkLst>
        </pc:spChg>
        <pc:spChg chg="mod">
          <ac:chgData name="严 伟杰" userId="12717cc107ab2eea" providerId="LiveId" clId="{D6FB56F4-E1BB-4E5F-9298-2D2FA9D0633A}" dt="2022-05-09T09:20:19.244" v="6618" actId="1076"/>
          <ac:spMkLst>
            <pc:docMk/>
            <pc:sldMk cId="2226808060" sldId="1098"/>
            <ac:spMk id="14" creationId="{F9FA3BB6-254A-F2BF-028D-5E202D4A3667}"/>
          </ac:spMkLst>
        </pc:spChg>
        <pc:spChg chg="del mod">
          <ac:chgData name="严 伟杰" userId="12717cc107ab2eea" providerId="LiveId" clId="{D6FB56F4-E1BB-4E5F-9298-2D2FA9D0633A}" dt="2022-05-09T09:08:49.437" v="6469" actId="21"/>
          <ac:spMkLst>
            <pc:docMk/>
            <pc:sldMk cId="2226808060" sldId="1098"/>
            <ac:spMk id="15" creationId="{B3979A74-8E55-CE52-A92F-80A701974BF0}"/>
          </ac:spMkLst>
        </pc:spChg>
        <pc:spChg chg="add mod">
          <ac:chgData name="严 伟杰" userId="12717cc107ab2eea" providerId="LiveId" clId="{D6FB56F4-E1BB-4E5F-9298-2D2FA9D0633A}" dt="2022-05-09T09:11:38.654" v="6548"/>
          <ac:spMkLst>
            <pc:docMk/>
            <pc:sldMk cId="2226808060" sldId="1098"/>
            <ac:spMk id="69" creationId="{961034FC-6EE5-5E59-B1D2-DB34F3C9461A}"/>
          </ac:spMkLst>
        </pc:spChg>
        <pc:spChg chg="mod">
          <ac:chgData name="严 伟杰" userId="12717cc107ab2eea" providerId="LiveId" clId="{D6FB56F4-E1BB-4E5F-9298-2D2FA9D0633A}" dt="2022-05-09T09:21:30.279" v="6660"/>
          <ac:spMkLst>
            <pc:docMk/>
            <pc:sldMk cId="2226808060" sldId="1098"/>
            <ac:spMk id="104" creationId="{833EADBD-4CB0-467D-4122-3F0F4C7B4F06}"/>
          </ac:spMkLst>
        </pc:spChg>
        <pc:spChg chg="mod">
          <ac:chgData name="严 伟杰" userId="12717cc107ab2eea" providerId="LiveId" clId="{D6FB56F4-E1BB-4E5F-9298-2D2FA9D0633A}" dt="2022-05-09T10:51:11.057" v="6733"/>
          <ac:spMkLst>
            <pc:docMk/>
            <pc:sldMk cId="2226808060" sldId="1098"/>
            <ac:spMk id="105" creationId="{F44B419B-D0DA-9024-8E85-0B20111D7BA6}"/>
          </ac:spMkLst>
        </pc:spChg>
        <pc:spChg chg="mod">
          <ac:chgData name="严 伟杰" userId="12717cc107ab2eea" providerId="LiveId" clId="{D6FB56F4-E1BB-4E5F-9298-2D2FA9D0633A}" dt="2022-05-09T10:54:31.103" v="6801" actId="20577"/>
          <ac:spMkLst>
            <pc:docMk/>
            <pc:sldMk cId="2226808060" sldId="1098"/>
            <ac:spMk id="106" creationId="{8F01D7F5-6831-B063-0B5A-58B868782498}"/>
          </ac:spMkLst>
        </pc:spChg>
        <pc:spChg chg="mod">
          <ac:chgData name="严 伟杰" userId="12717cc107ab2eea" providerId="LiveId" clId="{D6FB56F4-E1BB-4E5F-9298-2D2FA9D0633A}" dt="2022-05-09T11:00:12.484" v="7019" actId="20577"/>
          <ac:spMkLst>
            <pc:docMk/>
            <pc:sldMk cId="2226808060" sldId="1098"/>
            <ac:spMk id="107" creationId="{E48224B6-624B-F6A3-7D5A-D2F2449E44D2}"/>
          </ac:spMkLst>
        </pc:spChg>
        <pc:spChg chg="mod">
          <ac:chgData name="严 伟杰" userId="12717cc107ab2eea" providerId="LiveId" clId="{D6FB56F4-E1BB-4E5F-9298-2D2FA9D0633A}" dt="2022-05-09T10:54:47.611" v="6856" actId="20577"/>
          <ac:spMkLst>
            <pc:docMk/>
            <pc:sldMk cId="2226808060" sldId="1098"/>
            <ac:spMk id="108" creationId="{C0315FE7-143A-D8E6-8E7E-932535B8B076}"/>
          </ac:spMkLst>
        </pc:spChg>
        <pc:spChg chg="mod">
          <ac:chgData name="严 伟杰" userId="12717cc107ab2eea" providerId="LiveId" clId="{D6FB56F4-E1BB-4E5F-9298-2D2FA9D0633A}" dt="2022-05-09T10:53:07.594" v="6745"/>
          <ac:spMkLst>
            <pc:docMk/>
            <pc:sldMk cId="2226808060" sldId="1098"/>
            <ac:spMk id="109" creationId="{612610D0-3795-1649-0C90-9CFA1BE5F72B}"/>
          </ac:spMkLst>
        </pc:spChg>
        <pc:spChg chg="mod">
          <ac:chgData name="严 伟杰" userId="12717cc107ab2eea" providerId="LiveId" clId="{D6FB56F4-E1BB-4E5F-9298-2D2FA9D0633A}" dt="2022-05-09T11:00:37.745" v="7020" actId="20577"/>
          <ac:spMkLst>
            <pc:docMk/>
            <pc:sldMk cId="2226808060" sldId="1098"/>
            <ac:spMk id="110" creationId="{82184B1E-C0D8-DFE3-54AE-CA32C0945D3D}"/>
          </ac:spMkLst>
        </pc:spChg>
        <pc:grpChg chg="add del mod">
          <ac:chgData name="严 伟杰" userId="12717cc107ab2eea" providerId="LiveId" clId="{D6FB56F4-E1BB-4E5F-9298-2D2FA9D0633A}" dt="2022-05-09T09:20:56.909" v="6622" actId="478"/>
          <ac:grpSpMkLst>
            <pc:docMk/>
            <pc:sldMk cId="2226808060" sldId="1098"/>
            <ac:grpSpMk id="7" creationId="{47E63367-B9E0-721E-02DE-8650154BA550}"/>
          </ac:grpSpMkLst>
        </pc:grpChg>
        <pc:grpChg chg="add mod">
          <ac:chgData name="严 伟杰" userId="12717cc107ab2eea" providerId="LiveId" clId="{D6FB56F4-E1BB-4E5F-9298-2D2FA9D0633A}" dt="2022-05-09T10:50:13.441" v="6668" actId="1036"/>
          <ac:grpSpMkLst>
            <pc:docMk/>
            <pc:sldMk cId="2226808060" sldId="1098"/>
            <ac:grpSpMk id="103" creationId="{C9D5B7BC-6FCB-A018-5317-BD8A456FB487}"/>
          </ac:grpSpMkLst>
        </pc:grpChg>
        <pc:cxnChg chg="mod">
          <ac:chgData name="严 伟杰" userId="12717cc107ab2eea" providerId="LiveId" clId="{D6FB56F4-E1BB-4E5F-9298-2D2FA9D0633A}" dt="2022-05-09T09:20:56.909" v="6622" actId="478"/>
          <ac:cxnSpMkLst>
            <pc:docMk/>
            <pc:sldMk cId="2226808060" sldId="1098"/>
            <ac:cxnSpMk id="16" creationId="{9618D20F-3BCF-3BF6-8EE6-92C9EDECF6F3}"/>
          </ac:cxnSpMkLst>
        </pc:cxnChg>
        <pc:cxnChg chg="mod">
          <ac:chgData name="严 伟杰" userId="12717cc107ab2eea" providerId="LiveId" clId="{D6FB56F4-E1BB-4E5F-9298-2D2FA9D0633A}" dt="2022-05-09T09:20:56.909" v="6622" actId="478"/>
          <ac:cxnSpMkLst>
            <pc:docMk/>
            <pc:sldMk cId="2226808060" sldId="1098"/>
            <ac:cxnSpMk id="17" creationId="{AD6193D8-3B30-2F8E-E00B-0E406F2DD3C9}"/>
          </ac:cxnSpMkLst>
        </pc:cxnChg>
        <pc:cxnChg chg="del mod">
          <ac:chgData name="严 伟杰" userId="12717cc107ab2eea" providerId="LiveId" clId="{D6FB56F4-E1BB-4E5F-9298-2D2FA9D0633A}" dt="2022-05-09T08:51:58.181" v="6310" actId="21"/>
          <ac:cxnSpMkLst>
            <pc:docMk/>
            <pc:sldMk cId="2226808060" sldId="1098"/>
            <ac:cxnSpMk id="18" creationId="{60A15B4C-A476-3FD6-30F9-22DCDB17A3AD}"/>
          </ac:cxnSpMkLst>
        </pc:cxnChg>
        <pc:cxnChg chg="del mod">
          <ac:chgData name="严 伟杰" userId="12717cc107ab2eea" providerId="LiveId" clId="{D6FB56F4-E1BB-4E5F-9298-2D2FA9D0633A}" dt="2022-05-09T08:50:55.167" v="6298" actId="21"/>
          <ac:cxnSpMkLst>
            <pc:docMk/>
            <pc:sldMk cId="2226808060" sldId="1098"/>
            <ac:cxnSpMk id="19" creationId="{2B3981DD-22D4-8EA8-8D5A-35E5D9A4F8EE}"/>
          </ac:cxnSpMkLst>
        </pc:cxnChg>
        <pc:cxnChg chg="mod">
          <ac:chgData name="严 伟杰" userId="12717cc107ab2eea" providerId="LiveId" clId="{D6FB56F4-E1BB-4E5F-9298-2D2FA9D0633A}" dt="2022-05-09T09:20:56.909" v="6622" actId="478"/>
          <ac:cxnSpMkLst>
            <pc:docMk/>
            <pc:sldMk cId="2226808060" sldId="1098"/>
            <ac:cxnSpMk id="20" creationId="{9D87F017-8487-ACA0-7264-A5BE9D74C195}"/>
          </ac:cxnSpMkLst>
        </pc:cxnChg>
        <pc:cxnChg chg="del mod">
          <ac:chgData name="严 伟杰" userId="12717cc107ab2eea" providerId="LiveId" clId="{D6FB56F4-E1BB-4E5F-9298-2D2FA9D0633A}" dt="2022-05-09T09:08:46.884" v="6468" actId="21"/>
          <ac:cxnSpMkLst>
            <pc:docMk/>
            <pc:sldMk cId="2226808060" sldId="1098"/>
            <ac:cxnSpMk id="21" creationId="{8BA039BD-EB36-470E-3641-B4063B1BBE0A}"/>
          </ac:cxnSpMkLst>
        </pc:cxnChg>
        <pc:cxnChg chg="add del mod">
          <ac:chgData name="严 伟杰" userId="12717cc107ab2eea" providerId="LiveId" clId="{D6FB56F4-E1BB-4E5F-9298-2D2FA9D0633A}" dt="2022-05-09T08:52:27.346" v="6316" actId="11529"/>
          <ac:cxnSpMkLst>
            <pc:docMk/>
            <pc:sldMk cId="2226808060" sldId="1098"/>
            <ac:cxnSpMk id="31" creationId="{E3136898-609C-6207-3313-56E5410E6426}"/>
          </ac:cxnSpMkLst>
        </pc:cxnChg>
        <pc:cxnChg chg="add mod">
          <ac:chgData name="严 伟杰" userId="12717cc107ab2eea" providerId="LiveId" clId="{D6FB56F4-E1BB-4E5F-9298-2D2FA9D0633A}" dt="2022-05-09T09:20:56.909" v="6622" actId="478"/>
          <ac:cxnSpMkLst>
            <pc:docMk/>
            <pc:sldMk cId="2226808060" sldId="1098"/>
            <ac:cxnSpMk id="33" creationId="{43B3509F-B700-D881-F468-720FA547FB02}"/>
          </ac:cxnSpMkLst>
        </pc:cxnChg>
        <pc:cxnChg chg="mod">
          <ac:chgData name="严 伟杰" userId="12717cc107ab2eea" providerId="LiveId" clId="{D6FB56F4-E1BB-4E5F-9298-2D2FA9D0633A}" dt="2022-05-09T09:20:57.216" v="6623"/>
          <ac:cxnSpMkLst>
            <pc:docMk/>
            <pc:sldMk cId="2226808060" sldId="1098"/>
            <ac:cxnSpMk id="111" creationId="{86CE7309-30EC-F9CA-9809-E32E0EA40F99}"/>
          </ac:cxnSpMkLst>
        </pc:cxnChg>
        <pc:cxnChg chg="mod">
          <ac:chgData name="严 伟杰" userId="12717cc107ab2eea" providerId="LiveId" clId="{D6FB56F4-E1BB-4E5F-9298-2D2FA9D0633A}" dt="2022-05-09T09:20:57.216" v="6623"/>
          <ac:cxnSpMkLst>
            <pc:docMk/>
            <pc:sldMk cId="2226808060" sldId="1098"/>
            <ac:cxnSpMk id="112" creationId="{02628C19-74C9-81E5-D548-2AE17D401830}"/>
          </ac:cxnSpMkLst>
        </pc:cxnChg>
        <pc:cxnChg chg="mod">
          <ac:chgData name="严 伟杰" userId="12717cc107ab2eea" providerId="LiveId" clId="{D6FB56F4-E1BB-4E5F-9298-2D2FA9D0633A}" dt="2022-05-09T09:20:57.216" v="6623"/>
          <ac:cxnSpMkLst>
            <pc:docMk/>
            <pc:sldMk cId="2226808060" sldId="1098"/>
            <ac:cxnSpMk id="113" creationId="{C297208B-034C-8932-9237-EF0CC986C6CF}"/>
          </ac:cxnSpMkLst>
        </pc:cxnChg>
        <pc:cxnChg chg="mod">
          <ac:chgData name="严 伟杰" userId="12717cc107ab2eea" providerId="LiveId" clId="{D6FB56F4-E1BB-4E5F-9298-2D2FA9D0633A}" dt="2022-05-09T09:20:57.216" v="6623"/>
          <ac:cxnSpMkLst>
            <pc:docMk/>
            <pc:sldMk cId="2226808060" sldId="1098"/>
            <ac:cxnSpMk id="114" creationId="{06CA339D-5AA5-FAB5-C7B1-F61622BCB4E3}"/>
          </ac:cxnSpMkLst>
        </pc:cxnChg>
        <pc:cxnChg chg="mod">
          <ac:chgData name="严 伟杰" userId="12717cc107ab2eea" providerId="LiveId" clId="{D6FB56F4-E1BB-4E5F-9298-2D2FA9D0633A}" dt="2022-05-09T09:20:57.216" v="6623"/>
          <ac:cxnSpMkLst>
            <pc:docMk/>
            <pc:sldMk cId="2226808060" sldId="1098"/>
            <ac:cxnSpMk id="115" creationId="{75BCBD01-8565-15DC-E3A9-738C52D4621D}"/>
          </ac:cxnSpMkLst>
        </pc:cxnChg>
        <pc:cxnChg chg="mod">
          <ac:chgData name="严 伟杰" userId="12717cc107ab2eea" providerId="LiveId" clId="{D6FB56F4-E1BB-4E5F-9298-2D2FA9D0633A}" dt="2022-05-09T09:20:57.216" v="6623"/>
          <ac:cxnSpMkLst>
            <pc:docMk/>
            <pc:sldMk cId="2226808060" sldId="1098"/>
            <ac:cxnSpMk id="116" creationId="{EF5CCE02-DDE0-9B38-C552-FEAC2756DEAE}"/>
          </ac:cxnSpMkLst>
        </pc:cxnChg>
      </pc:sldChg>
      <pc:sldChg chg="addSp delSp modSp add mod">
        <pc:chgData name="严 伟杰" userId="12717cc107ab2eea" providerId="LiveId" clId="{D6FB56F4-E1BB-4E5F-9298-2D2FA9D0633A}" dt="2022-05-09T12:39:51.039" v="8208" actId="20577"/>
        <pc:sldMkLst>
          <pc:docMk/>
          <pc:sldMk cId="3473725835" sldId="1099"/>
        </pc:sldMkLst>
        <pc:spChg chg="add del mod">
          <ac:chgData name="严 伟杰" userId="12717cc107ab2eea" providerId="LiveId" clId="{D6FB56F4-E1BB-4E5F-9298-2D2FA9D0633A}" dt="2022-05-09T12:27:24.966" v="8037" actId="21"/>
          <ac:spMkLst>
            <pc:docMk/>
            <pc:sldMk cId="3473725835" sldId="1099"/>
            <ac:spMk id="2" creationId="{3BFEBD0B-7620-37F2-CA4F-489337B08C07}"/>
          </ac:spMkLst>
        </pc:spChg>
        <pc:spChg chg="mod">
          <ac:chgData name="严 伟杰" userId="12717cc107ab2eea" providerId="LiveId" clId="{D6FB56F4-E1BB-4E5F-9298-2D2FA9D0633A}" dt="2022-05-09T12:23:27.515" v="8035" actId="207"/>
          <ac:spMkLst>
            <pc:docMk/>
            <pc:sldMk cId="3473725835" sldId="1099"/>
            <ac:spMk id="4" creationId="{3159F72D-EE15-DD07-B8B2-D12D8BA45F7D}"/>
          </ac:spMkLst>
        </pc:spChg>
        <pc:spChg chg="add del mod">
          <ac:chgData name="严 伟杰" userId="12717cc107ab2eea" providerId="LiveId" clId="{D6FB56F4-E1BB-4E5F-9298-2D2FA9D0633A}" dt="2022-05-09T12:16:01.949" v="7816" actId="21"/>
          <ac:spMkLst>
            <pc:docMk/>
            <pc:sldMk cId="3473725835" sldId="1099"/>
            <ac:spMk id="5" creationId="{7BF1BFEF-EE8B-DDEB-8927-5895EC2DFD00}"/>
          </ac:spMkLst>
        </pc:spChg>
        <pc:spChg chg="add mod">
          <ac:chgData name="严 伟杰" userId="12717cc107ab2eea" providerId="LiveId" clId="{D6FB56F4-E1BB-4E5F-9298-2D2FA9D0633A}" dt="2022-05-09T12:39:51.039" v="8208" actId="20577"/>
          <ac:spMkLst>
            <pc:docMk/>
            <pc:sldMk cId="3473725835" sldId="1099"/>
            <ac:spMk id="11" creationId="{38E94065-63FA-7302-4BD5-F2A017438253}"/>
          </ac:spMkLst>
        </pc:spChg>
        <pc:spChg chg="del">
          <ac:chgData name="严 伟杰" userId="12717cc107ab2eea" providerId="LiveId" clId="{D6FB56F4-E1BB-4E5F-9298-2D2FA9D0633A}" dt="2022-05-09T12:12:50.586" v="7796" actId="478"/>
          <ac:spMkLst>
            <pc:docMk/>
            <pc:sldMk cId="3473725835" sldId="1099"/>
            <ac:spMk id="18" creationId="{6F8828EC-BA15-7E1A-38D7-9812FD56AEC0}"/>
          </ac:spMkLst>
        </pc:spChg>
        <pc:graphicFrameChg chg="add mod">
          <ac:chgData name="严 伟杰" userId="12717cc107ab2eea" providerId="LiveId" clId="{D6FB56F4-E1BB-4E5F-9298-2D2FA9D0633A}" dt="2022-05-09T12:17:50.917" v="7855" actId="1076"/>
          <ac:graphicFrameMkLst>
            <pc:docMk/>
            <pc:sldMk cId="3473725835" sldId="1099"/>
            <ac:graphicFrameMk id="3" creationId="{05C79105-1E7C-6591-CD9F-49BEC8132426}"/>
          </ac:graphicFrameMkLst>
        </pc:graphicFrameChg>
        <pc:graphicFrameChg chg="add del mod">
          <ac:chgData name="严 伟杰" userId="12717cc107ab2eea" providerId="LiveId" clId="{D6FB56F4-E1BB-4E5F-9298-2D2FA9D0633A}" dt="2022-05-09T12:15:50.319" v="7813" actId="478"/>
          <ac:graphicFrameMkLst>
            <pc:docMk/>
            <pc:sldMk cId="3473725835" sldId="1099"/>
            <ac:graphicFrameMk id="6" creationId="{C205BA44-A5D2-C366-1B0D-EA93795723B7}"/>
          </ac:graphicFrameMkLst>
        </pc:graphicFrameChg>
        <pc:graphicFrameChg chg="del">
          <ac:chgData name="严 伟杰" userId="12717cc107ab2eea" providerId="LiveId" clId="{D6FB56F4-E1BB-4E5F-9298-2D2FA9D0633A}" dt="2022-05-09T12:12:47.506" v="7795" actId="478"/>
          <ac:graphicFrameMkLst>
            <pc:docMk/>
            <pc:sldMk cId="3473725835" sldId="1099"/>
            <ac:graphicFrameMk id="16" creationId="{34367657-DEBB-CEBA-09C1-85C2CC339BB2}"/>
          </ac:graphicFrameMkLst>
        </pc:graphicFrameChg>
        <pc:picChg chg="del">
          <ac:chgData name="严 伟杰" userId="12717cc107ab2eea" providerId="LiveId" clId="{D6FB56F4-E1BB-4E5F-9298-2D2FA9D0633A}" dt="2022-05-09T12:12:51.102" v="7797" actId="478"/>
          <ac:picMkLst>
            <pc:docMk/>
            <pc:sldMk cId="3473725835" sldId="1099"/>
            <ac:picMk id="17" creationId="{03C99111-5568-F05F-1016-415D93726707}"/>
          </ac:picMkLst>
        </pc:picChg>
      </pc:sldChg>
      <pc:sldChg chg="addSp delSp modSp add mod">
        <pc:chgData name="严 伟杰" userId="12717cc107ab2eea" providerId="LiveId" clId="{D6FB56F4-E1BB-4E5F-9298-2D2FA9D0633A}" dt="2022-05-11T02:50:07.545" v="12161" actId="207"/>
        <pc:sldMkLst>
          <pc:docMk/>
          <pc:sldMk cId="169326915" sldId="1100"/>
        </pc:sldMkLst>
        <pc:spChg chg="mod">
          <ac:chgData name="严 伟杰" userId="12717cc107ab2eea" providerId="LiveId" clId="{D6FB56F4-E1BB-4E5F-9298-2D2FA9D0633A}" dt="2022-05-11T02:46:31.969" v="11971" actId="5793"/>
          <ac:spMkLst>
            <pc:docMk/>
            <pc:sldMk cId="169326915" sldId="1100"/>
            <ac:spMk id="4" creationId="{3159F72D-EE15-DD07-B8B2-D12D8BA45F7D}"/>
          </ac:spMkLst>
        </pc:spChg>
        <pc:spChg chg="add del mod">
          <ac:chgData name="严 伟杰" userId="12717cc107ab2eea" providerId="LiveId" clId="{D6FB56F4-E1BB-4E5F-9298-2D2FA9D0633A}" dt="2022-05-11T02:34:42.669" v="11724" actId="478"/>
          <ac:spMkLst>
            <pc:docMk/>
            <pc:sldMk cId="169326915" sldId="1100"/>
            <ac:spMk id="5" creationId="{1D1CF67A-68D9-982B-C1EF-8A4118037F7F}"/>
          </ac:spMkLst>
        </pc:spChg>
        <pc:spChg chg="add del">
          <ac:chgData name="严 伟杰" userId="12717cc107ab2eea" providerId="LiveId" clId="{D6FB56F4-E1BB-4E5F-9298-2D2FA9D0633A}" dt="2022-05-11T02:35:07.321" v="11730" actId="478"/>
          <ac:spMkLst>
            <pc:docMk/>
            <pc:sldMk cId="169326915" sldId="1100"/>
            <ac:spMk id="7" creationId="{7DEAC935-3B7F-4306-58F8-57D1FDC4B5E5}"/>
          </ac:spMkLst>
        </pc:spChg>
        <pc:spChg chg="add del">
          <ac:chgData name="严 伟杰" userId="12717cc107ab2eea" providerId="LiveId" clId="{D6FB56F4-E1BB-4E5F-9298-2D2FA9D0633A}" dt="2022-05-11T02:35:17.418" v="11732" actId="478"/>
          <ac:spMkLst>
            <pc:docMk/>
            <pc:sldMk cId="169326915" sldId="1100"/>
            <ac:spMk id="9" creationId="{FE25847C-7012-C09A-03F9-370303DBE799}"/>
          </ac:spMkLst>
        </pc:spChg>
        <pc:spChg chg="add del">
          <ac:chgData name="严 伟杰" userId="12717cc107ab2eea" providerId="LiveId" clId="{D6FB56F4-E1BB-4E5F-9298-2D2FA9D0633A}" dt="2022-05-11T02:37:21.137" v="11739" actId="22"/>
          <ac:spMkLst>
            <pc:docMk/>
            <pc:sldMk cId="169326915" sldId="1100"/>
            <ac:spMk id="11" creationId="{630CFC4A-068D-F22B-A17D-95927024EF3F}"/>
          </ac:spMkLst>
        </pc:spChg>
        <pc:spChg chg="mod">
          <ac:chgData name="严 伟杰" userId="12717cc107ab2eea" providerId="LiveId" clId="{D6FB56F4-E1BB-4E5F-9298-2D2FA9D0633A}" dt="2022-05-09T12:09:00.755" v="7776"/>
          <ac:spMkLst>
            <pc:docMk/>
            <pc:sldMk cId="169326915" sldId="1100"/>
            <ac:spMk id="13" creationId="{76B2AC9E-768D-D45D-3C69-CE3A614D2D15}"/>
          </ac:spMkLst>
        </pc:spChg>
        <pc:spChg chg="add del mod">
          <ac:chgData name="严 伟杰" userId="12717cc107ab2eea" providerId="LiveId" clId="{D6FB56F4-E1BB-4E5F-9298-2D2FA9D0633A}" dt="2022-05-11T02:39:11.817" v="11758" actId="21"/>
          <ac:spMkLst>
            <pc:docMk/>
            <pc:sldMk cId="169326915" sldId="1100"/>
            <ac:spMk id="15" creationId="{B2C88E42-38AA-5C23-2390-A9006331D65A}"/>
          </ac:spMkLst>
        </pc:spChg>
        <pc:spChg chg="add mod">
          <ac:chgData name="严 伟杰" userId="12717cc107ab2eea" providerId="LiveId" clId="{D6FB56F4-E1BB-4E5F-9298-2D2FA9D0633A}" dt="2022-05-11T02:43:29.995" v="11871" actId="14100"/>
          <ac:spMkLst>
            <pc:docMk/>
            <pc:sldMk cId="169326915" sldId="1100"/>
            <ac:spMk id="16" creationId="{5F88DCBE-D883-C570-09B5-54862FE81536}"/>
          </ac:spMkLst>
        </pc:spChg>
        <pc:spChg chg="add mod">
          <ac:chgData name="严 伟杰" userId="12717cc107ab2eea" providerId="LiveId" clId="{D6FB56F4-E1BB-4E5F-9298-2D2FA9D0633A}" dt="2022-05-11T02:43:24.093" v="11870" actId="14100"/>
          <ac:spMkLst>
            <pc:docMk/>
            <pc:sldMk cId="169326915" sldId="1100"/>
            <ac:spMk id="18" creationId="{01B1FC06-294B-A717-94B3-EEEC37766576}"/>
          </ac:spMkLst>
        </pc:spChg>
        <pc:spChg chg="del">
          <ac:chgData name="严 伟杰" userId="12717cc107ab2eea" providerId="LiveId" clId="{D6FB56F4-E1BB-4E5F-9298-2D2FA9D0633A}" dt="2022-05-09T13:08:39.603" v="8246" actId="478"/>
          <ac:spMkLst>
            <pc:docMk/>
            <pc:sldMk cId="169326915" sldId="1100"/>
            <ac:spMk id="18" creationId="{6F8828EC-BA15-7E1A-38D7-9812FD56AEC0}"/>
          </ac:spMkLst>
        </pc:spChg>
        <pc:spChg chg="add mod">
          <ac:chgData name="严 伟杰" userId="12717cc107ab2eea" providerId="LiveId" clId="{D6FB56F4-E1BB-4E5F-9298-2D2FA9D0633A}" dt="2022-05-11T02:45:04.047" v="11893" actId="1076"/>
          <ac:spMkLst>
            <pc:docMk/>
            <pc:sldMk cId="169326915" sldId="1100"/>
            <ac:spMk id="20" creationId="{CF994EDF-B865-4F41-23DD-62F99DA4978A}"/>
          </ac:spMkLst>
        </pc:spChg>
        <pc:spChg chg="add mod">
          <ac:chgData name="严 伟杰" userId="12717cc107ab2eea" providerId="LiveId" clId="{D6FB56F4-E1BB-4E5F-9298-2D2FA9D0633A}" dt="2022-05-11T02:50:07.545" v="12161" actId="207"/>
          <ac:spMkLst>
            <pc:docMk/>
            <pc:sldMk cId="169326915" sldId="1100"/>
            <ac:spMk id="21" creationId="{50C45D99-C594-9416-FA07-ACC4FE3F2D9A}"/>
          </ac:spMkLst>
        </pc:spChg>
        <pc:graphicFrameChg chg="del">
          <ac:chgData name="严 伟杰" userId="12717cc107ab2eea" providerId="LiveId" clId="{D6FB56F4-E1BB-4E5F-9298-2D2FA9D0633A}" dt="2022-05-09T13:08:38.645" v="8245" actId="478"/>
          <ac:graphicFrameMkLst>
            <pc:docMk/>
            <pc:sldMk cId="169326915" sldId="1100"/>
            <ac:graphicFrameMk id="16" creationId="{34367657-DEBB-CEBA-09C1-85C2CC339BB2}"/>
          </ac:graphicFrameMkLst>
        </pc:graphicFrameChg>
        <pc:picChg chg="add mod">
          <ac:chgData name="严 伟杰" userId="12717cc107ab2eea" providerId="LiveId" clId="{D6FB56F4-E1BB-4E5F-9298-2D2FA9D0633A}" dt="2022-05-11T02:39:39.502" v="11770" actId="1035"/>
          <ac:picMkLst>
            <pc:docMk/>
            <pc:sldMk cId="169326915" sldId="1100"/>
            <ac:picMk id="12" creationId="{B588ABF8-A498-DC12-1A44-280D817D04F8}"/>
          </ac:picMkLst>
        </pc:picChg>
        <pc:picChg chg="del">
          <ac:chgData name="严 伟杰" userId="12717cc107ab2eea" providerId="LiveId" clId="{D6FB56F4-E1BB-4E5F-9298-2D2FA9D0633A}" dt="2022-05-09T13:08:40.175" v="8247" actId="478"/>
          <ac:picMkLst>
            <pc:docMk/>
            <pc:sldMk cId="169326915" sldId="1100"/>
            <ac:picMk id="17" creationId="{03C99111-5568-F05F-1016-415D93726707}"/>
          </ac:picMkLst>
        </pc:picChg>
      </pc:sldChg>
      <pc:sldChg chg="addSp delSp modSp add mod">
        <pc:chgData name="严 伟杰" userId="12717cc107ab2eea" providerId="LiveId" clId="{D6FB56F4-E1BB-4E5F-9298-2D2FA9D0633A}" dt="2022-05-10T02:30:14.649" v="8693" actId="207"/>
        <pc:sldMkLst>
          <pc:docMk/>
          <pc:sldMk cId="1317763701" sldId="1101"/>
        </pc:sldMkLst>
        <pc:spChg chg="mod">
          <ac:chgData name="严 伟杰" userId="12717cc107ab2eea" providerId="LiveId" clId="{D6FB56F4-E1BB-4E5F-9298-2D2FA9D0633A}" dt="2022-05-10T02:29:01.026" v="8686" actId="404"/>
          <ac:spMkLst>
            <pc:docMk/>
            <pc:sldMk cId="1317763701" sldId="1101"/>
            <ac:spMk id="4" creationId="{3159F72D-EE15-DD07-B8B2-D12D8BA45F7D}"/>
          </ac:spMkLst>
        </pc:spChg>
        <pc:spChg chg="add mod">
          <ac:chgData name="严 伟杰" userId="12717cc107ab2eea" providerId="LiveId" clId="{D6FB56F4-E1BB-4E5F-9298-2D2FA9D0633A}" dt="2022-05-10T02:30:14.649" v="8693" actId="207"/>
          <ac:spMkLst>
            <pc:docMk/>
            <pc:sldMk cId="1317763701" sldId="1101"/>
            <ac:spMk id="8" creationId="{48694DE5-4D71-FD41-87DD-126AB6ACA54D}"/>
          </ac:spMkLst>
        </pc:spChg>
        <pc:graphicFrameChg chg="del">
          <ac:chgData name="严 伟杰" userId="12717cc107ab2eea" providerId="LiveId" clId="{D6FB56F4-E1BB-4E5F-9298-2D2FA9D0633A}" dt="2022-05-09T12:15:53.997" v="7814" actId="478"/>
          <ac:graphicFrameMkLst>
            <pc:docMk/>
            <pc:sldMk cId="1317763701" sldId="1101"/>
            <ac:graphicFrameMk id="3" creationId="{05C79105-1E7C-6591-CD9F-49BEC8132426}"/>
          </ac:graphicFrameMkLst>
        </pc:graphicFrameChg>
        <pc:graphicFrameChg chg="mod">
          <ac:chgData name="严 伟杰" userId="12717cc107ab2eea" providerId="LiveId" clId="{D6FB56F4-E1BB-4E5F-9298-2D2FA9D0633A}" dt="2022-05-09T12:28:35.861" v="8039" actId="1076"/>
          <ac:graphicFrameMkLst>
            <pc:docMk/>
            <pc:sldMk cId="1317763701" sldId="1101"/>
            <ac:graphicFrameMk id="6" creationId="{C205BA44-A5D2-C366-1B0D-EA93795723B7}"/>
          </ac:graphicFrameMkLst>
        </pc:graphicFrameChg>
      </pc:sldChg>
      <pc:sldChg chg="addSp delSp modSp add del mod ord">
        <pc:chgData name="严 伟杰" userId="12717cc107ab2eea" providerId="LiveId" clId="{D6FB56F4-E1BB-4E5F-9298-2D2FA9D0633A}" dt="2022-05-10T03:08:13.937" v="8903" actId="2696"/>
        <pc:sldMkLst>
          <pc:docMk/>
          <pc:sldMk cId="2307713491" sldId="1102"/>
        </pc:sldMkLst>
        <pc:spChg chg="del">
          <ac:chgData name="严 伟杰" userId="12717cc107ab2eea" providerId="LiveId" clId="{D6FB56F4-E1BB-4E5F-9298-2D2FA9D0633A}" dt="2022-05-10T02:23:13.237" v="8578" actId="21"/>
          <ac:spMkLst>
            <pc:docMk/>
            <pc:sldMk cId="2307713491" sldId="1102"/>
            <ac:spMk id="2" creationId="{3BFEBD0B-7620-37F2-CA4F-489337B08C07}"/>
          </ac:spMkLst>
        </pc:spChg>
        <pc:spChg chg="add del mod">
          <ac:chgData name="严 伟杰" userId="12717cc107ab2eea" providerId="LiveId" clId="{D6FB56F4-E1BB-4E5F-9298-2D2FA9D0633A}" dt="2022-05-10T02:26:05.505" v="8606" actId="21"/>
          <ac:spMkLst>
            <pc:docMk/>
            <pc:sldMk cId="2307713491" sldId="1102"/>
            <ac:spMk id="3" creationId="{BF3AB079-FAFA-3844-AEBE-A7601E57E132}"/>
          </ac:spMkLst>
        </pc:spChg>
        <pc:spChg chg="mod">
          <ac:chgData name="严 伟杰" userId="12717cc107ab2eea" providerId="LiveId" clId="{D6FB56F4-E1BB-4E5F-9298-2D2FA9D0633A}" dt="2022-05-10T03:04:14.535" v="8891"/>
          <ac:spMkLst>
            <pc:docMk/>
            <pc:sldMk cId="2307713491" sldId="1102"/>
            <ac:spMk id="4" creationId="{3159F72D-EE15-DD07-B8B2-D12D8BA45F7D}"/>
          </ac:spMkLst>
        </pc:spChg>
        <pc:spChg chg="del">
          <ac:chgData name="严 伟杰" userId="12717cc107ab2eea" providerId="LiveId" clId="{D6FB56F4-E1BB-4E5F-9298-2D2FA9D0633A}" dt="2022-05-10T02:34:18.336" v="8704" actId="21"/>
          <ac:spMkLst>
            <pc:docMk/>
            <pc:sldMk cId="2307713491" sldId="1102"/>
            <ac:spMk id="5" creationId="{7BF1BFEF-EE8B-DDEB-8927-5895EC2DFD00}"/>
          </ac:spMkLst>
        </pc:spChg>
        <pc:spChg chg="add mod">
          <ac:chgData name="严 伟杰" userId="12717cc107ab2eea" providerId="LiveId" clId="{D6FB56F4-E1BB-4E5F-9298-2D2FA9D0633A}" dt="2022-05-10T03:02:10.866" v="8857" actId="404"/>
          <ac:spMkLst>
            <pc:docMk/>
            <pc:sldMk cId="2307713491" sldId="1102"/>
            <ac:spMk id="7" creationId="{C060125F-BAFC-B12A-3F44-9C0B044FF9CD}"/>
          </ac:spMkLst>
        </pc:spChg>
        <pc:spChg chg="del">
          <ac:chgData name="严 伟杰" userId="12717cc107ab2eea" providerId="LiveId" clId="{D6FB56F4-E1BB-4E5F-9298-2D2FA9D0633A}" dt="2022-05-09T13:01:19.946" v="8232" actId="478"/>
          <ac:spMkLst>
            <pc:docMk/>
            <pc:sldMk cId="2307713491" sldId="1102"/>
            <ac:spMk id="8" creationId="{48694DE5-4D71-FD41-87DD-126AB6ACA54D}"/>
          </ac:spMkLst>
        </pc:spChg>
        <pc:spChg chg="add del mod">
          <ac:chgData name="严 伟杰" userId="12717cc107ab2eea" providerId="LiveId" clId="{D6FB56F4-E1BB-4E5F-9298-2D2FA9D0633A}" dt="2022-05-10T02:54:07.756" v="8806" actId="21"/>
          <ac:spMkLst>
            <pc:docMk/>
            <pc:sldMk cId="2307713491" sldId="1102"/>
            <ac:spMk id="9" creationId="{CCED0436-8794-2853-4D05-8CF7B2A28CF5}"/>
          </ac:spMkLst>
        </pc:spChg>
        <pc:spChg chg="add mod">
          <ac:chgData name="严 伟杰" userId="12717cc107ab2eea" providerId="LiveId" clId="{D6FB56F4-E1BB-4E5F-9298-2D2FA9D0633A}" dt="2022-05-10T03:02:39.960" v="8864" actId="1035"/>
          <ac:spMkLst>
            <pc:docMk/>
            <pc:sldMk cId="2307713491" sldId="1102"/>
            <ac:spMk id="10" creationId="{CD280846-F634-D767-A08A-BAC43137C4FC}"/>
          </ac:spMkLst>
        </pc:spChg>
        <pc:spChg chg="add mod">
          <ac:chgData name="严 伟杰" userId="12717cc107ab2eea" providerId="LiveId" clId="{D6FB56F4-E1BB-4E5F-9298-2D2FA9D0633A}" dt="2022-05-10T03:02:35.175" v="8861" actId="1035"/>
          <ac:spMkLst>
            <pc:docMk/>
            <pc:sldMk cId="2307713491" sldId="1102"/>
            <ac:spMk id="17" creationId="{4D11384B-4989-FABD-D6D4-00B58773DB17}"/>
          </ac:spMkLst>
        </pc:spChg>
        <pc:spChg chg="add mod">
          <ac:chgData name="严 伟杰" userId="12717cc107ab2eea" providerId="LiveId" clId="{D6FB56F4-E1BB-4E5F-9298-2D2FA9D0633A}" dt="2022-05-10T03:02:43.426" v="8867" actId="1035"/>
          <ac:spMkLst>
            <pc:docMk/>
            <pc:sldMk cId="2307713491" sldId="1102"/>
            <ac:spMk id="39" creationId="{48C9645A-8C1F-E91A-A0AD-341472971673}"/>
          </ac:spMkLst>
        </pc:spChg>
        <pc:spChg chg="add mod">
          <ac:chgData name="严 伟杰" userId="12717cc107ab2eea" providerId="LiveId" clId="{D6FB56F4-E1BB-4E5F-9298-2D2FA9D0633A}" dt="2022-05-10T03:02:46.664" v="8870" actId="1035"/>
          <ac:spMkLst>
            <pc:docMk/>
            <pc:sldMk cId="2307713491" sldId="1102"/>
            <ac:spMk id="40" creationId="{4E1E3546-A389-414A-19B6-34B4EED83CFB}"/>
          </ac:spMkLst>
        </pc:spChg>
        <pc:spChg chg="add mod">
          <ac:chgData name="严 伟杰" userId="12717cc107ab2eea" providerId="LiveId" clId="{D6FB56F4-E1BB-4E5F-9298-2D2FA9D0633A}" dt="2022-05-10T03:02:35.175" v="8861" actId="1035"/>
          <ac:spMkLst>
            <pc:docMk/>
            <pc:sldMk cId="2307713491" sldId="1102"/>
            <ac:spMk id="41" creationId="{96AB6962-445A-E119-72CD-E2F2CE90A063}"/>
          </ac:spMkLst>
        </pc:spChg>
        <pc:spChg chg="add mod">
          <ac:chgData name="严 伟杰" userId="12717cc107ab2eea" providerId="LiveId" clId="{D6FB56F4-E1BB-4E5F-9298-2D2FA9D0633A}" dt="2022-05-10T03:02:39.960" v="8864" actId="1035"/>
          <ac:spMkLst>
            <pc:docMk/>
            <pc:sldMk cId="2307713491" sldId="1102"/>
            <ac:spMk id="42" creationId="{1DB32B7A-3259-2C7E-C278-D724BD25389E}"/>
          </ac:spMkLst>
        </pc:spChg>
        <pc:spChg chg="add mod">
          <ac:chgData name="严 伟杰" userId="12717cc107ab2eea" providerId="LiveId" clId="{D6FB56F4-E1BB-4E5F-9298-2D2FA9D0633A}" dt="2022-05-10T03:02:43.426" v="8867" actId="1035"/>
          <ac:spMkLst>
            <pc:docMk/>
            <pc:sldMk cId="2307713491" sldId="1102"/>
            <ac:spMk id="43" creationId="{027D9A8E-FF25-FDF3-92E9-A33719A48830}"/>
          </ac:spMkLst>
        </pc:spChg>
        <pc:spChg chg="add mod">
          <ac:chgData name="严 伟杰" userId="12717cc107ab2eea" providerId="LiveId" clId="{D6FB56F4-E1BB-4E5F-9298-2D2FA9D0633A}" dt="2022-05-10T03:02:46.664" v="8870" actId="1035"/>
          <ac:spMkLst>
            <pc:docMk/>
            <pc:sldMk cId="2307713491" sldId="1102"/>
            <ac:spMk id="44" creationId="{DB8E46B8-44D7-30AA-0762-A2E09DCF9738}"/>
          </ac:spMkLst>
        </pc:spChg>
        <pc:graphicFrameChg chg="add del mod">
          <ac:chgData name="严 伟杰" userId="12717cc107ab2eea" providerId="LiveId" clId="{D6FB56F4-E1BB-4E5F-9298-2D2FA9D0633A}" dt="2022-05-10T02:26:41.189" v="8612" actId="21"/>
          <ac:graphicFrameMkLst>
            <pc:docMk/>
            <pc:sldMk cId="2307713491" sldId="1102"/>
            <ac:graphicFrameMk id="6" creationId="{0BA6B260-C1F0-C414-D169-087471B85B32}"/>
          </ac:graphicFrameMkLst>
        </pc:graphicFrameChg>
        <pc:graphicFrameChg chg="del">
          <ac:chgData name="严 伟杰" userId="12717cc107ab2eea" providerId="LiveId" clId="{D6FB56F4-E1BB-4E5F-9298-2D2FA9D0633A}" dt="2022-05-09T13:01:16.628" v="8231" actId="478"/>
          <ac:graphicFrameMkLst>
            <pc:docMk/>
            <pc:sldMk cId="2307713491" sldId="1102"/>
            <ac:graphicFrameMk id="6" creationId="{C205BA44-A5D2-C366-1B0D-EA93795723B7}"/>
          </ac:graphicFrameMkLst>
        </pc:graphicFrameChg>
        <pc:cxnChg chg="add del mod">
          <ac:chgData name="严 伟杰" userId="12717cc107ab2eea" providerId="LiveId" clId="{D6FB56F4-E1BB-4E5F-9298-2D2FA9D0633A}" dt="2022-05-10T02:38:41.697" v="8734" actId="11529"/>
          <ac:cxnSpMkLst>
            <pc:docMk/>
            <pc:sldMk cId="2307713491" sldId="1102"/>
            <ac:cxnSpMk id="11" creationId="{3689DA03-C131-6658-4FF4-B3B44FCC1BB9}"/>
          </ac:cxnSpMkLst>
        </pc:cxnChg>
        <pc:cxnChg chg="add mod">
          <ac:chgData name="严 伟杰" userId="12717cc107ab2eea" providerId="LiveId" clId="{D6FB56F4-E1BB-4E5F-9298-2D2FA9D0633A}" dt="2022-05-10T03:03:25.589" v="8882" actId="14100"/>
          <ac:cxnSpMkLst>
            <pc:docMk/>
            <pc:sldMk cId="2307713491" sldId="1102"/>
            <ac:cxnSpMk id="14" creationId="{8419627A-DC1E-98BA-B6FF-D76F4D2CDC3E}"/>
          </ac:cxnSpMkLst>
        </pc:cxnChg>
        <pc:cxnChg chg="add mod">
          <ac:chgData name="严 伟杰" userId="12717cc107ab2eea" providerId="LiveId" clId="{D6FB56F4-E1BB-4E5F-9298-2D2FA9D0633A}" dt="2022-05-10T03:03:33.494" v="8884" actId="14100"/>
          <ac:cxnSpMkLst>
            <pc:docMk/>
            <pc:sldMk cId="2307713491" sldId="1102"/>
            <ac:cxnSpMk id="16" creationId="{222BF2F0-6A78-9FAA-23DC-A97C9C05B8DC}"/>
          </ac:cxnSpMkLst>
        </pc:cxnChg>
        <pc:cxnChg chg="add mod">
          <ac:chgData name="严 伟杰" userId="12717cc107ab2eea" providerId="LiveId" clId="{D6FB56F4-E1BB-4E5F-9298-2D2FA9D0633A}" dt="2022-05-10T03:03:01.724" v="8874" actId="14100"/>
          <ac:cxnSpMkLst>
            <pc:docMk/>
            <pc:sldMk cId="2307713491" sldId="1102"/>
            <ac:cxnSpMk id="18" creationId="{680B3B33-9D9A-1834-0B98-39B3EBEB6142}"/>
          </ac:cxnSpMkLst>
        </pc:cxnChg>
        <pc:cxnChg chg="add mod">
          <ac:chgData name="严 伟杰" userId="12717cc107ab2eea" providerId="LiveId" clId="{D6FB56F4-E1BB-4E5F-9298-2D2FA9D0633A}" dt="2022-05-10T03:02:58.146" v="8873" actId="14100"/>
          <ac:cxnSpMkLst>
            <pc:docMk/>
            <pc:sldMk cId="2307713491" sldId="1102"/>
            <ac:cxnSpMk id="19" creationId="{B5051BF1-5DCC-890F-1B4F-3230B923A2C1}"/>
          </ac:cxnSpMkLst>
        </pc:cxnChg>
        <pc:cxnChg chg="add mod">
          <ac:chgData name="严 伟杰" userId="12717cc107ab2eea" providerId="LiveId" clId="{D6FB56F4-E1BB-4E5F-9298-2D2FA9D0633A}" dt="2022-05-10T03:03:15.922" v="8879" actId="14100"/>
          <ac:cxnSpMkLst>
            <pc:docMk/>
            <pc:sldMk cId="2307713491" sldId="1102"/>
            <ac:cxnSpMk id="20" creationId="{AD1DAA9A-6316-BDC2-0857-4AFB4FC3BB21}"/>
          </ac:cxnSpMkLst>
        </pc:cxnChg>
      </pc:sldChg>
      <pc:sldChg chg="addSp delSp modSp add del mod">
        <pc:chgData name="严 伟杰" userId="12717cc107ab2eea" providerId="LiveId" clId="{D6FB56F4-E1BB-4E5F-9298-2D2FA9D0633A}" dt="2022-05-10T09:06:25.083" v="9437" actId="2696"/>
        <pc:sldMkLst>
          <pc:docMk/>
          <pc:sldMk cId="2789396247" sldId="1103"/>
        </pc:sldMkLst>
        <pc:spChg chg="del">
          <ac:chgData name="严 伟杰" userId="12717cc107ab2eea" providerId="LiveId" clId="{D6FB56F4-E1BB-4E5F-9298-2D2FA9D0633A}" dt="2022-05-10T02:23:17.660" v="8579" actId="21"/>
          <ac:spMkLst>
            <pc:docMk/>
            <pc:sldMk cId="2789396247" sldId="1103"/>
            <ac:spMk id="2" creationId="{3BFEBD0B-7620-37F2-CA4F-489337B08C07}"/>
          </ac:spMkLst>
        </pc:spChg>
        <pc:spChg chg="add del mod">
          <ac:chgData name="严 伟杰" userId="12717cc107ab2eea" providerId="LiveId" clId="{D6FB56F4-E1BB-4E5F-9298-2D2FA9D0633A}" dt="2022-05-09T13:06:31.076" v="8238" actId="21"/>
          <ac:spMkLst>
            <pc:docMk/>
            <pc:sldMk cId="2789396247" sldId="1103"/>
            <ac:spMk id="3" creationId="{4D225434-6A96-7B5B-E2BE-ABD21C69C9C4}"/>
          </ac:spMkLst>
        </pc:spChg>
        <pc:graphicFrameChg chg="add del mod">
          <ac:chgData name="严 伟杰" userId="12717cc107ab2eea" providerId="LiveId" clId="{D6FB56F4-E1BB-4E5F-9298-2D2FA9D0633A}" dt="2022-05-09T13:08:16.900" v="8244" actId="478"/>
          <ac:graphicFrameMkLst>
            <pc:docMk/>
            <pc:sldMk cId="2789396247" sldId="1103"/>
            <ac:graphicFrameMk id="6" creationId="{6DD9D6C3-66E4-6F0C-ACF0-25A5E5083F53}"/>
          </ac:graphicFrameMkLst>
        </pc:graphicFrameChg>
      </pc:sldChg>
      <pc:sldChg chg="addSp delSp modSp add mod">
        <pc:chgData name="严 伟杰" userId="12717cc107ab2eea" providerId="LiveId" clId="{D6FB56F4-E1BB-4E5F-9298-2D2FA9D0633A}" dt="2022-05-10T12:25:34.813" v="9985" actId="113"/>
        <pc:sldMkLst>
          <pc:docMk/>
          <pc:sldMk cId="723215126" sldId="1104"/>
        </pc:sldMkLst>
        <pc:spChg chg="mod">
          <ac:chgData name="严 伟杰" userId="12717cc107ab2eea" providerId="LiveId" clId="{D6FB56F4-E1BB-4E5F-9298-2D2FA9D0633A}" dt="2022-05-10T12:17:16.509" v="9959" actId="403"/>
          <ac:spMkLst>
            <pc:docMk/>
            <pc:sldMk cId="723215126" sldId="1104"/>
            <ac:spMk id="6" creationId="{6D7E1EB7-6AD5-F0FB-137E-17FB335C4AAE}"/>
          </ac:spMkLst>
        </pc:spChg>
        <pc:spChg chg="add mod">
          <ac:chgData name="严 伟杰" userId="12717cc107ab2eea" providerId="LiveId" clId="{D6FB56F4-E1BB-4E5F-9298-2D2FA9D0633A}" dt="2022-05-10T12:25:34.813" v="9985" actId="113"/>
          <ac:spMkLst>
            <pc:docMk/>
            <pc:sldMk cId="723215126" sldId="1104"/>
            <ac:spMk id="7" creationId="{A7EFD98E-01E7-73A8-FCAC-F54FEE31B5A1}"/>
          </ac:spMkLst>
        </pc:spChg>
        <pc:spChg chg="del">
          <ac:chgData name="严 伟杰" userId="12717cc107ab2eea" providerId="LiveId" clId="{D6FB56F4-E1BB-4E5F-9298-2D2FA9D0633A}" dt="2022-05-09T13:15:53.261" v="8266" actId="478"/>
          <ac:spMkLst>
            <pc:docMk/>
            <pc:sldMk cId="723215126" sldId="1104"/>
            <ac:spMk id="12" creationId="{A3A1C704-4503-4ADD-9A8D-DE4AA9D4D53F}"/>
          </ac:spMkLst>
        </pc:spChg>
        <pc:spChg chg="del">
          <ac:chgData name="严 伟杰" userId="12717cc107ab2eea" providerId="LiveId" clId="{D6FB56F4-E1BB-4E5F-9298-2D2FA9D0633A}" dt="2022-05-09T13:15:32.852" v="8249" actId="478"/>
          <ac:spMkLst>
            <pc:docMk/>
            <pc:sldMk cId="723215126" sldId="1104"/>
            <ac:spMk id="13" creationId="{5EC7A7C3-8F5E-04D3-BF65-4081ED1E8842}"/>
          </ac:spMkLst>
        </pc:spChg>
        <pc:picChg chg="mod">
          <ac:chgData name="严 伟杰" userId="12717cc107ab2eea" providerId="LiveId" clId="{D6FB56F4-E1BB-4E5F-9298-2D2FA9D0633A}" dt="2022-05-09T13:15:37.982" v="8250" actId="1076"/>
          <ac:picMkLst>
            <pc:docMk/>
            <pc:sldMk cId="723215126" sldId="1104"/>
            <ac:picMk id="8" creationId="{C12C83C7-C272-09FC-3B72-9952E4003FB7}"/>
          </ac:picMkLst>
        </pc:picChg>
        <pc:picChg chg="add mod">
          <ac:chgData name="严 伟杰" userId="12717cc107ab2eea" providerId="LiveId" clId="{D6FB56F4-E1BB-4E5F-9298-2D2FA9D0633A}" dt="2022-05-10T12:17:50.873" v="9973" actId="1036"/>
          <ac:picMkLst>
            <pc:docMk/>
            <pc:sldMk cId="723215126" sldId="1104"/>
            <ac:picMk id="9" creationId="{92B34181-BE4C-6D98-69AA-A858021554BE}"/>
          </ac:picMkLst>
        </pc:picChg>
      </pc:sldChg>
      <pc:sldChg chg="addSp delSp modSp add mod">
        <pc:chgData name="严 伟杰" userId="12717cc107ab2eea" providerId="LiveId" clId="{D6FB56F4-E1BB-4E5F-9298-2D2FA9D0633A}" dt="2022-05-10T08:53:16.225" v="9290" actId="21"/>
        <pc:sldMkLst>
          <pc:docMk/>
          <pc:sldMk cId="2855925112" sldId="1105"/>
        </pc:sldMkLst>
        <pc:spChg chg="add del mod">
          <ac:chgData name="严 伟杰" userId="12717cc107ab2eea" providerId="LiveId" clId="{D6FB56F4-E1BB-4E5F-9298-2D2FA9D0633A}" dt="2022-05-10T08:12:45.857" v="9100" actId="21"/>
          <ac:spMkLst>
            <pc:docMk/>
            <pc:sldMk cId="2855925112" sldId="1105"/>
            <ac:spMk id="2" creationId="{FF2F32AF-47B6-1541-93F4-0F63DFB45BAA}"/>
          </ac:spMkLst>
        </pc:spChg>
        <pc:spChg chg="del">
          <ac:chgData name="严 伟杰" userId="12717cc107ab2eea" providerId="LiveId" clId="{D6FB56F4-E1BB-4E5F-9298-2D2FA9D0633A}" dt="2022-05-10T08:53:07.539" v="9285" actId="478"/>
          <ac:spMkLst>
            <pc:docMk/>
            <pc:sldMk cId="2855925112" sldId="1105"/>
            <ac:spMk id="7" creationId="{C060125F-BAFC-B12A-3F44-9C0B044FF9CD}"/>
          </ac:spMkLst>
        </pc:spChg>
        <pc:spChg chg="del">
          <ac:chgData name="严 伟杰" userId="12717cc107ab2eea" providerId="LiveId" clId="{D6FB56F4-E1BB-4E5F-9298-2D2FA9D0633A}" dt="2022-05-10T08:53:07.539" v="9285" actId="478"/>
          <ac:spMkLst>
            <pc:docMk/>
            <pc:sldMk cId="2855925112" sldId="1105"/>
            <ac:spMk id="10" creationId="{CD280846-F634-D767-A08A-BAC43137C4FC}"/>
          </ac:spMkLst>
        </pc:spChg>
        <pc:spChg chg="del">
          <ac:chgData name="严 伟杰" userId="12717cc107ab2eea" providerId="LiveId" clId="{D6FB56F4-E1BB-4E5F-9298-2D2FA9D0633A}" dt="2022-05-10T08:53:07.539" v="9285" actId="478"/>
          <ac:spMkLst>
            <pc:docMk/>
            <pc:sldMk cId="2855925112" sldId="1105"/>
            <ac:spMk id="17" creationId="{4D11384B-4989-FABD-D6D4-00B58773DB17}"/>
          </ac:spMkLst>
        </pc:spChg>
        <pc:spChg chg="add del mod">
          <ac:chgData name="严 伟杰" userId="12717cc107ab2eea" providerId="LiveId" clId="{D6FB56F4-E1BB-4E5F-9298-2D2FA9D0633A}" dt="2022-05-10T08:12:44.725" v="9099" actId="21"/>
          <ac:spMkLst>
            <pc:docMk/>
            <pc:sldMk cId="2855925112" sldId="1105"/>
            <ac:spMk id="21" creationId="{1D33C7AA-BA44-D89A-84EF-ECB5F41EF2D4}"/>
          </ac:spMkLst>
        </pc:spChg>
        <pc:spChg chg="add del mod">
          <ac:chgData name="严 伟杰" userId="12717cc107ab2eea" providerId="LiveId" clId="{D6FB56F4-E1BB-4E5F-9298-2D2FA9D0633A}" dt="2022-05-10T03:10:42" v="8925" actId="478"/>
          <ac:spMkLst>
            <pc:docMk/>
            <pc:sldMk cId="2855925112" sldId="1105"/>
            <ac:spMk id="21" creationId="{593EDA95-0E2D-191C-931F-63ECC2868398}"/>
          </ac:spMkLst>
        </pc:spChg>
        <pc:spChg chg="add del mod">
          <ac:chgData name="严 伟杰" userId="12717cc107ab2eea" providerId="LiveId" clId="{D6FB56F4-E1BB-4E5F-9298-2D2FA9D0633A}" dt="2022-05-10T08:12:47.190" v="9101" actId="21"/>
          <ac:spMkLst>
            <pc:docMk/>
            <pc:sldMk cId="2855925112" sldId="1105"/>
            <ac:spMk id="22" creationId="{73338F68-5D3F-2FB3-7EE3-596F1A6D0B0D}"/>
          </ac:spMkLst>
        </pc:spChg>
        <pc:spChg chg="add del mod">
          <ac:chgData name="严 伟杰" userId="12717cc107ab2eea" providerId="LiveId" clId="{D6FB56F4-E1BB-4E5F-9298-2D2FA9D0633A}" dt="2022-05-10T08:12:49.765" v="9104" actId="21"/>
          <ac:spMkLst>
            <pc:docMk/>
            <pc:sldMk cId="2855925112" sldId="1105"/>
            <ac:spMk id="23" creationId="{628D60A0-0A05-81ED-73BD-00A7F1F94A6F}"/>
          </ac:spMkLst>
        </pc:spChg>
        <pc:spChg chg="add mod">
          <ac:chgData name="严 伟杰" userId="12717cc107ab2eea" providerId="LiveId" clId="{D6FB56F4-E1BB-4E5F-9298-2D2FA9D0633A}" dt="2022-05-10T08:53:08.176" v="9286"/>
          <ac:spMkLst>
            <pc:docMk/>
            <pc:sldMk cId="2855925112" sldId="1105"/>
            <ac:spMk id="24" creationId="{E1AB0AD4-546F-1E48-776D-20F18B3060D9}"/>
          </ac:spMkLst>
        </pc:spChg>
        <pc:spChg chg="add mod">
          <ac:chgData name="严 伟杰" userId="12717cc107ab2eea" providerId="LiveId" clId="{D6FB56F4-E1BB-4E5F-9298-2D2FA9D0633A}" dt="2022-05-10T08:53:08.176" v="9286"/>
          <ac:spMkLst>
            <pc:docMk/>
            <pc:sldMk cId="2855925112" sldId="1105"/>
            <ac:spMk id="25" creationId="{06C35949-B197-7399-8BF4-ABE75116E124}"/>
          </ac:spMkLst>
        </pc:spChg>
        <pc:spChg chg="add mod">
          <ac:chgData name="严 伟杰" userId="12717cc107ab2eea" providerId="LiveId" clId="{D6FB56F4-E1BB-4E5F-9298-2D2FA9D0633A}" dt="2022-05-10T08:53:08.176" v="9286"/>
          <ac:spMkLst>
            <pc:docMk/>
            <pc:sldMk cId="2855925112" sldId="1105"/>
            <ac:spMk id="28" creationId="{E3AF136B-5E3A-CC4C-4905-84AFAE3BE143}"/>
          </ac:spMkLst>
        </pc:spChg>
        <pc:spChg chg="add mod">
          <ac:chgData name="严 伟杰" userId="12717cc107ab2eea" providerId="LiveId" clId="{D6FB56F4-E1BB-4E5F-9298-2D2FA9D0633A}" dt="2022-05-10T08:53:08.176" v="9286"/>
          <ac:spMkLst>
            <pc:docMk/>
            <pc:sldMk cId="2855925112" sldId="1105"/>
            <ac:spMk id="32" creationId="{C2D1DF1F-EAF0-0D9E-738C-147878DA1985}"/>
          </ac:spMkLst>
        </pc:spChg>
        <pc:spChg chg="add mod">
          <ac:chgData name="严 伟杰" userId="12717cc107ab2eea" providerId="LiveId" clId="{D6FB56F4-E1BB-4E5F-9298-2D2FA9D0633A}" dt="2022-05-10T08:53:08.176" v="9286"/>
          <ac:spMkLst>
            <pc:docMk/>
            <pc:sldMk cId="2855925112" sldId="1105"/>
            <ac:spMk id="33" creationId="{C4344E1D-8F44-6541-F736-4B11FD0351EC}"/>
          </ac:spMkLst>
        </pc:spChg>
        <pc:spChg chg="add mod">
          <ac:chgData name="严 伟杰" userId="12717cc107ab2eea" providerId="LiveId" clId="{D6FB56F4-E1BB-4E5F-9298-2D2FA9D0633A}" dt="2022-05-10T08:53:08.176" v="9286"/>
          <ac:spMkLst>
            <pc:docMk/>
            <pc:sldMk cId="2855925112" sldId="1105"/>
            <ac:spMk id="34" creationId="{6CB9BD96-6E86-8ACE-77E0-1FB9E3F48D85}"/>
          </ac:spMkLst>
        </pc:spChg>
        <pc:spChg chg="add mod">
          <ac:chgData name="严 伟杰" userId="12717cc107ab2eea" providerId="LiveId" clId="{D6FB56F4-E1BB-4E5F-9298-2D2FA9D0633A}" dt="2022-05-10T08:53:08.176" v="9286"/>
          <ac:spMkLst>
            <pc:docMk/>
            <pc:sldMk cId="2855925112" sldId="1105"/>
            <ac:spMk id="35" creationId="{EA59D090-0A15-1837-3CA3-1CBA3F7D45FD}"/>
          </ac:spMkLst>
        </pc:spChg>
        <pc:spChg chg="add mod">
          <ac:chgData name="严 伟杰" userId="12717cc107ab2eea" providerId="LiveId" clId="{D6FB56F4-E1BB-4E5F-9298-2D2FA9D0633A}" dt="2022-05-10T08:53:08.176" v="9286"/>
          <ac:spMkLst>
            <pc:docMk/>
            <pc:sldMk cId="2855925112" sldId="1105"/>
            <ac:spMk id="36" creationId="{3DB9A55A-4017-78BA-AE6E-D65F17CEE402}"/>
          </ac:spMkLst>
        </pc:spChg>
        <pc:spChg chg="add mod">
          <ac:chgData name="严 伟杰" userId="12717cc107ab2eea" providerId="LiveId" clId="{D6FB56F4-E1BB-4E5F-9298-2D2FA9D0633A}" dt="2022-05-10T08:53:08.176" v="9286"/>
          <ac:spMkLst>
            <pc:docMk/>
            <pc:sldMk cId="2855925112" sldId="1105"/>
            <ac:spMk id="37" creationId="{BE403773-97D1-8562-A8A9-BE96E31FD6DE}"/>
          </ac:spMkLst>
        </pc:spChg>
        <pc:spChg chg="add del mod">
          <ac:chgData name="严 伟杰" userId="12717cc107ab2eea" providerId="LiveId" clId="{D6FB56F4-E1BB-4E5F-9298-2D2FA9D0633A}" dt="2022-05-10T08:53:11.960" v="9287" actId="21"/>
          <ac:spMkLst>
            <pc:docMk/>
            <pc:sldMk cId="2855925112" sldId="1105"/>
            <ac:spMk id="38" creationId="{CD362C78-47C0-459C-274A-17A448844062}"/>
          </ac:spMkLst>
        </pc:spChg>
        <pc:spChg chg="del">
          <ac:chgData name="严 伟杰" userId="12717cc107ab2eea" providerId="LiveId" clId="{D6FB56F4-E1BB-4E5F-9298-2D2FA9D0633A}" dt="2022-05-10T08:53:07.539" v="9285" actId="478"/>
          <ac:spMkLst>
            <pc:docMk/>
            <pc:sldMk cId="2855925112" sldId="1105"/>
            <ac:spMk id="39" creationId="{48C9645A-8C1F-E91A-A0AD-341472971673}"/>
          </ac:spMkLst>
        </pc:spChg>
        <pc:spChg chg="del">
          <ac:chgData name="严 伟杰" userId="12717cc107ab2eea" providerId="LiveId" clId="{D6FB56F4-E1BB-4E5F-9298-2D2FA9D0633A}" dt="2022-05-10T08:53:07.539" v="9285" actId="478"/>
          <ac:spMkLst>
            <pc:docMk/>
            <pc:sldMk cId="2855925112" sldId="1105"/>
            <ac:spMk id="40" creationId="{4E1E3546-A389-414A-19B6-34B4EED83CFB}"/>
          </ac:spMkLst>
        </pc:spChg>
        <pc:spChg chg="del mod">
          <ac:chgData name="严 伟杰" userId="12717cc107ab2eea" providerId="LiveId" clId="{D6FB56F4-E1BB-4E5F-9298-2D2FA9D0633A}" dt="2022-05-10T08:53:07.539" v="9285" actId="478"/>
          <ac:spMkLst>
            <pc:docMk/>
            <pc:sldMk cId="2855925112" sldId="1105"/>
            <ac:spMk id="41" creationId="{96AB6962-445A-E119-72CD-E2F2CE90A063}"/>
          </ac:spMkLst>
        </pc:spChg>
        <pc:spChg chg="del mod">
          <ac:chgData name="严 伟杰" userId="12717cc107ab2eea" providerId="LiveId" clId="{D6FB56F4-E1BB-4E5F-9298-2D2FA9D0633A}" dt="2022-05-10T08:53:07.539" v="9285" actId="478"/>
          <ac:spMkLst>
            <pc:docMk/>
            <pc:sldMk cId="2855925112" sldId="1105"/>
            <ac:spMk id="42" creationId="{1DB32B7A-3259-2C7E-C278-D724BD25389E}"/>
          </ac:spMkLst>
        </pc:spChg>
        <pc:spChg chg="del mod">
          <ac:chgData name="严 伟杰" userId="12717cc107ab2eea" providerId="LiveId" clId="{D6FB56F4-E1BB-4E5F-9298-2D2FA9D0633A}" dt="2022-05-10T08:53:07.539" v="9285" actId="478"/>
          <ac:spMkLst>
            <pc:docMk/>
            <pc:sldMk cId="2855925112" sldId="1105"/>
            <ac:spMk id="43" creationId="{027D9A8E-FF25-FDF3-92E9-A33719A48830}"/>
          </ac:spMkLst>
        </pc:spChg>
        <pc:spChg chg="del mod">
          <ac:chgData name="严 伟杰" userId="12717cc107ab2eea" providerId="LiveId" clId="{D6FB56F4-E1BB-4E5F-9298-2D2FA9D0633A}" dt="2022-05-10T08:53:07.539" v="9285" actId="478"/>
          <ac:spMkLst>
            <pc:docMk/>
            <pc:sldMk cId="2855925112" sldId="1105"/>
            <ac:spMk id="44" creationId="{DB8E46B8-44D7-30AA-0762-A2E09DCF9738}"/>
          </ac:spMkLst>
        </pc:spChg>
        <pc:spChg chg="add del mod">
          <ac:chgData name="严 伟杰" userId="12717cc107ab2eea" providerId="LiveId" clId="{D6FB56F4-E1BB-4E5F-9298-2D2FA9D0633A}" dt="2022-05-10T08:53:13.467" v="9288" actId="21"/>
          <ac:spMkLst>
            <pc:docMk/>
            <pc:sldMk cId="2855925112" sldId="1105"/>
            <ac:spMk id="45" creationId="{CF69315D-C181-AEE1-FB95-416EA9172A03}"/>
          </ac:spMkLst>
        </pc:spChg>
        <pc:spChg chg="add del mod">
          <ac:chgData name="严 伟杰" userId="12717cc107ab2eea" providerId="LiveId" clId="{D6FB56F4-E1BB-4E5F-9298-2D2FA9D0633A}" dt="2022-05-10T08:53:14.968" v="9289" actId="21"/>
          <ac:spMkLst>
            <pc:docMk/>
            <pc:sldMk cId="2855925112" sldId="1105"/>
            <ac:spMk id="46" creationId="{DDD03307-7678-4BFC-194B-34ED6842F8EF}"/>
          </ac:spMkLst>
        </pc:spChg>
        <pc:spChg chg="add del mod">
          <ac:chgData name="严 伟杰" userId="12717cc107ab2eea" providerId="LiveId" clId="{D6FB56F4-E1BB-4E5F-9298-2D2FA9D0633A}" dt="2022-05-10T08:53:16.225" v="9290" actId="21"/>
          <ac:spMkLst>
            <pc:docMk/>
            <pc:sldMk cId="2855925112" sldId="1105"/>
            <ac:spMk id="47" creationId="{BB7E974E-3A60-F807-36E8-FDF61EB7B57C}"/>
          </ac:spMkLst>
        </pc:spChg>
        <pc:cxnChg chg="del">
          <ac:chgData name="严 伟杰" userId="12717cc107ab2eea" providerId="LiveId" clId="{D6FB56F4-E1BB-4E5F-9298-2D2FA9D0633A}" dt="2022-05-10T08:53:07.539" v="9285" actId="478"/>
          <ac:cxnSpMkLst>
            <pc:docMk/>
            <pc:sldMk cId="2855925112" sldId="1105"/>
            <ac:cxnSpMk id="14" creationId="{8419627A-DC1E-98BA-B6FF-D76F4D2CDC3E}"/>
          </ac:cxnSpMkLst>
        </pc:cxnChg>
        <pc:cxnChg chg="del">
          <ac:chgData name="严 伟杰" userId="12717cc107ab2eea" providerId="LiveId" clId="{D6FB56F4-E1BB-4E5F-9298-2D2FA9D0633A}" dt="2022-05-10T08:53:07.539" v="9285" actId="478"/>
          <ac:cxnSpMkLst>
            <pc:docMk/>
            <pc:sldMk cId="2855925112" sldId="1105"/>
            <ac:cxnSpMk id="16" creationId="{222BF2F0-6A78-9FAA-23DC-A97C9C05B8DC}"/>
          </ac:cxnSpMkLst>
        </pc:cxnChg>
        <pc:cxnChg chg="del">
          <ac:chgData name="严 伟杰" userId="12717cc107ab2eea" providerId="LiveId" clId="{D6FB56F4-E1BB-4E5F-9298-2D2FA9D0633A}" dt="2022-05-10T08:53:07.539" v="9285" actId="478"/>
          <ac:cxnSpMkLst>
            <pc:docMk/>
            <pc:sldMk cId="2855925112" sldId="1105"/>
            <ac:cxnSpMk id="18" creationId="{680B3B33-9D9A-1834-0B98-39B3EBEB6142}"/>
          </ac:cxnSpMkLst>
        </pc:cxnChg>
        <pc:cxnChg chg="add del">
          <ac:chgData name="严 伟杰" userId="12717cc107ab2eea" providerId="LiveId" clId="{D6FB56F4-E1BB-4E5F-9298-2D2FA9D0633A}" dt="2022-05-10T08:53:07.539" v="9285" actId="478"/>
          <ac:cxnSpMkLst>
            <pc:docMk/>
            <pc:sldMk cId="2855925112" sldId="1105"/>
            <ac:cxnSpMk id="19" creationId="{B5051BF1-5DCC-890F-1B4F-3230B923A2C1}"/>
          </ac:cxnSpMkLst>
        </pc:cxnChg>
        <pc:cxnChg chg="del">
          <ac:chgData name="严 伟杰" userId="12717cc107ab2eea" providerId="LiveId" clId="{D6FB56F4-E1BB-4E5F-9298-2D2FA9D0633A}" dt="2022-05-10T08:53:07.539" v="9285" actId="478"/>
          <ac:cxnSpMkLst>
            <pc:docMk/>
            <pc:sldMk cId="2855925112" sldId="1105"/>
            <ac:cxnSpMk id="20" creationId="{AD1DAA9A-6316-BDC2-0857-4AFB4FC3BB21}"/>
          </ac:cxnSpMkLst>
        </pc:cxnChg>
        <pc:cxnChg chg="add mod">
          <ac:chgData name="严 伟杰" userId="12717cc107ab2eea" providerId="LiveId" clId="{D6FB56F4-E1BB-4E5F-9298-2D2FA9D0633A}" dt="2022-05-10T08:53:08.176" v="9286"/>
          <ac:cxnSpMkLst>
            <pc:docMk/>
            <pc:sldMk cId="2855925112" sldId="1105"/>
            <ac:cxnSpMk id="26" creationId="{CD3AC79D-D8C4-1EA4-DD8F-780BDD62402F}"/>
          </ac:cxnSpMkLst>
        </pc:cxnChg>
        <pc:cxnChg chg="add mod">
          <ac:chgData name="严 伟杰" userId="12717cc107ab2eea" providerId="LiveId" clId="{D6FB56F4-E1BB-4E5F-9298-2D2FA9D0633A}" dt="2022-05-10T08:53:08.176" v="9286"/>
          <ac:cxnSpMkLst>
            <pc:docMk/>
            <pc:sldMk cId="2855925112" sldId="1105"/>
            <ac:cxnSpMk id="27" creationId="{1D242936-0021-5089-A29E-9B1C8721582F}"/>
          </ac:cxnSpMkLst>
        </pc:cxnChg>
        <pc:cxnChg chg="add mod">
          <ac:chgData name="严 伟杰" userId="12717cc107ab2eea" providerId="LiveId" clId="{D6FB56F4-E1BB-4E5F-9298-2D2FA9D0633A}" dt="2022-05-10T08:53:08.176" v="9286"/>
          <ac:cxnSpMkLst>
            <pc:docMk/>
            <pc:sldMk cId="2855925112" sldId="1105"/>
            <ac:cxnSpMk id="29" creationId="{D107B104-74AE-495D-394D-CB16BB864F53}"/>
          </ac:cxnSpMkLst>
        </pc:cxnChg>
        <pc:cxnChg chg="add mod">
          <ac:chgData name="严 伟杰" userId="12717cc107ab2eea" providerId="LiveId" clId="{D6FB56F4-E1BB-4E5F-9298-2D2FA9D0633A}" dt="2022-05-10T08:53:08.176" v="9286"/>
          <ac:cxnSpMkLst>
            <pc:docMk/>
            <pc:sldMk cId="2855925112" sldId="1105"/>
            <ac:cxnSpMk id="30" creationId="{DDE1F80C-2AE5-ED7C-54A6-E24E0D83902F}"/>
          </ac:cxnSpMkLst>
        </pc:cxnChg>
        <pc:cxnChg chg="add mod">
          <ac:chgData name="严 伟杰" userId="12717cc107ab2eea" providerId="LiveId" clId="{D6FB56F4-E1BB-4E5F-9298-2D2FA9D0633A}" dt="2022-05-10T08:53:08.176" v="9286"/>
          <ac:cxnSpMkLst>
            <pc:docMk/>
            <pc:sldMk cId="2855925112" sldId="1105"/>
            <ac:cxnSpMk id="31" creationId="{E8FC8219-DD55-0BB4-D6AA-56A790759D21}"/>
          </ac:cxnSpMkLst>
        </pc:cxnChg>
      </pc:sldChg>
      <pc:sldChg chg="addSp delSp modSp add mod">
        <pc:chgData name="严 伟杰" userId="12717cc107ab2eea" providerId="LiveId" clId="{D6FB56F4-E1BB-4E5F-9298-2D2FA9D0633A}" dt="2022-05-10T11:56:20.965" v="9574" actId="1076"/>
        <pc:sldMkLst>
          <pc:docMk/>
          <pc:sldMk cId="1194784833" sldId="1106"/>
        </pc:sldMkLst>
        <pc:spChg chg="add del mod">
          <ac:chgData name="严 伟杰" userId="12717cc107ab2eea" providerId="LiveId" clId="{D6FB56F4-E1BB-4E5F-9298-2D2FA9D0633A}" dt="2022-05-10T08:22:06.845" v="9141" actId="21"/>
          <ac:spMkLst>
            <pc:docMk/>
            <pc:sldMk cId="1194784833" sldId="1106"/>
            <ac:spMk id="2" creationId="{6FB1494C-6924-E782-8E95-72B1B696882B}"/>
          </ac:spMkLst>
        </pc:spChg>
        <pc:spChg chg="add del">
          <ac:chgData name="严 伟杰" userId="12717cc107ab2eea" providerId="LiveId" clId="{D6FB56F4-E1BB-4E5F-9298-2D2FA9D0633A}" dt="2022-05-10T08:28:52.381" v="9158" actId="11529"/>
          <ac:spMkLst>
            <pc:docMk/>
            <pc:sldMk cId="1194784833" sldId="1106"/>
            <ac:spMk id="3" creationId="{89C998C5-1EF1-98BE-251C-AE75C91265E0}"/>
          </ac:spMkLst>
        </pc:spChg>
        <pc:spChg chg="mod">
          <ac:chgData name="严 伟杰" userId="12717cc107ab2eea" providerId="LiveId" clId="{D6FB56F4-E1BB-4E5F-9298-2D2FA9D0633A}" dt="2022-05-10T11:56:20.965" v="9574" actId="1076"/>
          <ac:spMkLst>
            <pc:docMk/>
            <pc:sldMk cId="1194784833" sldId="1106"/>
            <ac:spMk id="4" creationId="{3159F72D-EE15-DD07-B8B2-D12D8BA45F7D}"/>
          </ac:spMkLst>
        </pc:spChg>
        <pc:spChg chg="del">
          <ac:chgData name="严 伟杰" userId="12717cc107ab2eea" providerId="LiveId" clId="{D6FB56F4-E1BB-4E5F-9298-2D2FA9D0633A}" dt="2022-05-10T08:52:23.030" v="9277" actId="478"/>
          <ac:spMkLst>
            <pc:docMk/>
            <pc:sldMk cId="1194784833" sldId="1106"/>
            <ac:spMk id="7" creationId="{C060125F-BAFC-B12A-3F44-9C0B044FF9CD}"/>
          </ac:spMkLst>
        </pc:spChg>
        <pc:spChg chg="del">
          <ac:chgData name="严 伟杰" userId="12717cc107ab2eea" providerId="LiveId" clId="{D6FB56F4-E1BB-4E5F-9298-2D2FA9D0633A}" dt="2022-05-10T08:52:23.030" v="9277" actId="478"/>
          <ac:spMkLst>
            <pc:docMk/>
            <pc:sldMk cId="1194784833" sldId="1106"/>
            <ac:spMk id="10" creationId="{CD280846-F634-D767-A08A-BAC43137C4FC}"/>
          </ac:spMkLst>
        </pc:spChg>
        <pc:spChg chg="del mod">
          <ac:chgData name="严 伟杰" userId="12717cc107ab2eea" providerId="LiveId" clId="{D6FB56F4-E1BB-4E5F-9298-2D2FA9D0633A}" dt="2022-05-10T08:52:23.030" v="9277" actId="478"/>
          <ac:spMkLst>
            <pc:docMk/>
            <pc:sldMk cId="1194784833" sldId="1106"/>
            <ac:spMk id="17" creationId="{4D11384B-4989-FABD-D6D4-00B58773DB17}"/>
          </ac:spMkLst>
        </pc:spChg>
        <pc:spChg chg="add del mod">
          <ac:chgData name="严 伟杰" userId="12717cc107ab2eea" providerId="LiveId" clId="{D6FB56F4-E1BB-4E5F-9298-2D2FA9D0633A}" dt="2022-05-10T08:24:43.106" v="9155" actId="21"/>
          <ac:spMkLst>
            <pc:docMk/>
            <pc:sldMk cId="1194784833" sldId="1106"/>
            <ac:spMk id="21" creationId="{95562254-5FEC-10C7-3254-4650C6D58DC0}"/>
          </ac:spMkLst>
        </pc:spChg>
        <pc:spChg chg="add del mod">
          <ac:chgData name="严 伟杰" userId="12717cc107ab2eea" providerId="LiveId" clId="{D6FB56F4-E1BB-4E5F-9298-2D2FA9D0633A}" dt="2022-05-10T08:52:23.030" v="9277" actId="478"/>
          <ac:spMkLst>
            <pc:docMk/>
            <pc:sldMk cId="1194784833" sldId="1106"/>
            <ac:spMk id="22" creationId="{5AF9FF3B-3BF5-7CD0-94CC-8A8FC51F9D6E}"/>
          </ac:spMkLst>
        </pc:spChg>
        <pc:spChg chg="add del mod">
          <ac:chgData name="严 伟杰" userId="12717cc107ab2eea" providerId="LiveId" clId="{D6FB56F4-E1BB-4E5F-9298-2D2FA9D0633A}" dt="2022-05-10T08:14:19.735" v="9114" actId="21"/>
          <ac:spMkLst>
            <pc:docMk/>
            <pc:sldMk cId="1194784833" sldId="1106"/>
            <ac:spMk id="23" creationId="{8834A385-391A-1F2B-71C5-8BDCECE02C44}"/>
          </ac:spMkLst>
        </pc:spChg>
        <pc:spChg chg="add del mod">
          <ac:chgData name="严 伟杰" userId="12717cc107ab2eea" providerId="LiveId" clId="{D6FB56F4-E1BB-4E5F-9298-2D2FA9D0633A}" dt="2022-05-10T08:14:46.745" v="9119" actId="21"/>
          <ac:spMkLst>
            <pc:docMk/>
            <pc:sldMk cId="1194784833" sldId="1106"/>
            <ac:spMk id="24" creationId="{916EC3BB-126E-4E55-F3B6-2E8093FB7E38}"/>
          </ac:spMkLst>
        </pc:spChg>
        <pc:spChg chg="add del mod">
          <ac:chgData name="严 伟杰" userId="12717cc107ab2eea" providerId="LiveId" clId="{D6FB56F4-E1BB-4E5F-9298-2D2FA9D0633A}" dt="2022-05-10T08:24:45.247" v="9156" actId="21"/>
          <ac:spMkLst>
            <pc:docMk/>
            <pc:sldMk cId="1194784833" sldId="1106"/>
            <ac:spMk id="25" creationId="{34FC722E-4A3D-A731-C8CA-3F030D271075}"/>
          </ac:spMkLst>
        </pc:spChg>
        <pc:spChg chg="add del mod">
          <ac:chgData name="严 伟杰" userId="12717cc107ab2eea" providerId="LiveId" clId="{D6FB56F4-E1BB-4E5F-9298-2D2FA9D0633A}" dt="2022-05-10T08:01:47.593" v="9006" actId="21"/>
          <ac:spMkLst>
            <pc:docMk/>
            <pc:sldMk cId="1194784833" sldId="1106"/>
            <ac:spMk id="26" creationId="{CA598E87-AD7F-BB3D-9BF5-321BBFCBFA8F}"/>
          </ac:spMkLst>
        </pc:spChg>
        <pc:spChg chg="add del mod">
          <ac:chgData name="严 伟杰" userId="12717cc107ab2eea" providerId="LiveId" clId="{D6FB56F4-E1BB-4E5F-9298-2D2FA9D0633A}" dt="2022-05-10T08:01:53.760" v="9009" actId="21"/>
          <ac:spMkLst>
            <pc:docMk/>
            <pc:sldMk cId="1194784833" sldId="1106"/>
            <ac:spMk id="27" creationId="{9AF37D9F-E196-B075-F7BC-E160F08BFE37}"/>
          </ac:spMkLst>
        </pc:spChg>
        <pc:spChg chg="add del mod">
          <ac:chgData name="严 伟杰" userId="12717cc107ab2eea" providerId="LiveId" clId="{D6FB56F4-E1BB-4E5F-9298-2D2FA9D0633A}" dt="2022-05-10T08:02:08.422" v="9013" actId="21"/>
          <ac:spMkLst>
            <pc:docMk/>
            <pc:sldMk cId="1194784833" sldId="1106"/>
            <ac:spMk id="28" creationId="{F5EF869F-3629-8EEC-531A-BE2FBF107625}"/>
          </ac:spMkLst>
        </pc:spChg>
        <pc:spChg chg="add del mod">
          <ac:chgData name="严 伟杰" userId="12717cc107ab2eea" providerId="LiveId" clId="{D6FB56F4-E1BB-4E5F-9298-2D2FA9D0633A}" dt="2022-05-10T08:38:06.437" v="9174" actId="21"/>
          <ac:spMkLst>
            <pc:docMk/>
            <pc:sldMk cId="1194784833" sldId="1106"/>
            <ac:spMk id="29" creationId="{64FB84A5-0A49-8DA8-9FD9-D04048BA4D91}"/>
          </ac:spMkLst>
        </pc:spChg>
        <pc:spChg chg="add mod">
          <ac:chgData name="严 伟杰" userId="12717cc107ab2eea" providerId="LiveId" clId="{D6FB56F4-E1BB-4E5F-9298-2D2FA9D0633A}" dt="2022-05-10T08:01:46.334" v="9005"/>
          <ac:spMkLst>
            <pc:docMk/>
            <pc:sldMk cId="1194784833" sldId="1106"/>
            <ac:spMk id="30" creationId="{1B93B676-5489-821D-8671-50F533795B9E}"/>
          </ac:spMkLst>
        </pc:spChg>
        <pc:spChg chg="add del mod">
          <ac:chgData name="严 伟杰" userId="12717cc107ab2eea" providerId="LiveId" clId="{D6FB56F4-E1BB-4E5F-9298-2D2FA9D0633A}" dt="2022-05-10T08:24:45.247" v="9156" actId="21"/>
          <ac:spMkLst>
            <pc:docMk/>
            <pc:sldMk cId="1194784833" sldId="1106"/>
            <ac:spMk id="31" creationId="{D1450403-28A4-A09C-7F1B-7A77E7B375AD}"/>
          </ac:spMkLst>
        </pc:spChg>
        <pc:spChg chg="add del mod">
          <ac:chgData name="严 伟杰" userId="12717cc107ab2eea" providerId="LiveId" clId="{D6FB56F4-E1BB-4E5F-9298-2D2FA9D0633A}" dt="2022-05-10T08:24:45.247" v="9156" actId="21"/>
          <ac:spMkLst>
            <pc:docMk/>
            <pc:sldMk cId="1194784833" sldId="1106"/>
            <ac:spMk id="32" creationId="{181C86B6-4F4D-F919-D286-EE61D5F67242}"/>
          </ac:spMkLst>
        </pc:spChg>
        <pc:spChg chg="add del mod">
          <ac:chgData name="严 伟杰" userId="12717cc107ab2eea" providerId="LiveId" clId="{D6FB56F4-E1BB-4E5F-9298-2D2FA9D0633A}" dt="2022-05-10T08:52:23.030" v="9277" actId="478"/>
          <ac:spMkLst>
            <pc:docMk/>
            <pc:sldMk cId="1194784833" sldId="1106"/>
            <ac:spMk id="33" creationId="{491BB3BB-AFC0-E2CA-CF6C-9D4DA4C8790B}"/>
          </ac:spMkLst>
        </pc:spChg>
        <pc:spChg chg="add del mod">
          <ac:chgData name="严 伟杰" userId="12717cc107ab2eea" providerId="LiveId" clId="{D6FB56F4-E1BB-4E5F-9298-2D2FA9D0633A}" dt="2022-05-10T08:52:23.030" v="9277" actId="478"/>
          <ac:spMkLst>
            <pc:docMk/>
            <pc:sldMk cId="1194784833" sldId="1106"/>
            <ac:spMk id="34" creationId="{378E3E66-61FE-A9C0-BA2D-80522BCB865F}"/>
          </ac:spMkLst>
        </pc:spChg>
        <pc:spChg chg="add del mod">
          <ac:chgData name="严 伟杰" userId="12717cc107ab2eea" providerId="LiveId" clId="{D6FB56F4-E1BB-4E5F-9298-2D2FA9D0633A}" dt="2022-05-10T08:52:23.030" v="9277" actId="478"/>
          <ac:spMkLst>
            <pc:docMk/>
            <pc:sldMk cId="1194784833" sldId="1106"/>
            <ac:spMk id="35" creationId="{B0A10366-6870-941A-A0ED-1EC8668AE1EC}"/>
          </ac:spMkLst>
        </pc:spChg>
        <pc:spChg chg="add del mod">
          <ac:chgData name="严 伟杰" userId="12717cc107ab2eea" providerId="LiveId" clId="{D6FB56F4-E1BB-4E5F-9298-2D2FA9D0633A}" dt="2022-05-10T08:38:08.091" v="9175" actId="21"/>
          <ac:spMkLst>
            <pc:docMk/>
            <pc:sldMk cId="1194784833" sldId="1106"/>
            <ac:spMk id="36" creationId="{51C543AD-BA69-9B65-D964-BF3CC228DE54}"/>
          </ac:spMkLst>
        </pc:spChg>
        <pc:spChg chg="add del mod">
          <ac:chgData name="严 伟杰" userId="12717cc107ab2eea" providerId="LiveId" clId="{D6FB56F4-E1BB-4E5F-9298-2D2FA9D0633A}" dt="2022-05-10T08:39:10.903" v="9179" actId="21"/>
          <ac:spMkLst>
            <pc:docMk/>
            <pc:sldMk cId="1194784833" sldId="1106"/>
            <ac:spMk id="37" creationId="{A77B0D1C-8B2C-C6AB-F95A-46B1E0CC0234}"/>
          </ac:spMkLst>
        </pc:spChg>
        <pc:spChg chg="add del mod">
          <ac:chgData name="严 伟杰" userId="12717cc107ab2eea" providerId="LiveId" clId="{D6FB56F4-E1BB-4E5F-9298-2D2FA9D0633A}" dt="2022-05-10T08:39:12.338" v="9180" actId="21"/>
          <ac:spMkLst>
            <pc:docMk/>
            <pc:sldMk cId="1194784833" sldId="1106"/>
            <ac:spMk id="38" creationId="{E6FB5860-B261-04F0-AB10-BD4A1FCB6A9D}"/>
          </ac:spMkLst>
        </pc:spChg>
        <pc:spChg chg="del">
          <ac:chgData name="严 伟杰" userId="12717cc107ab2eea" providerId="LiveId" clId="{D6FB56F4-E1BB-4E5F-9298-2D2FA9D0633A}" dt="2022-05-10T08:52:23.030" v="9277" actId="478"/>
          <ac:spMkLst>
            <pc:docMk/>
            <pc:sldMk cId="1194784833" sldId="1106"/>
            <ac:spMk id="39" creationId="{48C9645A-8C1F-E91A-A0AD-341472971673}"/>
          </ac:spMkLst>
        </pc:spChg>
        <pc:spChg chg="del">
          <ac:chgData name="严 伟杰" userId="12717cc107ab2eea" providerId="LiveId" clId="{D6FB56F4-E1BB-4E5F-9298-2D2FA9D0633A}" dt="2022-05-10T08:52:23.030" v="9277" actId="478"/>
          <ac:spMkLst>
            <pc:docMk/>
            <pc:sldMk cId="1194784833" sldId="1106"/>
            <ac:spMk id="40" creationId="{4E1E3546-A389-414A-19B6-34B4EED83CFB}"/>
          </ac:spMkLst>
        </pc:spChg>
        <pc:spChg chg="del">
          <ac:chgData name="严 伟杰" userId="12717cc107ab2eea" providerId="LiveId" clId="{D6FB56F4-E1BB-4E5F-9298-2D2FA9D0633A}" dt="2022-05-10T08:52:23.030" v="9277" actId="478"/>
          <ac:spMkLst>
            <pc:docMk/>
            <pc:sldMk cId="1194784833" sldId="1106"/>
            <ac:spMk id="41" creationId="{96AB6962-445A-E119-72CD-E2F2CE90A063}"/>
          </ac:spMkLst>
        </pc:spChg>
        <pc:spChg chg="del mod">
          <ac:chgData name="严 伟杰" userId="12717cc107ab2eea" providerId="LiveId" clId="{D6FB56F4-E1BB-4E5F-9298-2D2FA9D0633A}" dt="2022-05-10T08:52:23.030" v="9277" actId="478"/>
          <ac:spMkLst>
            <pc:docMk/>
            <pc:sldMk cId="1194784833" sldId="1106"/>
            <ac:spMk id="42" creationId="{1DB32B7A-3259-2C7E-C278-D724BD25389E}"/>
          </ac:spMkLst>
        </pc:spChg>
        <pc:spChg chg="del">
          <ac:chgData name="严 伟杰" userId="12717cc107ab2eea" providerId="LiveId" clId="{D6FB56F4-E1BB-4E5F-9298-2D2FA9D0633A}" dt="2022-05-10T08:52:23.030" v="9277" actId="478"/>
          <ac:spMkLst>
            <pc:docMk/>
            <pc:sldMk cId="1194784833" sldId="1106"/>
            <ac:spMk id="43" creationId="{027D9A8E-FF25-FDF3-92E9-A33719A48830}"/>
          </ac:spMkLst>
        </pc:spChg>
        <pc:spChg chg="del">
          <ac:chgData name="严 伟杰" userId="12717cc107ab2eea" providerId="LiveId" clId="{D6FB56F4-E1BB-4E5F-9298-2D2FA9D0633A}" dt="2022-05-10T08:52:23.030" v="9277" actId="478"/>
          <ac:spMkLst>
            <pc:docMk/>
            <pc:sldMk cId="1194784833" sldId="1106"/>
            <ac:spMk id="44" creationId="{DB8E46B8-44D7-30AA-0762-A2E09DCF9738}"/>
          </ac:spMkLst>
        </pc:spChg>
        <pc:spChg chg="add del mod">
          <ac:chgData name="严 伟杰" userId="12717cc107ab2eea" providerId="LiveId" clId="{D6FB56F4-E1BB-4E5F-9298-2D2FA9D0633A}" dt="2022-05-10T08:37:57.578" v="9173" actId="21"/>
          <ac:spMkLst>
            <pc:docMk/>
            <pc:sldMk cId="1194784833" sldId="1106"/>
            <ac:spMk id="45" creationId="{BA16F02C-5273-22CE-E24D-CFFB7D316655}"/>
          </ac:spMkLst>
        </pc:spChg>
        <pc:spChg chg="add del mod">
          <ac:chgData name="严 伟杰" userId="12717cc107ab2eea" providerId="LiveId" clId="{D6FB56F4-E1BB-4E5F-9298-2D2FA9D0633A}" dt="2022-05-10T08:38:09.342" v="9176" actId="21"/>
          <ac:spMkLst>
            <pc:docMk/>
            <pc:sldMk cId="1194784833" sldId="1106"/>
            <ac:spMk id="46" creationId="{0253C536-2049-5868-0C3F-6798C704E42E}"/>
          </ac:spMkLst>
        </pc:spChg>
        <pc:spChg chg="add del mod">
          <ac:chgData name="严 伟杰" userId="12717cc107ab2eea" providerId="LiveId" clId="{D6FB56F4-E1BB-4E5F-9298-2D2FA9D0633A}" dt="2022-05-10T08:39:01.333" v="9177" actId="21"/>
          <ac:spMkLst>
            <pc:docMk/>
            <pc:sldMk cId="1194784833" sldId="1106"/>
            <ac:spMk id="47" creationId="{B907A30F-B4BE-AD4F-AF42-3679745DCE81}"/>
          </ac:spMkLst>
        </pc:spChg>
        <pc:spChg chg="add del mod">
          <ac:chgData name="严 伟杰" userId="12717cc107ab2eea" providerId="LiveId" clId="{D6FB56F4-E1BB-4E5F-9298-2D2FA9D0633A}" dt="2022-05-10T08:39:03.612" v="9178" actId="21"/>
          <ac:spMkLst>
            <pc:docMk/>
            <pc:sldMk cId="1194784833" sldId="1106"/>
            <ac:spMk id="48" creationId="{7FB7B230-E78B-50BF-9064-D9039F408E88}"/>
          </ac:spMkLst>
        </pc:spChg>
        <pc:spChg chg="add mod">
          <ac:chgData name="严 伟杰" userId="12717cc107ab2eea" providerId="LiveId" clId="{D6FB56F4-E1BB-4E5F-9298-2D2FA9D0633A}" dt="2022-05-10T08:52:23.439" v="9278"/>
          <ac:spMkLst>
            <pc:docMk/>
            <pc:sldMk cId="1194784833" sldId="1106"/>
            <ac:spMk id="49" creationId="{75E6A436-5C14-C67E-7EDA-62650F5557EF}"/>
          </ac:spMkLst>
        </pc:spChg>
        <pc:spChg chg="add mod">
          <ac:chgData name="严 伟杰" userId="12717cc107ab2eea" providerId="LiveId" clId="{D6FB56F4-E1BB-4E5F-9298-2D2FA9D0633A}" dt="2022-05-10T08:52:23.439" v="9278"/>
          <ac:spMkLst>
            <pc:docMk/>
            <pc:sldMk cId="1194784833" sldId="1106"/>
            <ac:spMk id="50" creationId="{CE517A91-C96C-42BE-DF75-C1D01E111AC2}"/>
          </ac:spMkLst>
        </pc:spChg>
        <pc:spChg chg="add mod">
          <ac:chgData name="严 伟杰" userId="12717cc107ab2eea" providerId="LiveId" clId="{D6FB56F4-E1BB-4E5F-9298-2D2FA9D0633A}" dt="2022-05-10T08:52:23.439" v="9278"/>
          <ac:spMkLst>
            <pc:docMk/>
            <pc:sldMk cId="1194784833" sldId="1106"/>
            <ac:spMk id="53" creationId="{5BA3A25A-D363-5728-4073-8280A979B8E2}"/>
          </ac:spMkLst>
        </pc:spChg>
        <pc:spChg chg="add mod">
          <ac:chgData name="严 伟杰" userId="12717cc107ab2eea" providerId="LiveId" clId="{D6FB56F4-E1BB-4E5F-9298-2D2FA9D0633A}" dt="2022-05-10T08:52:23.439" v="9278"/>
          <ac:spMkLst>
            <pc:docMk/>
            <pc:sldMk cId="1194784833" sldId="1106"/>
            <ac:spMk id="57" creationId="{7321C806-2A86-BAF1-6B2C-8A7DBC511EA7}"/>
          </ac:spMkLst>
        </pc:spChg>
        <pc:spChg chg="add mod">
          <ac:chgData name="严 伟杰" userId="12717cc107ab2eea" providerId="LiveId" clId="{D6FB56F4-E1BB-4E5F-9298-2D2FA9D0633A}" dt="2022-05-10T08:52:23.439" v="9278"/>
          <ac:spMkLst>
            <pc:docMk/>
            <pc:sldMk cId="1194784833" sldId="1106"/>
            <ac:spMk id="58" creationId="{46C5BCF5-1791-2F7D-B3CF-C33F6E528995}"/>
          </ac:spMkLst>
        </pc:spChg>
        <pc:spChg chg="add mod">
          <ac:chgData name="严 伟杰" userId="12717cc107ab2eea" providerId="LiveId" clId="{D6FB56F4-E1BB-4E5F-9298-2D2FA9D0633A}" dt="2022-05-10T08:52:23.439" v="9278"/>
          <ac:spMkLst>
            <pc:docMk/>
            <pc:sldMk cId="1194784833" sldId="1106"/>
            <ac:spMk id="59" creationId="{52956955-408F-16AA-82E8-C0BE9A96B069}"/>
          </ac:spMkLst>
        </pc:spChg>
        <pc:spChg chg="add mod">
          <ac:chgData name="严 伟杰" userId="12717cc107ab2eea" providerId="LiveId" clId="{D6FB56F4-E1BB-4E5F-9298-2D2FA9D0633A}" dt="2022-05-10T08:52:23.439" v="9278"/>
          <ac:spMkLst>
            <pc:docMk/>
            <pc:sldMk cId="1194784833" sldId="1106"/>
            <ac:spMk id="60" creationId="{E448001B-DA0A-D2EE-4A3A-E7A042A696CC}"/>
          </ac:spMkLst>
        </pc:spChg>
        <pc:spChg chg="add mod">
          <ac:chgData name="严 伟杰" userId="12717cc107ab2eea" providerId="LiveId" clId="{D6FB56F4-E1BB-4E5F-9298-2D2FA9D0633A}" dt="2022-05-10T08:52:23.439" v="9278"/>
          <ac:spMkLst>
            <pc:docMk/>
            <pc:sldMk cId="1194784833" sldId="1106"/>
            <ac:spMk id="61" creationId="{6244537E-E52B-4A3E-BD62-FB9F9F59CB42}"/>
          </ac:spMkLst>
        </pc:spChg>
        <pc:spChg chg="add mod">
          <ac:chgData name="严 伟杰" userId="12717cc107ab2eea" providerId="LiveId" clId="{D6FB56F4-E1BB-4E5F-9298-2D2FA9D0633A}" dt="2022-05-10T08:52:23.439" v="9278"/>
          <ac:spMkLst>
            <pc:docMk/>
            <pc:sldMk cId="1194784833" sldId="1106"/>
            <ac:spMk id="62" creationId="{3934676A-FAC6-A395-114C-596C5AD9CD88}"/>
          </ac:spMkLst>
        </pc:spChg>
        <pc:spChg chg="add mod">
          <ac:chgData name="严 伟杰" userId="12717cc107ab2eea" providerId="LiveId" clId="{D6FB56F4-E1BB-4E5F-9298-2D2FA9D0633A}" dt="2022-05-10T08:52:23.439" v="9278"/>
          <ac:spMkLst>
            <pc:docMk/>
            <pc:sldMk cId="1194784833" sldId="1106"/>
            <ac:spMk id="63" creationId="{8039702A-1FE1-BC74-8DB0-F872E0AE142D}"/>
          </ac:spMkLst>
        </pc:spChg>
        <pc:spChg chg="add del mod">
          <ac:chgData name="严 伟杰" userId="12717cc107ab2eea" providerId="LiveId" clId="{D6FB56F4-E1BB-4E5F-9298-2D2FA9D0633A}" dt="2022-05-10T08:52:31.512" v="9279" actId="478"/>
          <ac:spMkLst>
            <pc:docMk/>
            <pc:sldMk cId="1194784833" sldId="1106"/>
            <ac:spMk id="64" creationId="{0F1835EA-240E-E49F-6F7C-1CFE298636DC}"/>
          </ac:spMkLst>
        </pc:spChg>
        <pc:spChg chg="add mod">
          <ac:chgData name="严 伟杰" userId="12717cc107ab2eea" providerId="LiveId" clId="{D6FB56F4-E1BB-4E5F-9298-2D2FA9D0633A}" dt="2022-05-10T08:52:23.439" v="9278"/>
          <ac:spMkLst>
            <pc:docMk/>
            <pc:sldMk cId="1194784833" sldId="1106"/>
            <ac:spMk id="65" creationId="{D986F7E1-E6EA-CD6C-5E04-8FE68141870E}"/>
          </ac:spMkLst>
        </pc:spChg>
        <pc:spChg chg="add mod">
          <ac:chgData name="严 伟杰" userId="12717cc107ab2eea" providerId="LiveId" clId="{D6FB56F4-E1BB-4E5F-9298-2D2FA9D0633A}" dt="2022-05-10T08:52:23.439" v="9278"/>
          <ac:spMkLst>
            <pc:docMk/>
            <pc:sldMk cId="1194784833" sldId="1106"/>
            <ac:spMk id="66" creationId="{444F9B8C-7B7E-0EF2-1E43-1BB6D18AE5B3}"/>
          </ac:spMkLst>
        </pc:spChg>
        <pc:spChg chg="add mod">
          <ac:chgData name="严 伟杰" userId="12717cc107ab2eea" providerId="LiveId" clId="{D6FB56F4-E1BB-4E5F-9298-2D2FA9D0633A}" dt="2022-05-10T08:52:23.439" v="9278"/>
          <ac:spMkLst>
            <pc:docMk/>
            <pc:sldMk cId="1194784833" sldId="1106"/>
            <ac:spMk id="67" creationId="{DDC81283-D7D3-6995-B7BB-BBCB4BAEDDB9}"/>
          </ac:spMkLst>
        </pc:spChg>
        <pc:spChg chg="add del mod">
          <ac:chgData name="严 伟杰" userId="12717cc107ab2eea" providerId="LiveId" clId="{D6FB56F4-E1BB-4E5F-9298-2D2FA9D0633A}" dt="2022-05-10T08:52:33.371" v="9280" actId="478"/>
          <ac:spMkLst>
            <pc:docMk/>
            <pc:sldMk cId="1194784833" sldId="1106"/>
            <ac:spMk id="68" creationId="{3FF0214D-EDB3-B5CB-0116-438F95426C68}"/>
          </ac:spMkLst>
        </pc:spChg>
        <pc:spChg chg="add del mod">
          <ac:chgData name="严 伟杰" userId="12717cc107ab2eea" providerId="LiveId" clId="{D6FB56F4-E1BB-4E5F-9298-2D2FA9D0633A}" dt="2022-05-10T08:52:42.571" v="9282" actId="478"/>
          <ac:spMkLst>
            <pc:docMk/>
            <pc:sldMk cId="1194784833" sldId="1106"/>
            <ac:spMk id="69" creationId="{C6EF8FA1-67D1-8B55-B07C-8916DE8E5A94}"/>
          </ac:spMkLst>
        </pc:spChg>
        <pc:spChg chg="add del mod">
          <ac:chgData name="严 伟杰" userId="12717cc107ab2eea" providerId="LiveId" clId="{D6FB56F4-E1BB-4E5F-9298-2D2FA9D0633A}" dt="2022-05-10T08:52:37.833" v="9281" actId="478"/>
          <ac:spMkLst>
            <pc:docMk/>
            <pc:sldMk cId="1194784833" sldId="1106"/>
            <ac:spMk id="70" creationId="{E036E0E7-02B7-469D-2533-8EFA07BCD28F}"/>
          </ac:spMkLst>
        </pc:spChg>
        <pc:cxnChg chg="del mod">
          <ac:chgData name="严 伟杰" userId="12717cc107ab2eea" providerId="LiveId" clId="{D6FB56F4-E1BB-4E5F-9298-2D2FA9D0633A}" dt="2022-05-10T08:52:23.030" v="9277" actId="478"/>
          <ac:cxnSpMkLst>
            <pc:docMk/>
            <pc:sldMk cId="1194784833" sldId="1106"/>
            <ac:cxnSpMk id="14" creationId="{8419627A-DC1E-98BA-B6FF-D76F4D2CDC3E}"/>
          </ac:cxnSpMkLst>
        </pc:cxnChg>
        <pc:cxnChg chg="del mod">
          <ac:chgData name="严 伟杰" userId="12717cc107ab2eea" providerId="LiveId" clId="{D6FB56F4-E1BB-4E5F-9298-2D2FA9D0633A}" dt="2022-05-10T08:52:23.030" v="9277" actId="478"/>
          <ac:cxnSpMkLst>
            <pc:docMk/>
            <pc:sldMk cId="1194784833" sldId="1106"/>
            <ac:cxnSpMk id="16" creationId="{222BF2F0-6A78-9FAA-23DC-A97C9C05B8DC}"/>
          </ac:cxnSpMkLst>
        </pc:cxnChg>
        <pc:cxnChg chg="del">
          <ac:chgData name="严 伟杰" userId="12717cc107ab2eea" providerId="LiveId" clId="{D6FB56F4-E1BB-4E5F-9298-2D2FA9D0633A}" dt="2022-05-10T08:52:23.030" v="9277" actId="478"/>
          <ac:cxnSpMkLst>
            <pc:docMk/>
            <pc:sldMk cId="1194784833" sldId="1106"/>
            <ac:cxnSpMk id="18" creationId="{680B3B33-9D9A-1834-0B98-39B3EBEB6142}"/>
          </ac:cxnSpMkLst>
        </pc:cxnChg>
        <pc:cxnChg chg="del mod">
          <ac:chgData name="严 伟杰" userId="12717cc107ab2eea" providerId="LiveId" clId="{D6FB56F4-E1BB-4E5F-9298-2D2FA9D0633A}" dt="2022-05-10T08:52:23.030" v="9277" actId="478"/>
          <ac:cxnSpMkLst>
            <pc:docMk/>
            <pc:sldMk cId="1194784833" sldId="1106"/>
            <ac:cxnSpMk id="19" creationId="{B5051BF1-5DCC-890F-1B4F-3230B923A2C1}"/>
          </ac:cxnSpMkLst>
        </pc:cxnChg>
        <pc:cxnChg chg="del mod">
          <ac:chgData name="严 伟杰" userId="12717cc107ab2eea" providerId="LiveId" clId="{D6FB56F4-E1BB-4E5F-9298-2D2FA9D0633A}" dt="2022-05-10T08:52:23.030" v="9277" actId="478"/>
          <ac:cxnSpMkLst>
            <pc:docMk/>
            <pc:sldMk cId="1194784833" sldId="1106"/>
            <ac:cxnSpMk id="20" creationId="{AD1DAA9A-6316-BDC2-0857-4AFB4FC3BB21}"/>
          </ac:cxnSpMkLst>
        </pc:cxnChg>
        <pc:cxnChg chg="add mod">
          <ac:chgData name="严 伟杰" userId="12717cc107ab2eea" providerId="LiveId" clId="{D6FB56F4-E1BB-4E5F-9298-2D2FA9D0633A}" dt="2022-05-10T08:52:23.439" v="9278"/>
          <ac:cxnSpMkLst>
            <pc:docMk/>
            <pc:sldMk cId="1194784833" sldId="1106"/>
            <ac:cxnSpMk id="51" creationId="{F137E4FD-D3D3-8658-4A1C-C94D70A8F914}"/>
          </ac:cxnSpMkLst>
        </pc:cxnChg>
        <pc:cxnChg chg="add mod">
          <ac:chgData name="严 伟杰" userId="12717cc107ab2eea" providerId="LiveId" clId="{D6FB56F4-E1BB-4E5F-9298-2D2FA9D0633A}" dt="2022-05-10T08:52:23.439" v="9278"/>
          <ac:cxnSpMkLst>
            <pc:docMk/>
            <pc:sldMk cId="1194784833" sldId="1106"/>
            <ac:cxnSpMk id="52" creationId="{1D3817E8-E2A2-07E0-A915-75247A7E8F2C}"/>
          </ac:cxnSpMkLst>
        </pc:cxnChg>
        <pc:cxnChg chg="add mod">
          <ac:chgData name="严 伟杰" userId="12717cc107ab2eea" providerId="LiveId" clId="{D6FB56F4-E1BB-4E5F-9298-2D2FA9D0633A}" dt="2022-05-10T08:52:23.439" v="9278"/>
          <ac:cxnSpMkLst>
            <pc:docMk/>
            <pc:sldMk cId="1194784833" sldId="1106"/>
            <ac:cxnSpMk id="54" creationId="{95155B0B-0C46-1904-A607-AD6DA0A1C040}"/>
          </ac:cxnSpMkLst>
        </pc:cxnChg>
        <pc:cxnChg chg="add mod">
          <ac:chgData name="严 伟杰" userId="12717cc107ab2eea" providerId="LiveId" clId="{D6FB56F4-E1BB-4E5F-9298-2D2FA9D0633A}" dt="2022-05-10T08:52:23.439" v="9278"/>
          <ac:cxnSpMkLst>
            <pc:docMk/>
            <pc:sldMk cId="1194784833" sldId="1106"/>
            <ac:cxnSpMk id="55" creationId="{FEC4526E-626B-2B3A-8BC8-1F139B5B7811}"/>
          </ac:cxnSpMkLst>
        </pc:cxnChg>
        <pc:cxnChg chg="add mod">
          <ac:chgData name="严 伟杰" userId="12717cc107ab2eea" providerId="LiveId" clId="{D6FB56F4-E1BB-4E5F-9298-2D2FA9D0633A}" dt="2022-05-10T08:52:23.439" v="9278"/>
          <ac:cxnSpMkLst>
            <pc:docMk/>
            <pc:sldMk cId="1194784833" sldId="1106"/>
            <ac:cxnSpMk id="56" creationId="{7075AC34-DCB4-4B35-3D05-3E59EE0CB215}"/>
          </ac:cxnSpMkLst>
        </pc:cxnChg>
      </pc:sldChg>
      <pc:sldChg chg="addSp delSp modSp add mod">
        <pc:chgData name="严 伟杰" userId="12717cc107ab2eea" providerId="LiveId" clId="{D6FB56F4-E1BB-4E5F-9298-2D2FA9D0633A}" dt="2022-05-10T09:04:25.837" v="9413" actId="208"/>
        <pc:sldMkLst>
          <pc:docMk/>
          <pc:sldMk cId="1594768172" sldId="1107"/>
        </pc:sldMkLst>
        <pc:spChg chg="add del">
          <ac:chgData name="严 伟杰" userId="12717cc107ab2eea" providerId="LiveId" clId="{D6FB56F4-E1BB-4E5F-9298-2D2FA9D0633A}" dt="2022-05-10T08:49:16.011" v="9215" actId="11529"/>
          <ac:spMkLst>
            <pc:docMk/>
            <pc:sldMk cId="1594768172" sldId="1107"/>
            <ac:spMk id="2" creationId="{3D76D991-AA22-DD89-31E8-8F96A6F62CE7}"/>
          </ac:spMkLst>
        </pc:spChg>
        <pc:spChg chg="add mod">
          <ac:chgData name="严 伟杰" userId="12717cc107ab2eea" providerId="LiveId" clId="{D6FB56F4-E1BB-4E5F-9298-2D2FA9D0633A}" dt="2022-05-10T08:53:41.049" v="9291" actId="1076"/>
          <ac:spMkLst>
            <pc:docMk/>
            <pc:sldMk cId="1594768172" sldId="1107"/>
            <ac:spMk id="3" creationId="{56DE9920-8695-27AD-6E40-DDBB14182323}"/>
          </ac:spMkLst>
        </pc:spChg>
        <pc:spChg chg="mod">
          <ac:chgData name="严 伟杰" userId="12717cc107ab2eea" providerId="LiveId" clId="{D6FB56F4-E1BB-4E5F-9298-2D2FA9D0633A}" dt="2022-05-10T08:52:03.170" v="9269" actId="1076"/>
          <ac:spMkLst>
            <pc:docMk/>
            <pc:sldMk cId="1594768172" sldId="1107"/>
            <ac:spMk id="4" creationId="{3159F72D-EE15-DD07-B8B2-D12D8BA45F7D}"/>
          </ac:spMkLst>
        </pc:spChg>
        <pc:spChg chg="mod">
          <ac:chgData name="严 伟杰" userId="12717cc107ab2eea" providerId="LiveId" clId="{D6FB56F4-E1BB-4E5F-9298-2D2FA9D0633A}" dt="2022-05-10T08:52:10.027" v="9276" actId="1036"/>
          <ac:spMkLst>
            <pc:docMk/>
            <pc:sldMk cId="1594768172" sldId="1107"/>
            <ac:spMk id="7" creationId="{C060125F-BAFC-B12A-3F44-9C0B044FF9CD}"/>
          </ac:spMkLst>
        </pc:spChg>
        <pc:spChg chg="mod">
          <ac:chgData name="严 伟杰" userId="12717cc107ab2eea" providerId="LiveId" clId="{D6FB56F4-E1BB-4E5F-9298-2D2FA9D0633A}" dt="2022-05-10T08:52:10.027" v="9276" actId="1036"/>
          <ac:spMkLst>
            <pc:docMk/>
            <pc:sldMk cId="1594768172" sldId="1107"/>
            <ac:spMk id="10" creationId="{CD280846-F634-D767-A08A-BAC43137C4FC}"/>
          </ac:spMkLst>
        </pc:spChg>
        <pc:spChg chg="add del">
          <ac:chgData name="严 伟杰" userId="12717cc107ab2eea" providerId="LiveId" clId="{D6FB56F4-E1BB-4E5F-9298-2D2FA9D0633A}" dt="2022-05-10T08:54:00.281" v="9293" actId="11529"/>
          <ac:spMkLst>
            <pc:docMk/>
            <pc:sldMk cId="1594768172" sldId="1107"/>
            <ac:spMk id="15" creationId="{5E1D672D-5691-3BB2-A021-EAD011F1BA47}"/>
          </ac:spMkLst>
        </pc:spChg>
        <pc:spChg chg="mod">
          <ac:chgData name="严 伟杰" userId="12717cc107ab2eea" providerId="LiveId" clId="{D6FB56F4-E1BB-4E5F-9298-2D2FA9D0633A}" dt="2022-05-10T08:52:10.027" v="9276" actId="1036"/>
          <ac:spMkLst>
            <pc:docMk/>
            <pc:sldMk cId="1594768172" sldId="1107"/>
            <ac:spMk id="17" creationId="{4D11384B-4989-FABD-D6D4-00B58773DB17}"/>
          </ac:spMkLst>
        </pc:spChg>
        <pc:spChg chg="mod">
          <ac:chgData name="严 伟杰" userId="12717cc107ab2eea" providerId="LiveId" clId="{D6FB56F4-E1BB-4E5F-9298-2D2FA9D0633A}" dt="2022-05-10T08:52:10.027" v="9276" actId="1036"/>
          <ac:spMkLst>
            <pc:docMk/>
            <pc:sldMk cId="1594768172" sldId="1107"/>
            <ac:spMk id="22" creationId="{5AF9FF3B-3BF5-7CD0-94CC-8A8FC51F9D6E}"/>
          </ac:spMkLst>
        </pc:spChg>
        <pc:spChg chg="mod">
          <ac:chgData name="严 伟杰" userId="12717cc107ab2eea" providerId="LiveId" clId="{D6FB56F4-E1BB-4E5F-9298-2D2FA9D0633A}" dt="2022-05-10T08:52:10.027" v="9276" actId="1036"/>
          <ac:spMkLst>
            <pc:docMk/>
            <pc:sldMk cId="1594768172" sldId="1107"/>
            <ac:spMk id="29" creationId="{64FB84A5-0A49-8DA8-9FD9-D04048BA4D91}"/>
          </ac:spMkLst>
        </pc:spChg>
        <pc:spChg chg="add mod">
          <ac:chgData name="严 伟杰" userId="12717cc107ab2eea" providerId="LiveId" clId="{D6FB56F4-E1BB-4E5F-9298-2D2FA9D0633A}" dt="2022-05-10T08:50:46.640" v="9244" actId="1076"/>
          <ac:spMkLst>
            <pc:docMk/>
            <pc:sldMk cId="1594768172" sldId="1107"/>
            <ac:spMk id="30" creationId="{0AF40CD5-328F-7623-B3E6-528092371D1A}"/>
          </ac:spMkLst>
        </pc:spChg>
        <pc:spChg chg="add mod">
          <ac:chgData name="严 伟杰" userId="12717cc107ab2eea" providerId="LiveId" clId="{D6FB56F4-E1BB-4E5F-9298-2D2FA9D0633A}" dt="2022-05-10T08:50:46.640" v="9244" actId="1076"/>
          <ac:spMkLst>
            <pc:docMk/>
            <pc:sldMk cId="1594768172" sldId="1107"/>
            <ac:spMk id="31" creationId="{F96291F5-B49B-931E-8EE6-1022B8019BA3}"/>
          </ac:spMkLst>
        </pc:spChg>
        <pc:spChg chg="add mod">
          <ac:chgData name="严 伟杰" userId="12717cc107ab2eea" providerId="LiveId" clId="{D6FB56F4-E1BB-4E5F-9298-2D2FA9D0633A}" dt="2022-05-10T08:50:46.640" v="9244" actId="1076"/>
          <ac:spMkLst>
            <pc:docMk/>
            <pc:sldMk cId="1594768172" sldId="1107"/>
            <ac:spMk id="32" creationId="{FD2449A7-8CBF-7760-0CBD-6EDA6B0A136E}"/>
          </ac:spMkLst>
        </pc:spChg>
        <pc:spChg chg="mod">
          <ac:chgData name="严 伟杰" userId="12717cc107ab2eea" providerId="LiveId" clId="{D6FB56F4-E1BB-4E5F-9298-2D2FA9D0633A}" dt="2022-05-10T08:52:10.027" v="9276" actId="1036"/>
          <ac:spMkLst>
            <pc:docMk/>
            <pc:sldMk cId="1594768172" sldId="1107"/>
            <ac:spMk id="33" creationId="{491BB3BB-AFC0-E2CA-CF6C-9D4DA4C8790B}"/>
          </ac:spMkLst>
        </pc:spChg>
        <pc:spChg chg="mod">
          <ac:chgData name="严 伟杰" userId="12717cc107ab2eea" providerId="LiveId" clId="{D6FB56F4-E1BB-4E5F-9298-2D2FA9D0633A}" dt="2022-05-10T08:52:10.027" v="9276" actId="1036"/>
          <ac:spMkLst>
            <pc:docMk/>
            <pc:sldMk cId="1594768172" sldId="1107"/>
            <ac:spMk id="34" creationId="{378E3E66-61FE-A9C0-BA2D-80522BCB865F}"/>
          </ac:spMkLst>
        </pc:spChg>
        <pc:spChg chg="mod">
          <ac:chgData name="严 伟杰" userId="12717cc107ab2eea" providerId="LiveId" clId="{D6FB56F4-E1BB-4E5F-9298-2D2FA9D0633A}" dt="2022-05-10T08:52:10.027" v="9276" actId="1036"/>
          <ac:spMkLst>
            <pc:docMk/>
            <pc:sldMk cId="1594768172" sldId="1107"/>
            <ac:spMk id="35" creationId="{B0A10366-6870-941A-A0ED-1EC8668AE1EC}"/>
          </ac:spMkLst>
        </pc:spChg>
        <pc:spChg chg="mod">
          <ac:chgData name="严 伟杰" userId="12717cc107ab2eea" providerId="LiveId" clId="{D6FB56F4-E1BB-4E5F-9298-2D2FA9D0633A}" dt="2022-05-10T08:52:10.027" v="9276" actId="1036"/>
          <ac:spMkLst>
            <pc:docMk/>
            <pc:sldMk cId="1594768172" sldId="1107"/>
            <ac:spMk id="36" creationId="{51C543AD-BA69-9B65-D964-BF3CC228DE54}"/>
          </ac:spMkLst>
        </pc:spChg>
        <pc:spChg chg="mod">
          <ac:chgData name="严 伟杰" userId="12717cc107ab2eea" providerId="LiveId" clId="{D6FB56F4-E1BB-4E5F-9298-2D2FA9D0633A}" dt="2022-05-10T08:52:10.027" v="9276" actId="1036"/>
          <ac:spMkLst>
            <pc:docMk/>
            <pc:sldMk cId="1594768172" sldId="1107"/>
            <ac:spMk id="37" creationId="{A77B0D1C-8B2C-C6AB-F95A-46B1E0CC0234}"/>
          </ac:spMkLst>
        </pc:spChg>
        <pc:spChg chg="mod">
          <ac:chgData name="严 伟杰" userId="12717cc107ab2eea" providerId="LiveId" clId="{D6FB56F4-E1BB-4E5F-9298-2D2FA9D0633A}" dt="2022-05-10T08:52:10.027" v="9276" actId="1036"/>
          <ac:spMkLst>
            <pc:docMk/>
            <pc:sldMk cId="1594768172" sldId="1107"/>
            <ac:spMk id="38" creationId="{E6FB5860-B261-04F0-AB10-BD4A1FCB6A9D}"/>
          </ac:spMkLst>
        </pc:spChg>
        <pc:spChg chg="mod">
          <ac:chgData name="严 伟杰" userId="12717cc107ab2eea" providerId="LiveId" clId="{D6FB56F4-E1BB-4E5F-9298-2D2FA9D0633A}" dt="2022-05-10T08:52:10.027" v="9276" actId="1036"/>
          <ac:spMkLst>
            <pc:docMk/>
            <pc:sldMk cId="1594768172" sldId="1107"/>
            <ac:spMk id="39" creationId="{48C9645A-8C1F-E91A-A0AD-341472971673}"/>
          </ac:spMkLst>
        </pc:spChg>
        <pc:spChg chg="mod">
          <ac:chgData name="严 伟杰" userId="12717cc107ab2eea" providerId="LiveId" clId="{D6FB56F4-E1BB-4E5F-9298-2D2FA9D0633A}" dt="2022-05-10T08:52:10.027" v="9276" actId="1036"/>
          <ac:spMkLst>
            <pc:docMk/>
            <pc:sldMk cId="1594768172" sldId="1107"/>
            <ac:spMk id="40" creationId="{4E1E3546-A389-414A-19B6-34B4EED83CFB}"/>
          </ac:spMkLst>
        </pc:spChg>
        <pc:spChg chg="mod">
          <ac:chgData name="严 伟杰" userId="12717cc107ab2eea" providerId="LiveId" clId="{D6FB56F4-E1BB-4E5F-9298-2D2FA9D0633A}" dt="2022-05-10T08:52:10.027" v="9276" actId="1036"/>
          <ac:spMkLst>
            <pc:docMk/>
            <pc:sldMk cId="1594768172" sldId="1107"/>
            <ac:spMk id="41" creationId="{96AB6962-445A-E119-72CD-E2F2CE90A063}"/>
          </ac:spMkLst>
        </pc:spChg>
        <pc:spChg chg="mod">
          <ac:chgData name="严 伟杰" userId="12717cc107ab2eea" providerId="LiveId" clId="{D6FB56F4-E1BB-4E5F-9298-2D2FA9D0633A}" dt="2022-05-10T08:52:10.027" v="9276" actId="1036"/>
          <ac:spMkLst>
            <pc:docMk/>
            <pc:sldMk cId="1594768172" sldId="1107"/>
            <ac:spMk id="42" creationId="{1DB32B7A-3259-2C7E-C278-D724BD25389E}"/>
          </ac:spMkLst>
        </pc:spChg>
        <pc:spChg chg="mod">
          <ac:chgData name="严 伟杰" userId="12717cc107ab2eea" providerId="LiveId" clId="{D6FB56F4-E1BB-4E5F-9298-2D2FA9D0633A}" dt="2022-05-10T08:52:10.027" v="9276" actId="1036"/>
          <ac:spMkLst>
            <pc:docMk/>
            <pc:sldMk cId="1594768172" sldId="1107"/>
            <ac:spMk id="43" creationId="{027D9A8E-FF25-FDF3-92E9-A33719A48830}"/>
          </ac:spMkLst>
        </pc:spChg>
        <pc:spChg chg="mod">
          <ac:chgData name="严 伟杰" userId="12717cc107ab2eea" providerId="LiveId" clId="{D6FB56F4-E1BB-4E5F-9298-2D2FA9D0633A}" dt="2022-05-10T08:52:10.027" v="9276" actId="1036"/>
          <ac:spMkLst>
            <pc:docMk/>
            <pc:sldMk cId="1594768172" sldId="1107"/>
            <ac:spMk id="44" creationId="{DB8E46B8-44D7-30AA-0762-A2E09DCF9738}"/>
          </ac:spMkLst>
        </pc:spChg>
        <pc:spChg chg="del">
          <ac:chgData name="严 伟杰" userId="12717cc107ab2eea" providerId="LiveId" clId="{D6FB56F4-E1BB-4E5F-9298-2D2FA9D0633A}" dt="2022-05-10T08:42:42.463" v="9182" actId="21"/>
          <ac:spMkLst>
            <pc:docMk/>
            <pc:sldMk cId="1594768172" sldId="1107"/>
            <ac:spMk id="45" creationId="{BA16F02C-5273-22CE-E24D-CFFB7D316655}"/>
          </ac:spMkLst>
        </pc:spChg>
        <pc:spChg chg="del">
          <ac:chgData name="严 伟杰" userId="12717cc107ab2eea" providerId="LiveId" clId="{D6FB56F4-E1BB-4E5F-9298-2D2FA9D0633A}" dt="2022-05-10T08:42:43.804" v="9183" actId="21"/>
          <ac:spMkLst>
            <pc:docMk/>
            <pc:sldMk cId="1594768172" sldId="1107"/>
            <ac:spMk id="46" creationId="{0253C536-2049-5868-0C3F-6798C704E42E}"/>
          </ac:spMkLst>
        </pc:spChg>
        <pc:spChg chg="del">
          <ac:chgData name="严 伟杰" userId="12717cc107ab2eea" providerId="LiveId" clId="{D6FB56F4-E1BB-4E5F-9298-2D2FA9D0633A}" dt="2022-05-10T08:42:44.903" v="9184" actId="21"/>
          <ac:spMkLst>
            <pc:docMk/>
            <pc:sldMk cId="1594768172" sldId="1107"/>
            <ac:spMk id="47" creationId="{B907A30F-B4BE-AD4F-AF42-3679745DCE81}"/>
          </ac:spMkLst>
        </pc:spChg>
        <pc:spChg chg="del">
          <ac:chgData name="严 伟杰" userId="12717cc107ab2eea" providerId="LiveId" clId="{D6FB56F4-E1BB-4E5F-9298-2D2FA9D0633A}" dt="2022-05-10T08:42:46.036" v="9185" actId="21"/>
          <ac:spMkLst>
            <pc:docMk/>
            <pc:sldMk cId="1594768172" sldId="1107"/>
            <ac:spMk id="48" creationId="{7FB7B230-E78B-50BF-9064-D9039F408E88}"/>
          </ac:spMkLst>
        </pc:spChg>
        <pc:spChg chg="add mod">
          <ac:chgData name="严 伟杰" userId="12717cc107ab2eea" providerId="LiveId" clId="{D6FB56F4-E1BB-4E5F-9298-2D2FA9D0633A}" dt="2022-05-10T08:50:46.640" v="9244" actId="1076"/>
          <ac:spMkLst>
            <pc:docMk/>
            <pc:sldMk cId="1594768172" sldId="1107"/>
            <ac:spMk id="49" creationId="{BED02B35-AA25-7200-B184-6B4CCD4F297C}"/>
          </ac:spMkLst>
        </pc:spChg>
        <pc:spChg chg="add del mod">
          <ac:chgData name="严 伟杰" userId="12717cc107ab2eea" providerId="LiveId" clId="{D6FB56F4-E1BB-4E5F-9298-2D2FA9D0633A}" dt="2022-05-10T08:58:34.625" v="9331" actId="21"/>
          <ac:spMkLst>
            <pc:docMk/>
            <pc:sldMk cId="1594768172" sldId="1107"/>
            <ac:spMk id="62" creationId="{88BF1F56-753B-BC29-75B8-32163ED90137}"/>
          </ac:spMkLst>
        </pc:spChg>
        <pc:spChg chg="add mod">
          <ac:chgData name="严 伟杰" userId="12717cc107ab2eea" providerId="LiveId" clId="{D6FB56F4-E1BB-4E5F-9298-2D2FA9D0633A}" dt="2022-05-10T08:59:41.251" v="9374" actId="1076"/>
          <ac:spMkLst>
            <pc:docMk/>
            <pc:sldMk cId="1594768172" sldId="1107"/>
            <ac:spMk id="64" creationId="{8F07865D-C456-639F-C20F-49B6FFF40B1A}"/>
          </ac:spMkLst>
        </pc:spChg>
        <pc:cxnChg chg="mod">
          <ac:chgData name="严 伟杰" userId="12717cc107ab2eea" providerId="LiveId" clId="{D6FB56F4-E1BB-4E5F-9298-2D2FA9D0633A}" dt="2022-05-10T08:52:10.027" v="9276" actId="1036"/>
          <ac:cxnSpMkLst>
            <pc:docMk/>
            <pc:sldMk cId="1594768172" sldId="1107"/>
            <ac:cxnSpMk id="14" creationId="{8419627A-DC1E-98BA-B6FF-D76F4D2CDC3E}"/>
          </ac:cxnSpMkLst>
        </pc:cxnChg>
        <pc:cxnChg chg="mod">
          <ac:chgData name="严 伟杰" userId="12717cc107ab2eea" providerId="LiveId" clId="{D6FB56F4-E1BB-4E5F-9298-2D2FA9D0633A}" dt="2022-05-10T08:52:10.027" v="9276" actId="1036"/>
          <ac:cxnSpMkLst>
            <pc:docMk/>
            <pc:sldMk cId="1594768172" sldId="1107"/>
            <ac:cxnSpMk id="16" creationId="{222BF2F0-6A78-9FAA-23DC-A97C9C05B8DC}"/>
          </ac:cxnSpMkLst>
        </pc:cxnChg>
        <pc:cxnChg chg="mod">
          <ac:chgData name="严 伟杰" userId="12717cc107ab2eea" providerId="LiveId" clId="{D6FB56F4-E1BB-4E5F-9298-2D2FA9D0633A}" dt="2022-05-10T08:52:10.027" v="9276" actId="1036"/>
          <ac:cxnSpMkLst>
            <pc:docMk/>
            <pc:sldMk cId="1594768172" sldId="1107"/>
            <ac:cxnSpMk id="18" creationId="{680B3B33-9D9A-1834-0B98-39B3EBEB6142}"/>
          </ac:cxnSpMkLst>
        </pc:cxnChg>
        <pc:cxnChg chg="mod">
          <ac:chgData name="严 伟杰" userId="12717cc107ab2eea" providerId="LiveId" clId="{D6FB56F4-E1BB-4E5F-9298-2D2FA9D0633A}" dt="2022-05-10T08:52:10.027" v="9276" actId="1036"/>
          <ac:cxnSpMkLst>
            <pc:docMk/>
            <pc:sldMk cId="1594768172" sldId="1107"/>
            <ac:cxnSpMk id="19" creationId="{B5051BF1-5DCC-890F-1B4F-3230B923A2C1}"/>
          </ac:cxnSpMkLst>
        </pc:cxnChg>
        <pc:cxnChg chg="mod">
          <ac:chgData name="严 伟杰" userId="12717cc107ab2eea" providerId="LiveId" clId="{D6FB56F4-E1BB-4E5F-9298-2D2FA9D0633A}" dt="2022-05-10T08:52:10.027" v="9276" actId="1036"/>
          <ac:cxnSpMkLst>
            <pc:docMk/>
            <pc:sldMk cId="1594768172" sldId="1107"/>
            <ac:cxnSpMk id="20" creationId="{AD1DAA9A-6316-BDC2-0857-4AFB4FC3BB21}"/>
          </ac:cxnSpMkLst>
        </pc:cxnChg>
        <pc:cxnChg chg="add del mod">
          <ac:chgData name="严 伟杰" userId="12717cc107ab2eea" providerId="LiveId" clId="{D6FB56F4-E1BB-4E5F-9298-2D2FA9D0633A}" dt="2022-05-10T08:54:18.312" v="9295" actId="11529"/>
          <ac:cxnSpMkLst>
            <pc:docMk/>
            <pc:sldMk cId="1594768172" sldId="1107"/>
            <ac:cxnSpMk id="23" creationId="{776FD779-0917-C968-E5E3-8CE8F509F04E}"/>
          </ac:cxnSpMkLst>
        </pc:cxnChg>
        <pc:cxnChg chg="add mod">
          <ac:chgData name="严 伟杰" userId="12717cc107ab2eea" providerId="LiveId" clId="{D6FB56F4-E1BB-4E5F-9298-2D2FA9D0633A}" dt="2022-05-10T09:04:20.626" v="9412" actId="208"/>
          <ac:cxnSpMkLst>
            <pc:docMk/>
            <pc:sldMk cId="1594768172" sldId="1107"/>
            <ac:cxnSpMk id="25" creationId="{A3917CB4-FE43-3ACE-ABBA-2032BCE10C2F}"/>
          </ac:cxnSpMkLst>
        </pc:cxnChg>
        <pc:cxnChg chg="add mod">
          <ac:chgData name="严 伟杰" userId="12717cc107ab2eea" providerId="LiveId" clId="{D6FB56F4-E1BB-4E5F-9298-2D2FA9D0633A}" dt="2022-05-10T08:56:12.159" v="9312" actId="14100"/>
          <ac:cxnSpMkLst>
            <pc:docMk/>
            <pc:sldMk cId="1594768172" sldId="1107"/>
            <ac:cxnSpMk id="28" creationId="{5CA8DD94-7E55-10C0-69F1-C7C5A7202787}"/>
          </ac:cxnSpMkLst>
        </pc:cxnChg>
        <pc:cxnChg chg="add mod">
          <ac:chgData name="严 伟杰" userId="12717cc107ab2eea" providerId="LiveId" clId="{D6FB56F4-E1BB-4E5F-9298-2D2FA9D0633A}" dt="2022-05-10T08:56:35.657" v="9316" actId="14100"/>
          <ac:cxnSpMkLst>
            <pc:docMk/>
            <pc:sldMk cId="1594768172" sldId="1107"/>
            <ac:cxnSpMk id="51" creationId="{D5E8153E-F944-7387-CAC4-AAAD94E194BB}"/>
          </ac:cxnSpMkLst>
        </pc:cxnChg>
        <pc:cxnChg chg="add mod">
          <ac:chgData name="严 伟杰" userId="12717cc107ab2eea" providerId="LiveId" clId="{D6FB56F4-E1BB-4E5F-9298-2D2FA9D0633A}" dt="2022-05-10T09:04:25.837" v="9413" actId="208"/>
          <ac:cxnSpMkLst>
            <pc:docMk/>
            <pc:sldMk cId="1594768172" sldId="1107"/>
            <ac:cxnSpMk id="53" creationId="{61E35BF6-D06E-D5A7-EEF0-924816FE0F81}"/>
          </ac:cxnSpMkLst>
        </pc:cxnChg>
        <pc:cxnChg chg="add mod">
          <ac:chgData name="严 伟杰" userId="12717cc107ab2eea" providerId="LiveId" clId="{D6FB56F4-E1BB-4E5F-9298-2D2FA9D0633A}" dt="2022-05-10T08:57:29.310" v="9323" actId="1582"/>
          <ac:cxnSpMkLst>
            <pc:docMk/>
            <pc:sldMk cId="1594768172" sldId="1107"/>
            <ac:cxnSpMk id="60" creationId="{681BBD64-0234-EF62-B659-23A5C124FE99}"/>
          </ac:cxnSpMkLst>
        </pc:cxnChg>
      </pc:sldChg>
      <pc:sldChg chg="addSp delSp add del mod">
        <pc:chgData name="严 伟杰" userId="12717cc107ab2eea" providerId="LiveId" clId="{D6FB56F4-E1BB-4E5F-9298-2D2FA9D0633A}" dt="2022-05-10T08:59:57.481" v="9376" actId="2696"/>
        <pc:sldMkLst>
          <pc:docMk/>
          <pc:sldMk cId="3325157561" sldId="1108"/>
        </pc:sldMkLst>
        <pc:spChg chg="del">
          <ac:chgData name="严 伟杰" userId="12717cc107ab2eea" providerId="LiveId" clId="{D6FB56F4-E1BB-4E5F-9298-2D2FA9D0633A}" dt="2022-05-10T08:42:49.119" v="9186" actId="21"/>
          <ac:spMkLst>
            <pc:docMk/>
            <pc:sldMk cId="3325157561" sldId="1108"/>
            <ac:spMk id="29" creationId="{64FB84A5-0A49-8DA8-9FD9-D04048BA4D91}"/>
          </ac:spMkLst>
        </pc:spChg>
        <pc:spChg chg="del">
          <ac:chgData name="严 伟杰" userId="12717cc107ab2eea" providerId="LiveId" clId="{D6FB56F4-E1BB-4E5F-9298-2D2FA9D0633A}" dt="2022-05-10T08:42:50.478" v="9187" actId="21"/>
          <ac:spMkLst>
            <pc:docMk/>
            <pc:sldMk cId="3325157561" sldId="1108"/>
            <ac:spMk id="36" creationId="{51C543AD-BA69-9B65-D964-BF3CC228DE54}"/>
          </ac:spMkLst>
        </pc:spChg>
        <pc:spChg chg="del">
          <ac:chgData name="严 伟杰" userId="12717cc107ab2eea" providerId="LiveId" clId="{D6FB56F4-E1BB-4E5F-9298-2D2FA9D0633A}" dt="2022-05-10T08:42:51.527" v="9188" actId="21"/>
          <ac:spMkLst>
            <pc:docMk/>
            <pc:sldMk cId="3325157561" sldId="1108"/>
            <ac:spMk id="37" creationId="{A77B0D1C-8B2C-C6AB-F95A-46B1E0CC0234}"/>
          </ac:spMkLst>
        </pc:spChg>
        <pc:spChg chg="del">
          <ac:chgData name="严 伟杰" userId="12717cc107ab2eea" providerId="LiveId" clId="{D6FB56F4-E1BB-4E5F-9298-2D2FA9D0633A}" dt="2022-05-10T08:42:56.300" v="9191" actId="21"/>
          <ac:spMkLst>
            <pc:docMk/>
            <pc:sldMk cId="3325157561" sldId="1108"/>
            <ac:spMk id="38" creationId="{E6FB5860-B261-04F0-AB10-BD4A1FCB6A9D}"/>
          </ac:spMkLst>
        </pc:spChg>
        <pc:spChg chg="add del">
          <ac:chgData name="严 伟杰" userId="12717cc107ab2eea" providerId="LiveId" clId="{D6FB56F4-E1BB-4E5F-9298-2D2FA9D0633A}" dt="2022-05-10T08:42:54.106" v="9190" actId="21"/>
          <ac:spMkLst>
            <pc:docMk/>
            <pc:sldMk cId="3325157561" sldId="1108"/>
            <ac:spMk id="44" creationId="{DB8E46B8-44D7-30AA-0762-A2E09DCF9738}"/>
          </ac:spMkLst>
        </pc:spChg>
      </pc:sldChg>
      <pc:sldChg chg="addSp delSp modSp add mod">
        <pc:chgData name="严 伟杰" userId="12717cc107ab2eea" providerId="LiveId" clId="{D6FB56F4-E1BB-4E5F-9298-2D2FA9D0633A}" dt="2022-05-10T09:05:31.419" v="9435" actId="207"/>
        <pc:sldMkLst>
          <pc:docMk/>
          <pc:sldMk cId="1139574469" sldId="1109"/>
        </pc:sldMkLst>
        <pc:spChg chg="del">
          <ac:chgData name="严 伟杰" userId="12717cc107ab2eea" providerId="LiveId" clId="{D6FB56F4-E1BB-4E5F-9298-2D2FA9D0633A}" dt="2022-05-10T09:00:48.550" v="9384" actId="21"/>
          <ac:spMkLst>
            <pc:docMk/>
            <pc:sldMk cId="1139574469" sldId="1109"/>
            <ac:spMk id="3" creationId="{56DE9920-8695-27AD-6E40-DDBB14182323}"/>
          </ac:spMkLst>
        </pc:spChg>
        <pc:spChg chg="mod">
          <ac:chgData name="严 伟杰" userId="12717cc107ab2eea" providerId="LiveId" clId="{D6FB56F4-E1BB-4E5F-9298-2D2FA9D0633A}" dt="2022-05-10T09:01:08.122" v="9386" actId="1076"/>
          <ac:spMkLst>
            <pc:docMk/>
            <pc:sldMk cId="1139574469" sldId="1109"/>
            <ac:spMk id="29" creationId="{64FB84A5-0A49-8DA8-9FD9-D04048BA4D91}"/>
          </ac:spMkLst>
        </pc:spChg>
        <pc:spChg chg="mod">
          <ac:chgData name="严 伟杰" userId="12717cc107ab2eea" providerId="LiveId" clId="{D6FB56F4-E1BB-4E5F-9298-2D2FA9D0633A}" dt="2022-05-10T09:01:32.818" v="9389" actId="1076"/>
          <ac:spMkLst>
            <pc:docMk/>
            <pc:sldMk cId="1139574469" sldId="1109"/>
            <ac:spMk id="36" creationId="{51C543AD-BA69-9B65-D964-BF3CC228DE54}"/>
          </ac:spMkLst>
        </pc:spChg>
        <pc:spChg chg="mod">
          <ac:chgData name="严 伟杰" userId="12717cc107ab2eea" providerId="LiveId" clId="{D6FB56F4-E1BB-4E5F-9298-2D2FA9D0633A}" dt="2022-05-10T09:01:42.575" v="9390" actId="1076"/>
          <ac:spMkLst>
            <pc:docMk/>
            <pc:sldMk cId="1139574469" sldId="1109"/>
            <ac:spMk id="37" creationId="{A77B0D1C-8B2C-C6AB-F95A-46B1E0CC0234}"/>
          </ac:spMkLst>
        </pc:spChg>
        <pc:spChg chg="mod">
          <ac:chgData name="严 伟杰" userId="12717cc107ab2eea" providerId="LiveId" clId="{D6FB56F4-E1BB-4E5F-9298-2D2FA9D0633A}" dt="2022-05-10T09:01:55.284" v="9391" actId="1076"/>
          <ac:spMkLst>
            <pc:docMk/>
            <pc:sldMk cId="1139574469" sldId="1109"/>
            <ac:spMk id="38" creationId="{E6FB5860-B261-04F0-AB10-BD4A1FCB6A9D}"/>
          </ac:spMkLst>
        </pc:spChg>
        <pc:spChg chg="mod">
          <ac:chgData name="严 伟杰" userId="12717cc107ab2eea" providerId="LiveId" clId="{D6FB56F4-E1BB-4E5F-9298-2D2FA9D0633A}" dt="2022-05-10T09:01:17.618" v="9388" actId="1076"/>
          <ac:spMkLst>
            <pc:docMk/>
            <pc:sldMk cId="1139574469" sldId="1109"/>
            <ac:spMk id="42" creationId="{1DB32B7A-3259-2C7E-C278-D724BD25389E}"/>
          </ac:spMkLst>
        </pc:spChg>
        <pc:spChg chg="add mod">
          <ac:chgData name="严 伟杰" userId="12717cc107ab2eea" providerId="LiveId" clId="{D6FB56F4-E1BB-4E5F-9298-2D2FA9D0633A}" dt="2022-05-10T09:04:59.533" v="9430" actId="1038"/>
          <ac:spMkLst>
            <pc:docMk/>
            <pc:sldMk cId="1139574469" sldId="1109"/>
            <ac:spMk id="45" creationId="{AB3E9BE9-B197-5FEC-3BD5-AC3DBDBEF72C}"/>
          </ac:spMkLst>
        </pc:spChg>
        <pc:spChg chg="add mod">
          <ac:chgData name="严 伟杰" userId="12717cc107ab2eea" providerId="LiveId" clId="{D6FB56F4-E1BB-4E5F-9298-2D2FA9D0633A}" dt="2022-05-10T09:05:20.318" v="9433" actId="207"/>
          <ac:spMkLst>
            <pc:docMk/>
            <pc:sldMk cId="1139574469" sldId="1109"/>
            <ac:spMk id="46" creationId="{FBB0536E-1954-698E-CE06-3CFABCE9E12A}"/>
          </ac:spMkLst>
        </pc:spChg>
        <pc:spChg chg="add mod">
          <ac:chgData name="严 伟杰" userId="12717cc107ab2eea" providerId="LiveId" clId="{D6FB56F4-E1BB-4E5F-9298-2D2FA9D0633A}" dt="2022-05-10T09:05:25.703" v="9434" actId="207"/>
          <ac:spMkLst>
            <pc:docMk/>
            <pc:sldMk cId="1139574469" sldId="1109"/>
            <ac:spMk id="47" creationId="{0AD19A16-2A2F-B934-5FA0-772D63F5C91B}"/>
          </ac:spMkLst>
        </pc:spChg>
        <pc:spChg chg="add mod">
          <ac:chgData name="严 伟杰" userId="12717cc107ab2eea" providerId="LiveId" clId="{D6FB56F4-E1BB-4E5F-9298-2D2FA9D0633A}" dt="2022-05-10T09:05:31.419" v="9435" actId="207"/>
          <ac:spMkLst>
            <pc:docMk/>
            <pc:sldMk cId="1139574469" sldId="1109"/>
            <ac:spMk id="48" creationId="{C02C4CE6-ECD8-8AFE-C1A2-CB8F25B7BD24}"/>
          </ac:spMkLst>
        </pc:spChg>
        <pc:spChg chg="add mod">
          <ac:chgData name="严 伟杰" userId="12717cc107ab2eea" providerId="LiveId" clId="{D6FB56F4-E1BB-4E5F-9298-2D2FA9D0633A}" dt="2022-05-10T09:04:59.533" v="9430" actId="1038"/>
          <ac:spMkLst>
            <pc:docMk/>
            <pc:sldMk cId="1139574469" sldId="1109"/>
            <ac:spMk id="50" creationId="{7DE850CF-D6B3-11D2-AF9D-6BE2F54B3E76}"/>
          </ac:spMkLst>
        </pc:spChg>
        <pc:spChg chg="add mod">
          <ac:chgData name="严 伟杰" userId="12717cc107ab2eea" providerId="LiveId" clId="{D6FB56F4-E1BB-4E5F-9298-2D2FA9D0633A}" dt="2022-05-10T09:04:59.533" v="9430" actId="1038"/>
          <ac:spMkLst>
            <pc:docMk/>
            <pc:sldMk cId="1139574469" sldId="1109"/>
            <ac:spMk id="54" creationId="{2A9B351D-F8C1-F53F-D6F7-51E3C3B14706}"/>
          </ac:spMkLst>
        </pc:spChg>
        <pc:cxnChg chg="add mod">
          <ac:chgData name="严 伟杰" userId="12717cc107ab2eea" providerId="LiveId" clId="{D6FB56F4-E1BB-4E5F-9298-2D2FA9D0633A}" dt="2022-05-10T09:04:59.533" v="9430" actId="1038"/>
          <ac:cxnSpMkLst>
            <pc:docMk/>
            <pc:sldMk cId="1139574469" sldId="1109"/>
            <ac:cxnSpMk id="5" creationId="{71B69AFB-6BE4-F40B-7E31-40BE0ABE45E0}"/>
          </ac:cxnSpMkLst>
        </pc:cxnChg>
        <pc:cxnChg chg="add mod">
          <ac:chgData name="严 伟杰" userId="12717cc107ab2eea" providerId="LiveId" clId="{D6FB56F4-E1BB-4E5F-9298-2D2FA9D0633A}" dt="2022-05-10T09:04:59.533" v="9430" actId="1038"/>
          <ac:cxnSpMkLst>
            <pc:docMk/>
            <pc:sldMk cId="1139574469" sldId="1109"/>
            <ac:cxnSpMk id="9" creationId="{326B28D6-BB2F-AFE3-D5B3-F1F49439D485}"/>
          </ac:cxnSpMkLst>
        </pc:cxnChg>
        <pc:cxnChg chg="add mod">
          <ac:chgData name="严 伟杰" userId="12717cc107ab2eea" providerId="LiveId" clId="{D6FB56F4-E1BB-4E5F-9298-2D2FA9D0633A}" dt="2022-05-10T09:04:59.533" v="9430" actId="1038"/>
          <ac:cxnSpMkLst>
            <pc:docMk/>
            <pc:sldMk cId="1139574469" sldId="1109"/>
            <ac:cxnSpMk id="15" creationId="{1BB21B7A-7F93-6A2E-88D0-CDC06591EC41}"/>
          </ac:cxnSpMkLst>
        </pc:cxnChg>
        <pc:cxnChg chg="add mod">
          <ac:chgData name="严 伟杰" userId="12717cc107ab2eea" providerId="LiveId" clId="{D6FB56F4-E1BB-4E5F-9298-2D2FA9D0633A}" dt="2022-05-10T09:04:59.533" v="9430" actId="1038"/>
          <ac:cxnSpMkLst>
            <pc:docMk/>
            <pc:sldMk cId="1139574469" sldId="1109"/>
            <ac:cxnSpMk id="24" creationId="{A9D4F12C-4394-8B81-CF84-3D181F2C720A}"/>
          </ac:cxnSpMkLst>
        </pc:cxnChg>
        <pc:cxnChg chg="del mod">
          <ac:chgData name="严 伟杰" userId="12717cc107ab2eea" providerId="LiveId" clId="{D6FB56F4-E1BB-4E5F-9298-2D2FA9D0633A}" dt="2022-05-10T09:00:43.926" v="9380" actId="21"/>
          <ac:cxnSpMkLst>
            <pc:docMk/>
            <pc:sldMk cId="1139574469" sldId="1109"/>
            <ac:cxnSpMk id="25" creationId="{A3917CB4-FE43-3ACE-ABBA-2032BCE10C2F}"/>
          </ac:cxnSpMkLst>
        </pc:cxnChg>
        <pc:cxnChg chg="del mod">
          <ac:chgData name="严 伟杰" userId="12717cc107ab2eea" providerId="LiveId" clId="{D6FB56F4-E1BB-4E5F-9298-2D2FA9D0633A}" dt="2022-05-10T09:00:44.856" v="9381" actId="21"/>
          <ac:cxnSpMkLst>
            <pc:docMk/>
            <pc:sldMk cId="1139574469" sldId="1109"/>
            <ac:cxnSpMk id="28" creationId="{5CA8DD94-7E55-10C0-69F1-C7C5A7202787}"/>
          </ac:cxnSpMkLst>
        </pc:cxnChg>
        <pc:cxnChg chg="del mod">
          <ac:chgData name="严 伟杰" userId="12717cc107ab2eea" providerId="LiveId" clId="{D6FB56F4-E1BB-4E5F-9298-2D2FA9D0633A}" dt="2022-05-10T09:00:46.302" v="9383" actId="21"/>
          <ac:cxnSpMkLst>
            <pc:docMk/>
            <pc:sldMk cId="1139574469" sldId="1109"/>
            <ac:cxnSpMk id="51" creationId="{D5E8153E-F944-7387-CAC4-AAAD94E194BB}"/>
          </ac:cxnSpMkLst>
        </pc:cxnChg>
        <pc:cxnChg chg="add mod">
          <ac:chgData name="严 伟杰" userId="12717cc107ab2eea" providerId="LiveId" clId="{D6FB56F4-E1BB-4E5F-9298-2D2FA9D0633A}" dt="2022-05-10T09:04:59.533" v="9430" actId="1038"/>
          <ac:cxnSpMkLst>
            <pc:docMk/>
            <pc:sldMk cId="1139574469" sldId="1109"/>
            <ac:cxnSpMk id="52" creationId="{AE84BFF5-8D2F-2316-06E8-88748324C06D}"/>
          </ac:cxnSpMkLst>
        </pc:cxnChg>
        <pc:cxnChg chg="del mod">
          <ac:chgData name="严 伟杰" userId="12717cc107ab2eea" providerId="LiveId" clId="{D6FB56F4-E1BB-4E5F-9298-2D2FA9D0633A}" dt="2022-05-10T09:00:45.470" v="9382" actId="21"/>
          <ac:cxnSpMkLst>
            <pc:docMk/>
            <pc:sldMk cId="1139574469" sldId="1109"/>
            <ac:cxnSpMk id="53" creationId="{61E35BF6-D06E-D5A7-EEF0-924816FE0F81}"/>
          </ac:cxnSpMkLst>
        </pc:cxnChg>
        <pc:cxnChg chg="del mod">
          <ac:chgData name="严 伟杰" userId="12717cc107ab2eea" providerId="LiveId" clId="{D6FB56F4-E1BB-4E5F-9298-2D2FA9D0633A}" dt="2022-05-10T09:00:49.415" v="9385" actId="21"/>
          <ac:cxnSpMkLst>
            <pc:docMk/>
            <pc:sldMk cId="1139574469" sldId="1109"/>
            <ac:cxnSpMk id="60" creationId="{681BBD64-0234-EF62-B659-23A5C124FE99}"/>
          </ac:cxnSpMkLst>
        </pc:cxnChg>
      </pc:sldChg>
      <pc:sldChg chg="addSp delSp modSp add mod">
        <pc:chgData name="严 伟杰" userId="12717cc107ab2eea" providerId="LiveId" clId="{D6FB56F4-E1BB-4E5F-9298-2D2FA9D0633A}" dt="2022-05-10T11:50:11.791" v="9558" actId="1076"/>
        <pc:sldMkLst>
          <pc:docMk/>
          <pc:sldMk cId="3947445702" sldId="1110"/>
        </pc:sldMkLst>
        <pc:spChg chg="mod">
          <ac:chgData name="严 伟杰" userId="12717cc107ab2eea" providerId="LiveId" clId="{D6FB56F4-E1BB-4E5F-9298-2D2FA9D0633A}" dt="2022-05-10T11:40:22.506" v="9544"/>
          <ac:spMkLst>
            <pc:docMk/>
            <pc:sldMk cId="3947445702" sldId="1110"/>
            <ac:spMk id="4" creationId="{3159F72D-EE15-DD07-B8B2-D12D8BA45F7D}"/>
          </ac:spMkLst>
        </pc:spChg>
        <pc:spChg chg="del">
          <ac:chgData name="严 伟杰" userId="12717cc107ab2eea" providerId="LiveId" clId="{D6FB56F4-E1BB-4E5F-9298-2D2FA9D0633A}" dt="2022-05-10T09:15:28.128" v="9463" actId="478"/>
          <ac:spMkLst>
            <pc:docMk/>
            <pc:sldMk cId="3947445702" sldId="1110"/>
            <ac:spMk id="7" creationId="{C060125F-BAFC-B12A-3F44-9C0B044FF9CD}"/>
          </ac:spMkLst>
        </pc:spChg>
        <pc:spChg chg="del">
          <ac:chgData name="严 伟杰" userId="12717cc107ab2eea" providerId="LiveId" clId="{D6FB56F4-E1BB-4E5F-9298-2D2FA9D0633A}" dt="2022-05-10T09:15:22.342" v="9460" actId="478"/>
          <ac:spMkLst>
            <pc:docMk/>
            <pc:sldMk cId="3947445702" sldId="1110"/>
            <ac:spMk id="10" creationId="{CD280846-F634-D767-A08A-BAC43137C4FC}"/>
          </ac:spMkLst>
        </pc:spChg>
        <pc:spChg chg="del">
          <ac:chgData name="严 伟杰" userId="12717cc107ab2eea" providerId="LiveId" clId="{D6FB56F4-E1BB-4E5F-9298-2D2FA9D0633A}" dt="2022-05-10T09:15:22.342" v="9460" actId="478"/>
          <ac:spMkLst>
            <pc:docMk/>
            <pc:sldMk cId="3947445702" sldId="1110"/>
            <ac:spMk id="17" creationId="{4D11384B-4989-FABD-D6D4-00B58773DB17}"/>
          </ac:spMkLst>
        </pc:spChg>
        <pc:spChg chg="del">
          <ac:chgData name="严 伟杰" userId="12717cc107ab2eea" providerId="LiveId" clId="{D6FB56F4-E1BB-4E5F-9298-2D2FA9D0633A}" dt="2022-05-10T09:15:22.342" v="9460" actId="478"/>
          <ac:spMkLst>
            <pc:docMk/>
            <pc:sldMk cId="3947445702" sldId="1110"/>
            <ac:spMk id="22" creationId="{5AF9FF3B-3BF5-7CD0-94CC-8A8FC51F9D6E}"/>
          </ac:spMkLst>
        </pc:spChg>
        <pc:spChg chg="del">
          <ac:chgData name="严 伟杰" userId="12717cc107ab2eea" providerId="LiveId" clId="{D6FB56F4-E1BB-4E5F-9298-2D2FA9D0633A}" dt="2022-05-10T09:15:22.342" v="9460" actId="478"/>
          <ac:spMkLst>
            <pc:docMk/>
            <pc:sldMk cId="3947445702" sldId="1110"/>
            <ac:spMk id="29" creationId="{64FB84A5-0A49-8DA8-9FD9-D04048BA4D91}"/>
          </ac:spMkLst>
        </pc:spChg>
        <pc:spChg chg="del">
          <ac:chgData name="严 伟杰" userId="12717cc107ab2eea" providerId="LiveId" clId="{D6FB56F4-E1BB-4E5F-9298-2D2FA9D0633A}" dt="2022-05-10T09:15:22.342" v="9460" actId="478"/>
          <ac:spMkLst>
            <pc:docMk/>
            <pc:sldMk cId="3947445702" sldId="1110"/>
            <ac:spMk id="30" creationId="{0AF40CD5-328F-7623-B3E6-528092371D1A}"/>
          </ac:spMkLst>
        </pc:spChg>
        <pc:spChg chg="del">
          <ac:chgData name="严 伟杰" userId="12717cc107ab2eea" providerId="LiveId" clId="{D6FB56F4-E1BB-4E5F-9298-2D2FA9D0633A}" dt="2022-05-10T09:15:22.342" v="9460" actId="478"/>
          <ac:spMkLst>
            <pc:docMk/>
            <pc:sldMk cId="3947445702" sldId="1110"/>
            <ac:spMk id="31" creationId="{F96291F5-B49B-931E-8EE6-1022B8019BA3}"/>
          </ac:spMkLst>
        </pc:spChg>
        <pc:spChg chg="del">
          <ac:chgData name="严 伟杰" userId="12717cc107ab2eea" providerId="LiveId" clId="{D6FB56F4-E1BB-4E5F-9298-2D2FA9D0633A}" dt="2022-05-10T09:15:22.342" v="9460" actId="478"/>
          <ac:spMkLst>
            <pc:docMk/>
            <pc:sldMk cId="3947445702" sldId="1110"/>
            <ac:spMk id="32" creationId="{FD2449A7-8CBF-7760-0CBD-6EDA6B0A136E}"/>
          </ac:spMkLst>
        </pc:spChg>
        <pc:spChg chg="del">
          <ac:chgData name="严 伟杰" userId="12717cc107ab2eea" providerId="LiveId" clId="{D6FB56F4-E1BB-4E5F-9298-2D2FA9D0633A}" dt="2022-05-10T09:15:22.342" v="9460" actId="478"/>
          <ac:spMkLst>
            <pc:docMk/>
            <pc:sldMk cId="3947445702" sldId="1110"/>
            <ac:spMk id="33" creationId="{491BB3BB-AFC0-E2CA-CF6C-9D4DA4C8790B}"/>
          </ac:spMkLst>
        </pc:spChg>
        <pc:spChg chg="del">
          <ac:chgData name="严 伟杰" userId="12717cc107ab2eea" providerId="LiveId" clId="{D6FB56F4-E1BB-4E5F-9298-2D2FA9D0633A}" dt="2022-05-10T09:15:22.342" v="9460" actId="478"/>
          <ac:spMkLst>
            <pc:docMk/>
            <pc:sldMk cId="3947445702" sldId="1110"/>
            <ac:spMk id="34" creationId="{378E3E66-61FE-A9C0-BA2D-80522BCB865F}"/>
          </ac:spMkLst>
        </pc:spChg>
        <pc:spChg chg="del">
          <ac:chgData name="严 伟杰" userId="12717cc107ab2eea" providerId="LiveId" clId="{D6FB56F4-E1BB-4E5F-9298-2D2FA9D0633A}" dt="2022-05-10T09:15:22.342" v="9460" actId="478"/>
          <ac:spMkLst>
            <pc:docMk/>
            <pc:sldMk cId="3947445702" sldId="1110"/>
            <ac:spMk id="35" creationId="{B0A10366-6870-941A-A0ED-1EC8668AE1EC}"/>
          </ac:spMkLst>
        </pc:spChg>
        <pc:spChg chg="del">
          <ac:chgData name="严 伟杰" userId="12717cc107ab2eea" providerId="LiveId" clId="{D6FB56F4-E1BB-4E5F-9298-2D2FA9D0633A}" dt="2022-05-10T09:15:22.342" v="9460" actId="478"/>
          <ac:spMkLst>
            <pc:docMk/>
            <pc:sldMk cId="3947445702" sldId="1110"/>
            <ac:spMk id="36" creationId="{51C543AD-BA69-9B65-D964-BF3CC228DE54}"/>
          </ac:spMkLst>
        </pc:spChg>
        <pc:spChg chg="del">
          <ac:chgData name="严 伟杰" userId="12717cc107ab2eea" providerId="LiveId" clId="{D6FB56F4-E1BB-4E5F-9298-2D2FA9D0633A}" dt="2022-05-10T09:15:22.342" v="9460" actId="478"/>
          <ac:spMkLst>
            <pc:docMk/>
            <pc:sldMk cId="3947445702" sldId="1110"/>
            <ac:spMk id="37" creationId="{A77B0D1C-8B2C-C6AB-F95A-46B1E0CC0234}"/>
          </ac:spMkLst>
        </pc:spChg>
        <pc:spChg chg="del">
          <ac:chgData name="严 伟杰" userId="12717cc107ab2eea" providerId="LiveId" clId="{D6FB56F4-E1BB-4E5F-9298-2D2FA9D0633A}" dt="2022-05-10T09:15:22.342" v="9460" actId="478"/>
          <ac:spMkLst>
            <pc:docMk/>
            <pc:sldMk cId="3947445702" sldId="1110"/>
            <ac:spMk id="38" creationId="{E6FB5860-B261-04F0-AB10-BD4A1FCB6A9D}"/>
          </ac:spMkLst>
        </pc:spChg>
        <pc:spChg chg="del">
          <ac:chgData name="严 伟杰" userId="12717cc107ab2eea" providerId="LiveId" clId="{D6FB56F4-E1BB-4E5F-9298-2D2FA9D0633A}" dt="2022-05-10T09:15:22.342" v="9460" actId="478"/>
          <ac:spMkLst>
            <pc:docMk/>
            <pc:sldMk cId="3947445702" sldId="1110"/>
            <ac:spMk id="39" creationId="{48C9645A-8C1F-E91A-A0AD-341472971673}"/>
          </ac:spMkLst>
        </pc:spChg>
        <pc:spChg chg="del">
          <ac:chgData name="严 伟杰" userId="12717cc107ab2eea" providerId="LiveId" clId="{D6FB56F4-E1BB-4E5F-9298-2D2FA9D0633A}" dt="2022-05-10T09:15:22.342" v="9460" actId="478"/>
          <ac:spMkLst>
            <pc:docMk/>
            <pc:sldMk cId="3947445702" sldId="1110"/>
            <ac:spMk id="40" creationId="{4E1E3546-A389-414A-19B6-34B4EED83CFB}"/>
          </ac:spMkLst>
        </pc:spChg>
        <pc:spChg chg="del">
          <ac:chgData name="严 伟杰" userId="12717cc107ab2eea" providerId="LiveId" clId="{D6FB56F4-E1BB-4E5F-9298-2D2FA9D0633A}" dt="2022-05-10T09:15:22.342" v="9460" actId="478"/>
          <ac:spMkLst>
            <pc:docMk/>
            <pc:sldMk cId="3947445702" sldId="1110"/>
            <ac:spMk id="41" creationId="{96AB6962-445A-E119-72CD-E2F2CE90A063}"/>
          </ac:spMkLst>
        </pc:spChg>
        <pc:spChg chg="del">
          <ac:chgData name="严 伟杰" userId="12717cc107ab2eea" providerId="LiveId" clId="{D6FB56F4-E1BB-4E5F-9298-2D2FA9D0633A}" dt="2022-05-10T09:15:22.342" v="9460" actId="478"/>
          <ac:spMkLst>
            <pc:docMk/>
            <pc:sldMk cId="3947445702" sldId="1110"/>
            <ac:spMk id="42" creationId="{1DB32B7A-3259-2C7E-C278-D724BD25389E}"/>
          </ac:spMkLst>
        </pc:spChg>
        <pc:spChg chg="del">
          <ac:chgData name="严 伟杰" userId="12717cc107ab2eea" providerId="LiveId" clId="{D6FB56F4-E1BB-4E5F-9298-2D2FA9D0633A}" dt="2022-05-10T09:15:22.342" v="9460" actId="478"/>
          <ac:spMkLst>
            <pc:docMk/>
            <pc:sldMk cId="3947445702" sldId="1110"/>
            <ac:spMk id="43" creationId="{027D9A8E-FF25-FDF3-92E9-A33719A48830}"/>
          </ac:spMkLst>
        </pc:spChg>
        <pc:spChg chg="del">
          <ac:chgData name="严 伟杰" userId="12717cc107ab2eea" providerId="LiveId" clId="{D6FB56F4-E1BB-4E5F-9298-2D2FA9D0633A}" dt="2022-05-10T09:15:22.342" v="9460" actId="478"/>
          <ac:spMkLst>
            <pc:docMk/>
            <pc:sldMk cId="3947445702" sldId="1110"/>
            <ac:spMk id="44" creationId="{DB8E46B8-44D7-30AA-0762-A2E09DCF9738}"/>
          </ac:spMkLst>
        </pc:spChg>
        <pc:spChg chg="del">
          <ac:chgData name="严 伟杰" userId="12717cc107ab2eea" providerId="LiveId" clId="{D6FB56F4-E1BB-4E5F-9298-2D2FA9D0633A}" dt="2022-05-10T09:15:22.342" v="9460" actId="478"/>
          <ac:spMkLst>
            <pc:docMk/>
            <pc:sldMk cId="3947445702" sldId="1110"/>
            <ac:spMk id="45" creationId="{AB3E9BE9-B197-5FEC-3BD5-AC3DBDBEF72C}"/>
          </ac:spMkLst>
        </pc:spChg>
        <pc:spChg chg="del">
          <ac:chgData name="严 伟杰" userId="12717cc107ab2eea" providerId="LiveId" clId="{D6FB56F4-E1BB-4E5F-9298-2D2FA9D0633A}" dt="2022-05-10T09:15:22.342" v="9460" actId="478"/>
          <ac:spMkLst>
            <pc:docMk/>
            <pc:sldMk cId="3947445702" sldId="1110"/>
            <ac:spMk id="46" creationId="{FBB0536E-1954-698E-CE06-3CFABCE9E12A}"/>
          </ac:spMkLst>
        </pc:spChg>
        <pc:spChg chg="del">
          <ac:chgData name="严 伟杰" userId="12717cc107ab2eea" providerId="LiveId" clId="{D6FB56F4-E1BB-4E5F-9298-2D2FA9D0633A}" dt="2022-05-10T09:15:22.342" v="9460" actId="478"/>
          <ac:spMkLst>
            <pc:docMk/>
            <pc:sldMk cId="3947445702" sldId="1110"/>
            <ac:spMk id="47" creationId="{0AD19A16-2A2F-B934-5FA0-772D63F5C91B}"/>
          </ac:spMkLst>
        </pc:spChg>
        <pc:spChg chg="del">
          <ac:chgData name="严 伟杰" userId="12717cc107ab2eea" providerId="LiveId" clId="{D6FB56F4-E1BB-4E5F-9298-2D2FA9D0633A}" dt="2022-05-10T09:15:22.342" v="9460" actId="478"/>
          <ac:spMkLst>
            <pc:docMk/>
            <pc:sldMk cId="3947445702" sldId="1110"/>
            <ac:spMk id="48" creationId="{C02C4CE6-ECD8-8AFE-C1A2-CB8F25B7BD24}"/>
          </ac:spMkLst>
        </pc:spChg>
        <pc:spChg chg="del">
          <ac:chgData name="严 伟杰" userId="12717cc107ab2eea" providerId="LiveId" clId="{D6FB56F4-E1BB-4E5F-9298-2D2FA9D0633A}" dt="2022-05-10T09:15:22.342" v="9460" actId="478"/>
          <ac:spMkLst>
            <pc:docMk/>
            <pc:sldMk cId="3947445702" sldId="1110"/>
            <ac:spMk id="49" creationId="{BED02B35-AA25-7200-B184-6B4CCD4F297C}"/>
          </ac:spMkLst>
        </pc:spChg>
        <pc:spChg chg="del">
          <ac:chgData name="严 伟杰" userId="12717cc107ab2eea" providerId="LiveId" clId="{D6FB56F4-E1BB-4E5F-9298-2D2FA9D0633A}" dt="2022-05-10T09:15:22.342" v="9460" actId="478"/>
          <ac:spMkLst>
            <pc:docMk/>
            <pc:sldMk cId="3947445702" sldId="1110"/>
            <ac:spMk id="50" creationId="{7DE850CF-D6B3-11D2-AF9D-6BE2F54B3E76}"/>
          </ac:spMkLst>
        </pc:spChg>
        <pc:spChg chg="del">
          <ac:chgData name="严 伟杰" userId="12717cc107ab2eea" providerId="LiveId" clId="{D6FB56F4-E1BB-4E5F-9298-2D2FA9D0633A}" dt="2022-05-10T09:15:22.342" v="9460" actId="478"/>
          <ac:spMkLst>
            <pc:docMk/>
            <pc:sldMk cId="3947445702" sldId="1110"/>
            <ac:spMk id="54" creationId="{2A9B351D-F8C1-F53F-D6F7-51E3C3B14706}"/>
          </ac:spMkLst>
        </pc:spChg>
        <pc:spChg chg="del">
          <ac:chgData name="严 伟杰" userId="12717cc107ab2eea" providerId="LiveId" clId="{D6FB56F4-E1BB-4E5F-9298-2D2FA9D0633A}" dt="2022-05-10T09:15:22.342" v="9460" actId="478"/>
          <ac:spMkLst>
            <pc:docMk/>
            <pc:sldMk cId="3947445702" sldId="1110"/>
            <ac:spMk id="64" creationId="{8F07865D-C456-639F-C20F-49B6FFF40B1A}"/>
          </ac:spMkLst>
        </pc:spChg>
        <pc:picChg chg="add del mod">
          <ac:chgData name="严 伟杰" userId="12717cc107ab2eea" providerId="LiveId" clId="{D6FB56F4-E1BB-4E5F-9298-2D2FA9D0633A}" dt="2022-05-10T11:50:03.895" v="9555" actId="478"/>
          <ac:picMkLst>
            <pc:docMk/>
            <pc:sldMk cId="3947445702" sldId="1110"/>
            <ac:picMk id="3" creationId="{900CB91C-2D58-C714-0247-F7031BEE6C1F}"/>
          </ac:picMkLst>
        </pc:picChg>
        <pc:picChg chg="add del mod">
          <ac:chgData name="严 伟杰" userId="12717cc107ab2eea" providerId="LiveId" clId="{D6FB56F4-E1BB-4E5F-9298-2D2FA9D0633A}" dt="2022-05-10T09:45:44.157" v="9468" actId="478"/>
          <ac:picMkLst>
            <pc:docMk/>
            <pc:sldMk cId="3947445702" sldId="1110"/>
            <ac:picMk id="3" creationId="{E3DF1D6D-2E6C-D277-51E2-DE0B6BD9C965}"/>
          </ac:picMkLst>
        </pc:picChg>
        <pc:picChg chg="add mod">
          <ac:chgData name="严 伟杰" userId="12717cc107ab2eea" providerId="LiveId" clId="{D6FB56F4-E1BB-4E5F-9298-2D2FA9D0633A}" dt="2022-05-10T11:50:11.791" v="9558" actId="1076"/>
          <ac:picMkLst>
            <pc:docMk/>
            <pc:sldMk cId="3947445702" sldId="1110"/>
            <ac:picMk id="6" creationId="{D8E596F1-3944-80B9-9CAE-7F0342361DFA}"/>
          </ac:picMkLst>
        </pc:picChg>
        <pc:picChg chg="add del mod">
          <ac:chgData name="严 伟杰" userId="12717cc107ab2eea" providerId="LiveId" clId="{D6FB56F4-E1BB-4E5F-9298-2D2FA9D0633A}" dt="2022-05-10T09:48:19.082" v="9489" actId="478"/>
          <ac:picMkLst>
            <pc:docMk/>
            <pc:sldMk cId="3947445702" sldId="1110"/>
            <ac:picMk id="8" creationId="{09C7AEF1-E232-A292-A02F-D9FC48AD9031}"/>
          </ac:picMkLst>
        </pc:picChg>
        <pc:cxnChg chg="del mod">
          <ac:chgData name="严 伟杰" userId="12717cc107ab2eea" providerId="LiveId" clId="{D6FB56F4-E1BB-4E5F-9298-2D2FA9D0633A}" dt="2022-05-10T09:15:22.342" v="9460" actId="478"/>
          <ac:cxnSpMkLst>
            <pc:docMk/>
            <pc:sldMk cId="3947445702" sldId="1110"/>
            <ac:cxnSpMk id="5" creationId="{71B69AFB-6BE4-F40B-7E31-40BE0ABE45E0}"/>
          </ac:cxnSpMkLst>
        </pc:cxnChg>
        <pc:cxnChg chg="del mod">
          <ac:chgData name="严 伟杰" userId="12717cc107ab2eea" providerId="LiveId" clId="{D6FB56F4-E1BB-4E5F-9298-2D2FA9D0633A}" dt="2022-05-10T09:15:22.342" v="9460" actId="478"/>
          <ac:cxnSpMkLst>
            <pc:docMk/>
            <pc:sldMk cId="3947445702" sldId="1110"/>
            <ac:cxnSpMk id="9" creationId="{326B28D6-BB2F-AFE3-D5B3-F1F49439D485}"/>
          </ac:cxnSpMkLst>
        </pc:cxnChg>
        <pc:cxnChg chg="del">
          <ac:chgData name="严 伟杰" userId="12717cc107ab2eea" providerId="LiveId" clId="{D6FB56F4-E1BB-4E5F-9298-2D2FA9D0633A}" dt="2022-05-10T09:15:28.128" v="9463" actId="478"/>
          <ac:cxnSpMkLst>
            <pc:docMk/>
            <pc:sldMk cId="3947445702" sldId="1110"/>
            <ac:cxnSpMk id="14" creationId="{8419627A-DC1E-98BA-B6FF-D76F4D2CDC3E}"/>
          </ac:cxnSpMkLst>
        </pc:cxnChg>
        <pc:cxnChg chg="del mod">
          <ac:chgData name="严 伟杰" userId="12717cc107ab2eea" providerId="LiveId" clId="{D6FB56F4-E1BB-4E5F-9298-2D2FA9D0633A}" dt="2022-05-10T09:15:22.342" v="9460" actId="478"/>
          <ac:cxnSpMkLst>
            <pc:docMk/>
            <pc:sldMk cId="3947445702" sldId="1110"/>
            <ac:cxnSpMk id="15" creationId="{1BB21B7A-7F93-6A2E-88D0-CDC06591EC41}"/>
          </ac:cxnSpMkLst>
        </pc:cxnChg>
        <pc:cxnChg chg="del">
          <ac:chgData name="严 伟杰" userId="12717cc107ab2eea" providerId="LiveId" clId="{D6FB56F4-E1BB-4E5F-9298-2D2FA9D0633A}" dt="2022-05-10T09:15:28.128" v="9463" actId="478"/>
          <ac:cxnSpMkLst>
            <pc:docMk/>
            <pc:sldMk cId="3947445702" sldId="1110"/>
            <ac:cxnSpMk id="16" creationId="{222BF2F0-6A78-9FAA-23DC-A97C9C05B8DC}"/>
          </ac:cxnSpMkLst>
        </pc:cxnChg>
        <pc:cxnChg chg="del">
          <ac:chgData name="严 伟杰" userId="12717cc107ab2eea" providerId="LiveId" clId="{D6FB56F4-E1BB-4E5F-9298-2D2FA9D0633A}" dt="2022-05-10T09:15:28.128" v="9463" actId="478"/>
          <ac:cxnSpMkLst>
            <pc:docMk/>
            <pc:sldMk cId="3947445702" sldId="1110"/>
            <ac:cxnSpMk id="18" creationId="{680B3B33-9D9A-1834-0B98-39B3EBEB6142}"/>
          </ac:cxnSpMkLst>
        </pc:cxnChg>
        <pc:cxnChg chg="del">
          <ac:chgData name="严 伟杰" userId="12717cc107ab2eea" providerId="LiveId" clId="{D6FB56F4-E1BB-4E5F-9298-2D2FA9D0633A}" dt="2022-05-10T09:15:28.128" v="9463" actId="478"/>
          <ac:cxnSpMkLst>
            <pc:docMk/>
            <pc:sldMk cId="3947445702" sldId="1110"/>
            <ac:cxnSpMk id="19" creationId="{B5051BF1-5DCC-890F-1B4F-3230B923A2C1}"/>
          </ac:cxnSpMkLst>
        </pc:cxnChg>
        <pc:cxnChg chg="del">
          <ac:chgData name="严 伟杰" userId="12717cc107ab2eea" providerId="LiveId" clId="{D6FB56F4-E1BB-4E5F-9298-2D2FA9D0633A}" dt="2022-05-10T09:15:28.128" v="9463" actId="478"/>
          <ac:cxnSpMkLst>
            <pc:docMk/>
            <pc:sldMk cId="3947445702" sldId="1110"/>
            <ac:cxnSpMk id="20" creationId="{AD1DAA9A-6316-BDC2-0857-4AFB4FC3BB21}"/>
          </ac:cxnSpMkLst>
        </pc:cxnChg>
        <pc:cxnChg chg="del mod">
          <ac:chgData name="严 伟杰" userId="12717cc107ab2eea" providerId="LiveId" clId="{D6FB56F4-E1BB-4E5F-9298-2D2FA9D0633A}" dt="2022-05-10T09:15:22.342" v="9460" actId="478"/>
          <ac:cxnSpMkLst>
            <pc:docMk/>
            <pc:sldMk cId="3947445702" sldId="1110"/>
            <ac:cxnSpMk id="24" creationId="{A9D4F12C-4394-8B81-CF84-3D181F2C720A}"/>
          </ac:cxnSpMkLst>
        </pc:cxnChg>
        <pc:cxnChg chg="del mod">
          <ac:chgData name="严 伟杰" userId="12717cc107ab2eea" providerId="LiveId" clId="{D6FB56F4-E1BB-4E5F-9298-2D2FA9D0633A}" dt="2022-05-10T09:15:22.342" v="9460" actId="478"/>
          <ac:cxnSpMkLst>
            <pc:docMk/>
            <pc:sldMk cId="3947445702" sldId="1110"/>
            <ac:cxnSpMk id="52" creationId="{AE84BFF5-8D2F-2316-06E8-88748324C06D}"/>
          </ac:cxnSpMkLst>
        </pc:cxnChg>
      </pc:sldChg>
      <pc:sldChg chg="addSp delSp modSp add mod">
        <pc:chgData name="严 伟杰" userId="12717cc107ab2eea" providerId="LiveId" clId="{D6FB56F4-E1BB-4E5F-9298-2D2FA9D0633A}" dt="2022-05-10T11:42:52.935" v="9554" actId="1076"/>
        <pc:sldMkLst>
          <pc:docMk/>
          <pc:sldMk cId="1985159087" sldId="1111"/>
        </pc:sldMkLst>
        <pc:spChg chg="del">
          <ac:chgData name="严 伟杰" userId="12717cc107ab2eea" providerId="LiveId" clId="{D6FB56F4-E1BB-4E5F-9298-2D2FA9D0633A}" dt="2022-05-10T11:40:34.018" v="9545" actId="478"/>
          <ac:spMkLst>
            <pc:docMk/>
            <pc:sldMk cId="1985159087" sldId="1111"/>
            <ac:spMk id="4" creationId="{3159F72D-EE15-DD07-B8B2-D12D8BA45F7D}"/>
          </ac:spMkLst>
        </pc:spChg>
        <pc:spChg chg="add mod">
          <ac:chgData name="严 伟杰" userId="12717cc107ab2eea" providerId="LiveId" clId="{D6FB56F4-E1BB-4E5F-9298-2D2FA9D0633A}" dt="2022-05-10T11:40:34.236" v="9546"/>
          <ac:spMkLst>
            <pc:docMk/>
            <pc:sldMk cId="1985159087" sldId="1111"/>
            <ac:spMk id="5" creationId="{DCD3BCD4-42C0-32D6-81D7-CEB57A4A1C90}"/>
          </ac:spMkLst>
        </pc:spChg>
        <pc:picChg chg="add del mod">
          <ac:chgData name="严 伟杰" userId="12717cc107ab2eea" providerId="LiveId" clId="{D6FB56F4-E1BB-4E5F-9298-2D2FA9D0633A}" dt="2022-05-10T09:47:52.634" v="9481" actId="478"/>
          <ac:picMkLst>
            <pc:docMk/>
            <pc:sldMk cId="1985159087" sldId="1111"/>
            <ac:picMk id="3" creationId="{2D412C19-E5BA-6EE6-B0FC-C65A6811FCB8}"/>
          </ac:picMkLst>
        </pc:picChg>
        <pc:picChg chg="add mod">
          <ac:chgData name="严 伟杰" userId="12717cc107ab2eea" providerId="LiveId" clId="{D6FB56F4-E1BB-4E5F-9298-2D2FA9D0633A}" dt="2022-05-10T11:42:52.935" v="9554" actId="1076"/>
          <ac:picMkLst>
            <pc:docMk/>
            <pc:sldMk cId="1985159087" sldId="1111"/>
            <ac:picMk id="3" creationId="{C3DEA584-8341-DEF7-F33B-62C24C3C50F2}"/>
          </ac:picMkLst>
        </pc:picChg>
        <pc:picChg chg="add del mod">
          <ac:chgData name="严 伟杰" userId="12717cc107ab2eea" providerId="LiveId" clId="{D6FB56F4-E1BB-4E5F-9298-2D2FA9D0633A}" dt="2022-05-10T11:42:44.074" v="9551" actId="478"/>
          <ac:picMkLst>
            <pc:docMk/>
            <pc:sldMk cId="1985159087" sldId="1111"/>
            <ac:picMk id="6" creationId="{CE7754FA-1A29-8BEF-F14B-9A0AF4175081}"/>
          </ac:picMkLst>
        </pc:picChg>
        <pc:picChg chg="del">
          <ac:chgData name="严 伟杰" userId="12717cc107ab2eea" providerId="LiveId" clId="{D6FB56F4-E1BB-4E5F-9298-2D2FA9D0633A}" dt="2022-05-10T09:47:00.993" v="9477" actId="478"/>
          <ac:picMkLst>
            <pc:docMk/>
            <pc:sldMk cId="1985159087" sldId="1111"/>
            <ac:picMk id="8" creationId="{09C7AEF1-E232-A292-A02F-D9FC48AD9031}"/>
          </ac:picMkLst>
        </pc:picChg>
      </pc:sldChg>
      <pc:sldChg chg="addSp delSp modSp add mod">
        <pc:chgData name="严 伟杰" userId="12717cc107ab2eea" providerId="LiveId" clId="{D6FB56F4-E1BB-4E5F-9298-2D2FA9D0633A}" dt="2022-05-10T11:40:37.323" v="9548"/>
        <pc:sldMkLst>
          <pc:docMk/>
          <pc:sldMk cId="3888968887" sldId="1112"/>
        </pc:sldMkLst>
        <pc:spChg chg="del">
          <ac:chgData name="严 伟杰" userId="12717cc107ab2eea" providerId="LiveId" clId="{D6FB56F4-E1BB-4E5F-9298-2D2FA9D0633A}" dt="2022-05-10T11:40:37.080" v="9547" actId="478"/>
          <ac:spMkLst>
            <pc:docMk/>
            <pc:sldMk cId="3888968887" sldId="1112"/>
            <ac:spMk id="4" creationId="{3159F72D-EE15-DD07-B8B2-D12D8BA45F7D}"/>
          </ac:spMkLst>
        </pc:spChg>
        <pc:spChg chg="add mod">
          <ac:chgData name="严 伟杰" userId="12717cc107ab2eea" providerId="LiveId" clId="{D6FB56F4-E1BB-4E5F-9298-2D2FA9D0633A}" dt="2022-05-10T11:40:37.323" v="9548"/>
          <ac:spMkLst>
            <pc:docMk/>
            <pc:sldMk cId="3888968887" sldId="1112"/>
            <ac:spMk id="9" creationId="{B0D6C353-2412-C617-921C-7E1C91376073}"/>
          </ac:spMkLst>
        </pc:spChg>
        <pc:picChg chg="add del mod">
          <ac:chgData name="严 伟杰" userId="12717cc107ab2eea" providerId="LiveId" clId="{D6FB56F4-E1BB-4E5F-9298-2D2FA9D0633A}" dt="2022-05-10T11:37:24.708" v="9502" actId="478"/>
          <ac:picMkLst>
            <pc:docMk/>
            <pc:sldMk cId="3888968887" sldId="1112"/>
            <ac:picMk id="3" creationId="{C9A35E5A-E7D3-BA45-F411-B77E1D030922}"/>
          </ac:picMkLst>
        </pc:picChg>
        <pc:picChg chg="del">
          <ac:chgData name="严 伟杰" userId="12717cc107ab2eea" providerId="LiveId" clId="{D6FB56F4-E1BB-4E5F-9298-2D2FA9D0633A}" dt="2022-05-10T11:35:41.825" v="9496" actId="478"/>
          <ac:picMkLst>
            <pc:docMk/>
            <pc:sldMk cId="3888968887" sldId="1112"/>
            <ac:picMk id="6" creationId="{CE7754FA-1A29-8BEF-F14B-9A0AF4175081}"/>
          </ac:picMkLst>
        </pc:picChg>
        <pc:picChg chg="add mod">
          <ac:chgData name="严 伟杰" userId="12717cc107ab2eea" providerId="LiveId" clId="{D6FB56F4-E1BB-4E5F-9298-2D2FA9D0633A}" dt="2022-05-10T11:37:37.550" v="9505" actId="1076"/>
          <ac:picMkLst>
            <pc:docMk/>
            <pc:sldMk cId="3888968887" sldId="1112"/>
            <ac:picMk id="7" creationId="{F8C9ECC7-4D3A-03D8-43DA-31DC6438DF10}"/>
          </ac:picMkLst>
        </pc:picChg>
      </pc:sldChg>
      <pc:sldChg chg="addSp delSp modSp add mod">
        <pc:chgData name="严 伟杰" userId="12717cc107ab2eea" providerId="LiveId" clId="{D6FB56F4-E1BB-4E5F-9298-2D2FA9D0633A}" dt="2022-05-10T11:40:40.748" v="9550"/>
        <pc:sldMkLst>
          <pc:docMk/>
          <pc:sldMk cId="1455008196" sldId="1113"/>
        </pc:sldMkLst>
        <pc:spChg chg="del">
          <ac:chgData name="严 伟杰" userId="12717cc107ab2eea" providerId="LiveId" clId="{D6FB56F4-E1BB-4E5F-9298-2D2FA9D0633A}" dt="2022-05-10T11:40:40.501" v="9549" actId="478"/>
          <ac:spMkLst>
            <pc:docMk/>
            <pc:sldMk cId="1455008196" sldId="1113"/>
            <ac:spMk id="4" creationId="{3159F72D-EE15-DD07-B8B2-D12D8BA45F7D}"/>
          </ac:spMkLst>
        </pc:spChg>
        <pc:spChg chg="add mod">
          <ac:chgData name="严 伟杰" userId="12717cc107ab2eea" providerId="LiveId" clId="{D6FB56F4-E1BB-4E5F-9298-2D2FA9D0633A}" dt="2022-05-10T11:40:40.748" v="9550"/>
          <ac:spMkLst>
            <pc:docMk/>
            <pc:sldMk cId="1455008196" sldId="1113"/>
            <ac:spMk id="7" creationId="{1E610284-3F4E-A284-4A38-412BD1324ABD}"/>
          </ac:spMkLst>
        </pc:spChg>
        <pc:picChg chg="del">
          <ac:chgData name="严 伟杰" userId="12717cc107ab2eea" providerId="LiveId" clId="{D6FB56F4-E1BB-4E5F-9298-2D2FA9D0633A}" dt="2022-05-10T11:36:07.741" v="9501" actId="478"/>
          <ac:picMkLst>
            <pc:docMk/>
            <pc:sldMk cId="1455008196" sldId="1113"/>
            <ac:picMk id="3" creationId="{C9A35E5A-E7D3-BA45-F411-B77E1D030922}"/>
          </ac:picMkLst>
        </pc:picChg>
        <pc:picChg chg="add mod">
          <ac:chgData name="严 伟杰" userId="12717cc107ab2eea" providerId="LiveId" clId="{D6FB56F4-E1BB-4E5F-9298-2D2FA9D0633A}" dt="2022-05-10T11:39:46.697" v="9511" actId="1076"/>
          <ac:picMkLst>
            <pc:docMk/>
            <pc:sldMk cId="1455008196" sldId="1113"/>
            <ac:picMk id="5" creationId="{D176AD17-727A-86EF-64E1-75D1D8C7876D}"/>
          </ac:picMkLst>
        </pc:picChg>
      </pc:sldChg>
      <pc:sldChg chg="addSp delSp modSp add mod">
        <pc:chgData name="严 伟杰" userId="12717cc107ab2eea" providerId="LiveId" clId="{D6FB56F4-E1BB-4E5F-9298-2D2FA9D0633A}" dt="2022-05-10T12:01:45.905" v="9687" actId="20577"/>
        <pc:sldMkLst>
          <pc:docMk/>
          <pc:sldMk cId="1130200216" sldId="1114"/>
        </pc:sldMkLst>
        <pc:spChg chg="add mod">
          <ac:chgData name="严 伟杰" userId="12717cc107ab2eea" providerId="LiveId" clId="{D6FB56F4-E1BB-4E5F-9298-2D2FA9D0633A}" dt="2022-05-10T11:56:28.248" v="9575"/>
          <ac:spMkLst>
            <pc:docMk/>
            <pc:sldMk cId="1130200216" sldId="1114"/>
            <ac:spMk id="6" creationId="{C29B6E1C-C902-BDF3-5D7C-8C636A1E1309}"/>
          </ac:spMkLst>
        </pc:spChg>
        <pc:spChg chg="mod">
          <ac:chgData name="严 伟杰" userId="12717cc107ab2eea" providerId="LiveId" clId="{D6FB56F4-E1BB-4E5F-9298-2D2FA9D0633A}" dt="2022-05-10T12:01:45.905" v="9687" actId="20577"/>
          <ac:spMkLst>
            <pc:docMk/>
            <pc:sldMk cId="1130200216" sldId="1114"/>
            <ac:spMk id="7" creationId="{1E610284-3F4E-A284-4A38-412BD1324ABD}"/>
          </ac:spMkLst>
        </pc:spChg>
        <pc:spChg chg="add mod">
          <ac:chgData name="严 伟杰" userId="12717cc107ab2eea" providerId="LiveId" clId="{D6FB56F4-E1BB-4E5F-9298-2D2FA9D0633A}" dt="2022-05-10T11:56:28.248" v="9575"/>
          <ac:spMkLst>
            <pc:docMk/>
            <pc:sldMk cId="1130200216" sldId="1114"/>
            <ac:spMk id="8" creationId="{01CF271D-1D65-033A-BD7D-FBD95F77D5D5}"/>
          </ac:spMkLst>
        </pc:spChg>
        <pc:spChg chg="add mod">
          <ac:chgData name="严 伟杰" userId="12717cc107ab2eea" providerId="LiveId" clId="{D6FB56F4-E1BB-4E5F-9298-2D2FA9D0633A}" dt="2022-05-10T11:56:28.248" v="9575"/>
          <ac:spMkLst>
            <pc:docMk/>
            <pc:sldMk cId="1130200216" sldId="1114"/>
            <ac:spMk id="11" creationId="{34FA96D8-1A8F-1A5C-499B-C567A611A52E}"/>
          </ac:spMkLst>
        </pc:spChg>
        <pc:spChg chg="add mod">
          <ac:chgData name="严 伟杰" userId="12717cc107ab2eea" providerId="LiveId" clId="{D6FB56F4-E1BB-4E5F-9298-2D2FA9D0633A}" dt="2022-05-10T11:56:28.248" v="9575"/>
          <ac:spMkLst>
            <pc:docMk/>
            <pc:sldMk cId="1130200216" sldId="1114"/>
            <ac:spMk id="16" creationId="{80B02238-5AA0-E41A-948A-3A0558A7AAFC}"/>
          </ac:spMkLst>
        </pc:spChg>
        <pc:spChg chg="add mod">
          <ac:chgData name="严 伟杰" userId="12717cc107ab2eea" providerId="LiveId" clId="{D6FB56F4-E1BB-4E5F-9298-2D2FA9D0633A}" dt="2022-05-10T11:56:28.248" v="9575"/>
          <ac:spMkLst>
            <pc:docMk/>
            <pc:sldMk cId="1130200216" sldId="1114"/>
            <ac:spMk id="17" creationId="{B8157044-4B98-6D9C-31AC-825B95D68723}"/>
          </ac:spMkLst>
        </pc:spChg>
        <pc:spChg chg="add mod">
          <ac:chgData name="严 伟杰" userId="12717cc107ab2eea" providerId="LiveId" clId="{D6FB56F4-E1BB-4E5F-9298-2D2FA9D0633A}" dt="2022-05-10T11:56:28.248" v="9575"/>
          <ac:spMkLst>
            <pc:docMk/>
            <pc:sldMk cId="1130200216" sldId="1114"/>
            <ac:spMk id="18" creationId="{A2663C09-8055-7046-0B17-DF23BF01CA67}"/>
          </ac:spMkLst>
        </pc:spChg>
        <pc:spChg chg="add mod">
          <ac:chgData name="严 伟杰" userId="12717cc107ab2eea" providerId="LiveId" clId="{D6FB56F4-E1BB-4E5F-9298-2D2FA9D0633A}" dt="2022-05-10T11:56:28.248" v="9575"/>
          <ac:spMkLst>
            <pc:docMk/>
            <pc:sldMk cId="1130200216" sldId="1114"/>
            <ac:spMk id="19" creationId="{B40774A8-3E69-48D9-21BA-A10A62A19385}"/>
          </ac:spMkLst>
        </pc:spChg>
        <pc:spChg chg="add mod">
          <ac:chgData name="严 伟杰" userId="12717cc107ab2eea" providerId="LiveId" clId="{D6FB56F4-E1BB-4E5F-9298-2D2FA9D0633A}" dt="2022-05-10T11:56:28.248" v="9575"/>
          <ac:spMkLst>
            <pc:docMk/>
            <pc:sldMk cId="1130200216" sldId="1114"/>
            <ac:spMk id="20" creationId="{4D0D5CAA-F865-AEBE-2A54-1817794A4322}"/>
          </ac:spMkLst>
        </pc:spChg>
        <pc:spChg chg="add mod">
          <ac:chgData name="严 伟杰" userId="12717cc107ab2eea" providerId="LiveId" clId="{D6FB56F4-E1BB-4E5F-9298-2D2FA9D0633A}" dt="2022-05-10T11:56:28.248" v="9575"/>
          <ac:spMkLst>
            <pc:docMk/>
            <pc:sldMk cId="1130200216" sldId="1114"/>
            <ac:spMk id="21" creationId="{3F657237-F2A7-110D-D1A1-92B4B3C33C16}"/>
          </ac:spMkLst>
        </pc:spChg>
        <pc:spChg chg="add mod">
          <ac:chgData name="严 伟杰" userId="12717cc107ab2eea" providerId="LiveId" clId="{D6FB56F4-E1BB-4E5F-9298-2D2FA9D0633A}" dt="2022-05-10T11:57:59.835" v="9584" actId="1076"/>
          <ac:spMkLst>
            <pc:docMk/>
            <pc:sldMk cId="1130200216" sldId="1114"/>
            <ac:spMk id="22" creationId="{5FBB9A79-9024-BAF2-97B7-321ABC0C32D4}"/>
          </ac:spMkLst>
        </pc:spChg>
        <pc:spChg chg="add mod">
          <ac:chgData name="严 伟杰" userId="12717cc107ab2eea" providerId="LiveId" clId="{D6FB56F4-E1BB-4E5F-9298-2D2FA9D0633A}" dt="2022-05-10T11:57:40.132" v="9582" actId="1076"/>
          <ac:spMkLst>
            <pc:docMk/>
            <pc:sldMk cId="1130200216" sldId="1114"/>
            <ac:spMk id="23" creationId="{2332BFAD-D10B-CB1B-BAA2-3820B45BD104}"/>
          </ac:spMkLst>
        </pc:spChg>
        <pc:spChg chg="add mod">
          <ac:chgData name="严 伟杰" userId="12717cc107ab2eea" providerId="LiveId" clId="{D6FB56F4-E1BB-4E5F-9298-2D2FA9D0633A}" dt="2022-05-10T11:58:16.278" v="9586" actId="1076"/>
          <ac:spMkLst>
            <pc:docMk/>
            <pc:sldMk cId="1130200216" sldId="1114"/>
            <ac:spMk id="24" creationId="{4DA06BCF-C62E-9557-C05A-F8B993156658}"/>
          </ac:spMkLst>
        </pc:spChg>
        <pc:spChg chg="add mod">
          <ac:chgData name="严 伟杰" userId="12717cc107ab2eea" providerId="LiveId" clId="{D6FB56F4-E1BB-4E5F-9298-2D2FA9D0633A}" dt="2022-05-10T11:58:31.539" v="9588" actId="1076"/>
          <ac:spMkLst>
            <pc:docMk/>
            <pc:sldMk cId="1130200216" sldId="1114"/>
            <ac:spMk id="25" creationId="{3465A44A-699C-CDC3-AEFE-6E1A7214CB04}"/>
          </ac:spMkLst>
        </pc:spChg>
        <pc:spChg chg="add del mod">
          <ac:chgData name="严 伟杰" userId="12717cc107ab2eea" providerId="LiveId" clId="{D6FB56F4-E1BB-4E5F-9298-2D2FA9D0633A}" dt="2022-05-10T11:58:35.763" v="9590" actId="21"/>
          <ac:spMkLst>
            <pc:docMk/>
            <pc:sldMk cId="1130200216" sldId="1114"/>
            <ac:spMk id="26" creationId="{212C730D-3C6D-C951-52D9-7D84A05977DD}"/>
          </ac:spMkLst>
        </pc:spChg>
        <pc:picChg chg="del">
          <ac:chgData name="严 伟杰" userId="12717cc107ab2eea" providerId="LiveId" clId="{D6FB56F4-E1BB-4E5F-9298-2D2FA9D0633A}" dt="2022-05-10T11:51:06.116" v="9570" actId="478"/>
          <ac:picMkLst>
            <pc:docMk/>
            <pc:sldMk cId="1130200216" sldId="1114"/>
            <ac:picMk id="5" creationId="{D176AD17-727A-86EF-64E1-75D1D8C7876D}"/>
          </ac:picMkLst>
        </pc:picChg>
        <pc:cxnChg chg="add mod">
          <ac:chgData name="严 伟杰" userId="12717cc107ab2eea" providerId="LiveId" clId="{D6FB56F4-E1BB-4E5F-9298-2D2FA9D0633A}" dt="2022-05-10T11:59:33.106" v="9597" actId="14100"/>
          <ac:cxnSpMkLst>
            <pc:docMk/>
            <pc:sldMk cId="1130200216" sldId="1114"/>
            <ac:cxnSpMk id="3" creationId="{B4EEBF5A-B0B7-1645-B120-F10F4E868357}"/>
          </ac:cxnSpMkLst>
        </pc:cxnChg>
        <pc:cxnChg chg="add mod">
          <ac:chgData name="严 伟杰" userId="12717cc107ab2eea" providerId="LiveId" clId="{D6FB56F4-E1BB-4E5F-9298-2D2FA9D0633A}" dt="2022-05-10T11:56:28.248" v="9575"/>
          <ac:cxnSpMkLst>
            <pc:docMk/>
            <pc:sldMk cId="1130200216" sldId="1114"/>
            <ac:cxnSpMk id="9" creationId="{E1CBDF7D-9D55-7150-CAB5-96E7F7FCBACA}"/>
          </ac:cxnSpMkLst>
        </pc:cxnChg>
        <pc:cxnChg chg="add mod">
          <ac:chgData name="严 伟杰" userId="12717cc107ab2eea" providerId="LiveId" clId="{D6FB56F4-E1BB-4E5F-9298-2D2FA9D0633A}" dt="2022-05-10T11:56:28.248" v="9575"/>
          <ac:cxnSpMkLst>
            <pc:docMk/>
            <pc:sldMk cId="1130200216" sldId="1114"/>
            <ac:cxnSpMk id="10" creationId="{9D7944DE-C072-A2FB-7B8D-D4047BBF1922}"/>
          </ac:cxnSpMkLst>
        </pc:cxnChg>
        <pc:cxnChg chg="add mod">
          <ac:chgData name="严 伟杰" userId="12717cc107ab2eea" providerId="LiveId" clId="{D6FB56F4-E1BB-4E5F-9298-2D2FA9D0633A}" dt="2022-05-10T11:56:28.248" v="9575"/>
          <ac:cxnSpMkLst>
            <pc:docMk/>
            <pc:sldMk cId="1130200216" sldId="1114"/>
            <ac:cxnSpMk id="12" creationId="{6039E123-94A3-288B-FA78-1EEAAED5A00E}"/>
          </ac:cxnSpMkLst>
        </pc:cxnChg>
        <pc:cxnChg chg="add mod">
          <ac:chgData name="严 伟杰" userId="12717cc107ab2eea" providerId="LiveId" clId="{D6FB56F4-E1BB-4E5F-9298-2D2FA9D0633A}" dt="2022-05-10T11:56:28.248" v="9575"/>
          <ac:cxnSpMkLst>
            <pc:docMk/>
            <pc:sldMk cId="1130200216" sldId="1114"/>
            <ac:cxnSpMk id="14" creationId="{896D5DB6-50C1-96F9-6B6B-DD53471C6366}"/>
          </ac:cxnSpMkLst>
        </pc:cxnChg>
        <pc:cxnChg chg="add mod">
          <ac:chgData name="严 伟杰" userId="12717cc107ab2eea" providerId="LiveId" clId="{D6FB56F4-E1BB-4E5F-9298-2D2FA9D0633A}" dt="2022-05-10T11:56:28.248" v="9575"/>
          <ac:cxnSpMkLst>
            <pc:docMk/>
            <pc:sldMk cId="1130200216" sldId="1114"/>
            <ac:cxnSpMk id="15" creationId="{1DFDCC81-EB95-C1D2-101D-77033739AE0E}"/>
          </ac:cxnSpMkLst>
        </pc:cxnChg>
        <pc:cxnChg chg="add mod">
          <ac:chgData name="严 伟杰" userId="12717cc107ab2eea" providerId="LiveId" clId="{D6FB56F4-E1BB-4E5F-9298-2D2FA9D0633A}" dt="2022-05-10T11:59:43.980" v="9599" actId="1076"/>
          <ac:cxnSpMkLst>
            <pc:docMk/>
            <pc:sldMk cId="1130200216" sldId="1114"/>
            <ac:cxnSpMk id="27" creationId="{9A8E507C-F895-EE3C-9619-125BE4D89FA8}"/>
          </ac:cxnSpMkLst>
        </pc:cxnChg>
        <pc:cxnChg chg="add mod">
          <ac:chgData name="严 伟杰" userId="12717cc107ab2eea" providerId="LiveId" clId="{D6FB56F4-E1BB-4E5F-9298-2D2FA9D0633A}" dt="2022-05-10T11:59:54.372" v="9601" actId="1076"/>
          <ac:cxnSpMkLst>
            <pc:docMk/>
            <pc:sldMk cId="1130200216" sldId="1114"/>
            <ac:cxnSpMk id="28" creationId="{4D129039-2EFB-2B88-70FE-333389FA25E9}"/>
          </ac:cxnSpMkLst>
        </pc:cxnChg>
        <pc:cxnChg chg="add mod">
          <ac:chgData name="严 伟杰" userId="12717cc107ab2eea" providerId="LiveId" clId="{D6FB56F4-E1BB-4E5F-9298-2D2FA9D0633A}" dt="2022-05-10T12:00:06.244" v="9603" actId="1076"/>
          <ac:cxnSpMkLst>
            <pc:docMk/>
            <pc:sldMk cId="1130200216" sldId="1114"/>
            <ac:cxnSpMk id="29" creationId="{68FB6A26-75FF-788C-89C4-7E661C5B2287}"/>
          </ac:cxnSpMkLst>
        </pc:cxnChg>
      </pc:sldChg>
      <pc:sldChg chg="addSp delSp modSp add mod">
        <pc:chgData name="严 伟杰" userId="12717cc107ab2eea" providerId="LiveId" clId="{D6FB56F4-E1BB-4E5F-9298-2D2FA9D0633A}" dt="2022-05-10T12:05:12.505" v="9843"/>
        <pc:sldMkLst>
          <pc:docMk/>
          <pc:sldMk cId="2650009960" sldId="1115"/>
        </pc:sldMkLst>
        <pc:spChg chg="mod">
          <ac:chgData name="严 伟杰" userId="12717cc107ab2eea" providerId="LiveId" clId="{D6FB56F4-E1BB-4E5F-9298-2D2FA9D0633A}" dt="2022-05-10T12:05:12.505" v="9843"/>
          <ac:spMkLst>
            <pc:docMk/>
            <pc:sldMk cId="2650009960" sldId="1115"/>
            <ac:spMk id="7" creationId="{1E610284-3F4E-A284-4A38-412BD1324ABD}"/>
          </ac:spMkLst>
        </pc:spChg>
        <pc:spChg chg="mod">
          <ac:chgData name="严 伟杰" userId="12717cc107ab2eea" providerId="LiveId" clId="{D6FB56F4-E1BB-4E5F-9298-2D2FA9D0633A}" dt="2022-05-10T12:02:41.175" v="9730" actId="1076"/>
          <ac:spMkLst>
            <pc:docMk/>
            <pc:sldMk cId="2650009960" sldId="1115"/>
            <ac:spMk id="22" creationId="{5FBB9A79-9024-BAF2-97B7-321ABC0C32D4}"/>
          </ac:spMkLst>
        </pc:spChg>
        <pc:spChg chg="mod">
          <ac:chgData name="严 伟杰" userId="12717cc107ab2eea" providerId="LiveId" clId="{D6FB56F4-E1BB-4E5F-9298-2D2FA9D0633A}" dt="2022-05-10T12:02:53.208" v="9731" actId="1076"/>
          <ac:spMkLst>
            <pc:docMk/>
            <pc:sldMk cId="2650009960" sldId="1115"/>
            <ac:spMk id="23" creationId="{2332BFAD-D10B-CB1B-BAA2-3820B45BD104}"/>
          </ac:spMkLst>
        </pc:spChg>
        <pc:spChg chg="mod">
          <ac:chgData name="严 伟杰" userId="12717cc107ab2eea" providerId="LiveId" clId="{D6FB56F4-E1BB-4E5F-9298-2D2FA9D0633A}" dt="2022-05-10T12:03:03.485" v="9734" actId="1076"/>
          <ac:spMkLst>
            <pc:docMk/>
            <pc:sldMk cId="2650009960" sldId="1115"/>
            <ac:spMk id="24" creationId="{4DA06BCF-C62E-9557-C05A-F8B993156658}"/>
          </ac:spMkLst>
        </pc:spChg>
        <pc:spChg chg="mod">
          <ac:chgData name="严 伟杰" userId="12717cc107ab2eea" providerId="LiveId" clId="{D6FB56F4-E1BB-4E5F-9298-2D2FA9D0633A}" dt="2022-05-10T12:03:07.406" v="9735" actId="1076"/>
          <ac:spMkLst>
            <pc:docMk/>
            <pc:sldMk cId="2650009960" sldId="1115"/>
            <ac:spMk id="25" creationId="{3465A44A-699C-CDC3-AEFE-6E1A7214CB04}"/>
          </ac:spMkLst>
        </pc:spChg>
        <pc:cxnChg chg="del mod">
          <ac:chgData name="严 伟杰" userId="12717cc107ab2eea" providerId="LiveId" clId="{D6FB56F4-E1BB-4E5F-9298-2D2FA9D0633A}" dt="2022-05-10T12:03:16.563" v="9736" actId="21"/>
          <ac:cxnSpMkLst>
            <pc:docMk/>
            <pc:sldMk cId="2650009960" sldId="1115"/>
            <ac:cxnSpMk id="3" creationId="{B4EEBF5A-B0B7-1645-B120-F10F4E868357}"/>
          </ac:cxnSpMkLst>
        </pc:cxnChg>
        <pc:cxnChg chg="add del">
          <ac:chgData name="严 伟杰" userId="12717cc107ab2eea" providerId="LiveId" clId="{D6FB56F4-E1BB-4E5F-9298-2D2FA9D0633A}" dt="2022-05-10T12:03:17.586" v="9737" actId="21"/>
          <ac:cxnSpMkLst>
            <pc:docMk/>
            <pc:sldMk cId="2650009960" sldId="1115"/>
            <ac:cxnSpMk id="27" creationId="{9A8E507C-F895-EE3C-9619-125BE4D89FA8}"/>
          </ac:cxnSpMkLst>
        </pc:cxnChg>
        <pc:cxnChg chg="del">
          <ac:chgData name="严 伟杰" userId="12717cc107ab2eea" providerId="LiveId" clId="{D6FB56F4-E1BB-4E5F-9298-2D2FA9D0633A}" dt="2022-05-10T12:03:18.608" v="9738" actId="21"/>
          <ac:cxnSpMkLst>
            <pc:docMk/>
            <pc:sldMk cId="2650009960" sldId="1115"/>
            <ac:cxnSpMk id="28" creationId="{4D129039-2EFB-2B88-70FE-333389FA25E9}"/>
          </ac:cxnSpMkLst>
        </pc:cxnChg>
        <pc:cxnChg chg="del">
          <ac:chgData name="严 伟杰" userId="12717cc107ab2eea" providerId="LiveId" clId="{D6FB56F4-E1BB-4E5F-9298-2D2FA9D0633A}" dt="2022-05-10T12:03:19.471" v="9739" actId="21"/>
          <ac:cxnSpMkLst>
            <pc:docMk/>
            <pc:sldMk cId="2650009960" sldId="1115"/>
            <ac:cxnSpMk id="29" creationId="{68FB6A26-75FF-788C-89C4-7E661C5B2287}"/>
          </ac:cxnSpMkLst>
        </pc:cxnChg>
      </pc:sldChg>
      <pc:sldChg chg="add del">
        <pc:chgData name="严 伟杰" userId="12717cc107ab2eea" providerId="LiveId" clId="{D6FB56F4-E1BB-4E5F-9298-2D2FA9D0633A}" dt="2022-05-10T11:51:19.543" v="9572" actId="2696"/>
        <pc:sldMkLst>
          <pc:docMk/>
          <pc:sldMk cId="3436651081" sldId="1115"/>
        </pc:sldMkLst>
      </pc:sldChg>
      <pc:sldChg chg="addSp delSp modSp add mod modShow">
        <pc:chgData name="严 伟杰" userId="12717cc107ab2eea" providerId="LiveId" clId="{D6FB56F4-E1BB-4E5F-9298-2D2FA9D0633A}" dt="2022-05-10T15:48:52.632" v="10924" actId="729"/>
        <pc:sldMkLst>
          <pc:docMk/>
          <pc:sldMk cId="3069902377" sldId="1116"/>
        </pc:sldMkLst>
        <pc:spChg chg="del">
          <ac:chgData name="严 伟杰" userId="12717cc107ab2eea" providerId="LiveId" clId="{D6FB56F4-E1BB-4E5F-9298-2D2FA9D0633A}" dt="2022-05-10T12:04:32.205" v="9776" actId="478"/>
          <ac:spMkLst>
            <pc:docMk/>
            <pc:sldMk cId="3069902377" sldId="1116"/>
            <ac:spMk id="6" creationId="{C29B6E1C-C902-BDF3-5D7C-8C636A1E1309}"/>
          </ac:spMkLst>
        </pc:spChg>
        <pc:spChg chg="mod">
          <ac:chgData name="严 伟杰" userId="12717cc107ab2eea" providerId="LiveId" clId="{D6FB56F4-E1BB-4E5F-9298-2D2FA9D0633A}" dt="2022-05-10T15:34:16.713" v="10731" actId="20577"/>
          <ac:spMkLst>
            <pc:docMk/>
            <pc:sldMk cId="3069902377" sldId="1116"/>
            <ac:spMk id="7" creationId="{1E610284-3F4E-A284-4A38-412BD1324ABD}"/>
          </ac:spMkLst>
        </pc:spChg>
        <pc:spChg chg="del">
          <ac:chgData name="严 伟杰" userId="12717cc107ab2eea" providerId="LiveId" clId="{D6FB56F4-E1BB-4E5F-9298-2D2FA9D0633A}" dt="2022-05-10T12:04:32.205" v="9776" actId="478"/>
          <ac:spMkLst>
            <pc:docMk/>
            <pc:sldMk cId="3069902377" sldId="1116"/>
            <ac:spMk id="8" creationId="{01CF271D-1D65-033A-BD7D-FBD95F77D5D5}"/>
          </ac:spMkLst>
        </pc:spChg>
        <pc:spChg chg="del">
          <ac:chgData name="严 伟杰" userId="12717cc107ab2eea" providerId="LiveId" clId="{D6FB56F4-E1BB-4E5F-9298-2D2FA9D0633A}" dt="2022-05-10T12:04:32.205" v="9776" actId="478"/>
          <ac:spMkLst>
            <pc:docMk/>
            <pc:sldMk cId="3069902377" sldId="1116"/>
            <ac:spMk id="11" creationId="{34FA96D8-1A8F-1A5C-499B-C567A611A52E}"/>
          </ac:spMkLst>
        </pc:spChg>
        <pc:spChg chg="del">
          <ac:chgData name="严 伟杰" userId="12717cc107ab2eea" providerId="LiveId" clId="{D6FB56F4-E1BB-4E5F-9298-2D2FA9D0633A}" dt="2022-05-10T12:04:32.205" v="9776" actId="478"/>
          <ac:spMkLst>
            <pc:docMk/>
            <pc:sldMk cId="3069902377" sldId="1116"/>
            <ac:spMk id="16" creationId="{80B02238-5AA0-E41A-948A-3A0558A7AAFC}"/>
          </ac:spMkLst>
        </pc:spChg>
        <pc:spChg chg="del">
          <ac:chgData name="严 伟杰" userId="12717cc107ab2eea" providerId="LiveId" clId="{D6FB56F4-E1BB-4E5F-9298-2D2FA9D0633A}" dt="2022-05-10T12:04:32.205" v="9776" actId="478"/>
          <ac:spMkLst>
            <pc:docMk/>
            <pc:sldMk cId="3069902377" sldId="1116"/>
            <ac:spMk id="17" creationId="{B8157044-4B98-6D9C-31AC-825B95D68723}"/>
          </ac:spMkLst>
        </pc:spChg>
        <pc:spChg chg="del">
          <ac:chgData name="严 伟杰" userId="12717cc107ab2eea" providerId="LiveId" clId="{D6FB56F4-E1BB-4E5F-9298-2D2FA9D0633A}" dt="2022-05-10T12:04:32.205" v="9776" actId="478"/>
          <ac:spMkLst>
            <pc:docMk/>
            <pc:sldMk cId="3069902377" sldId="1116"/>
            <ac:spMk id="18" creationId="{A2663C09-8055-7046-0B17-DF23BF01CA67}"/>
          </ac:spMkLst>
        </pc:spChg>
        <pc:spChg chg="del">
          <ac:chgData name="严 伟杰" userId="12717cc107ab2eea" providerId="LiveId" clId="{D6FB56F4-E1BB-4E5F-9298-2D2FA9D0633A}" dt="2022-05-10T12:04:32.205" v="9776" actId="478"/>
          <ac:spMkLst>
            <pc:docMk/>
            <pc:sldMk cId="3069902377" sldId="1116"/>
            <ac:spMk id="19" creationId="{B40774A8-3E69-48D9-21BA-A10A62A19385}"/>
          </ac:spMkLst>
        </pc:spChg>
        <pc:spChg chg="del">
          <ac:chgData name="严 伟杰" userId="12717cc107ab2eea" providerId="LiveId" clId="{D6FB56F4-E1BB-4E5F-9298-2D2FA9D0633A}" dt="2022-05-10T12:04:32.205" v="9776" actId="478"/>
          <ac:spMkLst>
            <pc:docMk/>
            <pc:sldMk cId="3069902377" sldId="1116"/>
            <ac:spMk id="20" creationId="{4D0D5CAA-F865-AEBE-2A54-1817794A4322}"/>
          </ac:spMkLst>
        </pc:spChg>
        <pc:spChg chg="del">
          <ac:chgData name="严 伟杰" userId="12717cc107ab2eea" providerId="LiveId" clId="{D6FB56F4-E1BB-4E5F-9298-2D2FA9D0633A}" dt="2022-05-10T12:04:32.205" v="9776" actId="478"/>
          <ac:spMkLst>
            <pc:docMk/>
            <pc:sldMk cId="3069902377" sldId="1116"/>
            <ac:spMk id="21" creationId="{3F657237-F2A7-110D-D1A1-92B4B3C33C16}"/>
          </ac:spMkLst>
        </pc:spChg>
        <pc:spChg chg="del">
          <ac:chgData name="严 伟杰" userId="12717cc107ab2eea" providerId="LiveId" clId="{D6FB56F4-E1BB-4E5F-9298-2D2FA9D0633A}" dt="2022-05-10T12:04:32.205" v="9776" actId="478"/>
          <ac:spMkLst>
            <pc:docMk/>
            <pc:sldMk cId="3069902377" sldId="1116"/>
            <ac:spMk id="22" creationId="{5FBB9A79-9024-BAF2-97B7-321ABC0C32D4}"/>
          </ac:spMkLst>
        </pc:spChg>
        <pc:spChg chg="del">
          <ac:chgData name="严 伟杰" userId="12717cc107ab2eea" providerId="LiveId" clId="{D6FB56F4-E1BB-4E5F-9298-2D2FA9D0633A}" dt="2022-05-10T12:04:32.205" v="9776" actId="478"/>
          <ac:spMkLst>
            <pc:docMk/>
            <pc:sldMk cId="3069902377" sldId="1116"/>
            <ac:spMk id="23" creationId="{2332BFAD-D10B-CB1B-BAA2-3820B45BD104}"/>
          </ac:spMkLst>
        </pc:spChg>
        <pc:spChg chg="del">
          <ac:chgData name="严 伟杰" userId="12717cc107ab2eea" providerId="LiveId" clId="{D6FB56F4-E1BB-4E5F-9298-2D2FA9D0633A}" dt="2022-05-10T12:04:32.205" v="9776" actId="478"/>
          <ac:spMkLst>
            <pc:docMk/>
            <pc:sldMk cId="3069902377" sldId="1116"/>
            <ac:spMk id="24" creationId="{4DA06BCF-C62E-9557-C05A-F8B993156658}"/>
          </ac:spMkLst>
        </pc:spChg>
        <pc:spChg chg="del">
          <ac:chgData name="严 伟杰" userId="12717cc107ab2eea" providerId="LiveId" clId="{D6FB56F4-E1BB-4E5F-9298-2D2FA9D0633A}" dt="2022-05-10T12:04:32.205" v="9776" actId="478"/>
          <ac:spMkLst>
            <pc:docMk/>
            <pc:sldMk cId="3069902377" sldId="1116"/>
            <ac:spMk id="25" creationId="{3465A44A-699C-CDC3-AEFE-6E1A7214CB04}"/>
          </ac:spMkLst>
        </pc:spChg>
        <pc:spChg chg="add mod">
          <ac:chgData name="严 伟杰" userId="12717cc107ab2eea" providerId="LiveId" clId="{D6FB56F4-E1BB-4E5F-9298-2D2FA9D0633A}" dt="2022-05-10T15:32:02.402" v="10713" actId="1036"/>
          <ac:spMkLst>
            <pc:docMk/>
            <pc:sldMk cId="3069902377" sldId="1116"/>
            <ac:spMk id="26" creationId="{35E2F27E-CFF4-B564-3483-98469726976A}"/>
          </ac:spMkLst>
        </pc:spChg>
        <pc:spChg chg="add del mod">
          <ac:chgData name="严 伟杰" userId="12717cc107ab2eea" providerId="LiveId" clId="{D6FB56F4-E1BB-4E5F-9298-2D2FA9D0633A}" dt="2022-05-10T15:31:53.560" v="10712" actId="1036"/>
          <ac:spMkLst>
            <pc:docMk/>
            <pc:sldMk cId="3069902377" sldId="1116"/>
            <ac:spMk id="28" creationId="{081D41B9-FD15-D543-DF08-C31B3E40232D}"/>
          </ac:spMkLst>
        </pc:spChg>
        <pc:spChg chg="add del mod">
          <ac:chgData name="严 伟杰" userId="12717cc107ab2eea" providerId="LiveId" clId="{D6FB56F4-E1BB-4E5F-9298-2D2FA9D0633A}" dt="2022-05-10T15:31:53.560" v="10712" actId="1036"/>
          <ac:spMkLst>
            <pc:docMk/>
            <pc:sldMk cId="3069902377" sldId="1116"/>
            <ac:spMk id="36" creationId="{8721B8C3-EBF4-CE6B-6AB7-69D3BDA5489A}"/>
          </ac:spMkLst>
        </pc:spChg>
        <pc:spChg chg="add mod">
          <ac:chgData name="严 伟杰" userId="12717cc107ab2eea" providerId="LiveId" clId="{D6FB56F4-E1BB-4E5F-9298-2D2FA9D0633A}" dt="2022-05-10T15:31:53.560" v="10712" actId="1036"/>
          <ac:spMkLst>
            <pc:docMk/>
            <pc:sldMk cId="3069902377" sldId="1116"/>
            <ac:spMk id="41" creationId="{4C9A252E-F270-040B-46C9-C3D22F133C8D}"/>
          </ac:spMkLst>
        </pc:spChg>
        <pc:spChg chg="add mod">
          <ac:chgData name="严 伟杰" userId="12717cc107ab2eea" providerId="LiveId" clId="{D6FB56F4-E1BB-4E5F-9298-2D2FA9D0633A}" dt="2022-05-10T15:31:53.560" v="10712" actId="1036"/>
          <ac:spMkLst>
            <pc:docMk/>
            <pc:sldMk cId="3069902377" sldId="1116"/>
            <ac:spMk id="42" creationId="{EBB44059-A28F-3C09-9CC6-B40B8A4F996F}"/>
          </ac:spMkLst>
        </pc:spChg>
        <pc:spChg chg="add del mod">
          <ac:chgData name="严 伟杰" userId="12717cc107ab2eea" providerId="LiveId" clId="{D6FB56F4-E1BB-4E5F-9298-2D2FA9D0633A}" dt="2022-05-10T13:21:27.533" v="10274" actId="478"/>
          <ac:spMkLst>
            <pc:docMk/>
            <pc:sldMk cId="3069902377" sldId="1116"/>
            <ac:spMk id="43" creationId="{1C990892-C280-5848-09CD-A862AC0BAEA1}"/>
          </ac:spMkLst>
        </pc:spChg>
        <pc:spChg chg="add mod">
          <ac:chgData name="严 伟杰" userId="12717cc107ab2eea" providerId="LiveId" clId="{D6FB56F4-E1BB-4E5F-9298-2D2FA9D0633A}" dt="2022-05-10T13:36:00.616" v="10705" actId="207"/>
          <ac:spMkLst>
            <pc:docMk/>
            <pc:sldMk cId="3069902377" sldId="1116"/>
            <ac:spMk id="44" creationId="{9AF27D92-C16A-E63E-7A8E-0DB1462F329B}"/>
          </ac:spMkLst>
        </pc:spChg>
        <pc:spChg chg="add mod">
          <ac:chgData name="严 伟杰" userId="12717cc107ab2eea" providerId="LiveId" clId="{D6FB56F4-E1BB-4E5F-9298-2D2FA9D0633A}" dt="2022-05-10T15:31:53.560" v="10712" actId="1036"/>
          <ac:spMkLst>
            <pc:docMk/>
            <pc:sldMk cId="3069902377" sldId="1116"/>
            <ac:spMk id="45" creationId="{9ED3F3B0-D7B9-AAE4-BCDA-419A940B3EC0}"/>
          </ac:spMkLst>
        </pc:spChg>
        <pc:spChg chg="add mod">
          <ac:chgData name="严 伟杰" userId="12717cc107ab2eea" providerId="LiveId" clId="{D6FB56F4-E1BB-4E5F-9298-2D2FA9D0633A}" dt="2022-05-10T15:31:53.560" v="10712" actId="1036"/>
          <ac:spMkLst>
            <pc:docMk/>
            <pc:sldMk cId="3069902377" sldId="1116"/>
            <ac:spMk id="47" creationId="{0C0E1556-D200-8D0A-2C70-E856CC9647AA}"/>
          </ac:spMkLst>
        </pc:spChg>
        <pc:picChg chg="add del mod">
          <ac:chgData name="严 伟杰" userId="12717cc107ab2eea" providerId="LiveId" clId="{D6FB56F4-E1BB-4E5F-9298-2D2FA9D0633A}" dt="2022-05-10T13:02:48.439" v="10196" actId="478"/>
          <ac:picMkLst>
            <pc:docMk/>
            <pc:sldMk cId="3069902377" sldId="1116"/>
            <ac:picMk id="4" creationId="{91DC5530-028A-3F78-4DE4-D3105EBCA0D5}"/>
          </ac:picMkLst>
        </pc:picChg>
        <pc:picChg chg="add del mod">
          <ac:chgData name="严 伟杰" userId="12717cc107ab2eea" providerId="LiveId" clId="{D6FB56F4-E1BB-4E5F-9298-2D2FA9D0633A}" dt="2022-05-10T13:06:34.127" v="10209" actId="478"/>
          <ac:picMkLst>
            <pc:docMk/>
            <pc:sldMk cId="3069902377" sldId="1116"/>
            <ac:picMk id="27" creationId="{C7874706-3CDC-0317-F733-C1A72C9173F7}"/>
          </ac:picMkLst>
        </pc:picChg>
        <pc:picChg chg="add del mod">
          <ac:chgData name="严 伟杰" userId="12717cc107ab2eea" providerId="LiveId" clId="{D6FB56F4-E1BB-4E5F-9298-2D2FA9D0633A}" dt="2022-05-10T13:04:30.266" v="10208" actId="21"/>
          <ac:picMkLst>
            <pc:docMk/>
            <pc:sldMk cId="3069902377" sldId="1116"/>
            <ac:picMk id="29" creationId="{0826A20F-F40F-F969-2A0E-EA6D50F42A14}"/>
          </ac:picMkLst>
        </pc:picChg>
        <pc:picChg chg="add del mod">
          <ac:chgData name="严 伟杰" userId="12717cc107ab2eea" providerId="LiveId" clId="{D6FB56F4-E1BB-4E5F-9298-2D2FA9D0633A}" dt="2022-05-10T13:07:06.643" v="10213" actId="478"/>
          <ac:picMkLst>
            <pc:docMk/>
            <pc:sldMk cId="3069902377" sldId="1116"/>
            <ac:picMk id="31" creationId="{418C0065-CA81-525F-16FD-A54A02FE851A}"/>
          </ac:picMkLst>
        </pc:picChg>
        <pc:picChg chg="add mod">
          <ac:chgData name="严 伟杰" userId="12717cc107ab2eea" providerId="LiveId" clId="{D6FB56F4-E1BB-4E5F-9298-2D2FA9D0633A}" dt="2022-05-10T15:31:53.560" v="10712" actId="1036"/>
          <ac:picMkLst>
            <pc:docMk/>
            <pc:sldMk cId="3069902377" sldId="1116"/>
            <ac:picMk id="33" creationId="{B0147A98-9420-46E1-FEF4-EE0A906A23DC}"/>
          </ac:picMkLst>
        </pc:picChg>
        <pc:picChg chg="add mod">
          <ac:chgData name="严 伟杰" userId="12717cc107ab2eea" providerId="LiveId" clId="{D6FB56F4-E1BB-4E5F-9298-2D2FA9D0633A}" dt="2022-05-10T15:31:53.560" v="10712" actId="1036"/>
          <ac:picMkLst>
            <pc:docMk/>
            <pc:sldMk cId="3069902377" sldId="1116"/>
            <ac:picMk id="35" creationId="{4AB31310-01A4-89B1-14CA-2BEA40A3B0FB}"/>
          </ac:picMkLst>
        </pc:picChg>
        <pc:picChg chg="add mod">
          <ac:chgData name="严 伟杰" userId="12717cc107ab2eea" providerId="LiveId" clId="{D6FB56F4-E1BB-4E5F-9298-2D2FA9D0633A}" dt="2022-05-10T15:31:53.560" v="10712" actId="1036"/>
          <ac:picMkLst>
            <pc:docMk/>
            <pc:sldMk cId="3069902377" sldId="1116"/>
            <ac:picMk id="38" creationId="{DC90B8B2-CF4C-1E5C-744C-6B5716450F4D}"/>
          </ac:picMkLst>
        </pc:picChg>
        <pc:cxnChg chg="del">
          <ac:chgData name="严 伟杰" userId="12717cc107ab2eea" providerId="LiveId" clId="{D6FB56F4-E1BB-4E5F-9298-2D2FA9D0633A}" dt="2022-05-10T12:04:32.205" v="9776" actId="478"/>
          <ac:cxnSpMkLst>
            <pc:docMk/>
            <pc:sldMk cId="3069902377" sldId="1116"/>
            <ac:cxnSpMk id="9" creationId="{E1CBDF7D-9D55-7150-CAB5-96E7F7FCBACA}"/>
          </ac:cxnSpMkLst>
        </pc:cxnChg>
        <pc:cxnChg chg="del">
          <ac:chgData name="严 伟杰" userId="12717cc107ab2eea" providerId="LiveId" clId="{D6FB56F4-E1BB-4E5F-9298-2D2FA9D0633A}" dt="2022-05-10T12:04:32.205" v="9776" actId="478"/>
          <ac:cxnSpMkLst>
            <pc:docMk/>
            <pc:sldMk cId="3069902377" sldId="1116"/>
            <ac:cxnSpMk id="10" creationId="{9D7944DE-C072-A2FB-7B8D-D4047BBF1922}"/>
          </ac:cxnSpMkLst>
        </pc:cxnChg>
        <pc:cxnChg chg="del">
          <ac:chgData name="严 伟杰" userId="12717cc107ab2eea" providerId="LiveId" clId="{D6FB56F4-E1BB-4E5F-9298-2D2FA9D0633A}" dt="2022-05-10T12:04:32.205" v="9776" actId="478"/>
          <ac:cxnSpMkLst>
            <pc:docMk/>
            <pc:sldMk cId="3069902377" sldId="1116"/>
            <ac:cxnSpMk id="12" creationId="{6039E123-94A3-288B-FA78-1EEAAED5A00E}"/>
          </ac:cxnSpMkLst>
        </pc:cxnChg>
        <pc:cxnChg chg="del">
          <ac:chgData name="严 伟杰" userId="12717cc107ab2eea" providerId="LiveId" clId="{D6FB56F4-E1BB-4E5F-9298-2D2FA9D0633A}" dt="2022-05-10T12:04:32.205" v="9776" actId="478"/>
          <ac:cxnSpMkLst>
            <pc:docMk/>
            <pc:sldMk cId="3069902377" sldId="1116"/>
            <ac:cxnSpMk id="14" creationId="{896D5DB6-50C1-96F9-6B6B-DD53471C6366}"/>
          </ac:cxnSpMkLst>
        </pc:cxnChg>
        <pc:cxnChg chg="del">
          <ac:chgData name="严 伟杰" userId="12717cc107ab2eea" providerId="LiveId" clId="{D6FB56F4-E1BB-4E5F-9298-2D2FA9D0633A}" dt="2022-05-10T12:04:32.205" v="9776" actId="478"/>
          <ac:cxnSpMkLst>
            <pc:docMk/>
            <pc:sldMk cId="3069902377" sldId="1116"/>
            <ac:cxnSpMk id="15" creationId="{1DFDCC81-EB95-C1D2-101D-77033739AE0E}"/>
          </ac:cxnSpMkLst>
        </pc:cxnChg>
        <pc:cxnChg chg="add del mod">
          <ac:chgData name="严 伟杰" userId="12717cc107ab2eea" providerId="LiveId" clId="{D6FB56F4-E1BB-4E5F-9298-2D2FA9D0633A}" dt="2022-05-10T13:21:03.326" v="10265" actId="11529"/>
          <ac:cxnSpMkLst>
            <pc:docMk/>
            <pc:sldMk cId="3069902377" sldId="1116"/>
            <ac:cxnSpMk id="40" creationId="{67A08C54-7D14-0DFE-73D3-EBF7F7107524}"/>
          </ac:cxnSpMkLst>
        </pc:cxnChg>
      </pc:sldChg>
      <pc:sldChg chg="addSp delSp modSp add mod">
        <pc:chgData name="严 伟杰" userId="12717cc107ab2eea" providerId="LiveId" clId="{D6FB56F4-E1BB-4E5F-9298-2D2FA9D0633A}" dt="2022-05-10T16:53:32.065" v="11550" actId="20577"/>
        <pc:sldMkLst>
          <pc:docMk/>
          <pc:sldMk cId="1241745544" sldId="1117"/>
        </pc:sldMkLst>
        <pc:spChg chg="add del mod">
          <ac:chgData name="严 伟杰" userId="12717cc107ab2eea" providerId="LiveId" clId="{D6FB56F4-E1BB-4E5F-9298-2D2FA9D0633A}" dt="2022-05-10T12:49:03.790" v="10067" actId="21"/>
          <ac:spMkLst>
            <pc:docMk/>
            <pc:sldMk cId="1241745544" sldId="1117"/>
            <ac:spMk id="2" creationId="{AD968066-6AC1-3971-0D86-737B36AAB8C9}"/>
          </ac:spMkLst>
        </pc:spChg>
        <pc:spChg chg="add del mod">
          <ac:chgData name="严 伟杰" userId="12717cc107ab2eea" providerId="LiveId" clId="{D6FB56F4-E1BB-4E5F-9298-2D2FA9D0633A}" dt="2022-05-10T16:37:39.926" v="11431" actId="21"/>
          <ac:spMkLst>
            <pc:docMk/>
            <pc:sldMk cId="1241745544" sldId="1117"/>
            <ac:spMk id="4" creationId="{AD5B2DF9-DF33-67AE-852E-FC2F4C3AE198}"/>
          </ac:spMkLst>
        </pc:spChg>
        <pc:spChg chg="mod">
          <ac:chgData name="严 伟杰" userId="12717cc107ab2eea" providerId="LiveId" clId="{D6FB56F4-E1BB-4E5F-9298-2D2FA9D0633A}" dt="2022-05-10T16:53:32.065" v="11550" actId="20577"/>
          <ac:spMkLst>
            <pc:docMk/>
            <pc:sldMk cId="1241745544" sldId="1117"/>
            <ac:spMk id="7" creationId="{1E610284-3F4E-A284-4A38-412BD1324ABD}"/>
          </ac:spMkLst>
        </pc:spChg>
        <pc:spChg chg="del">
          <ac:chgData name="严 伟杰" userId="12717cc107ab2eea" providerId="LiveId" clId="{D6FB56F4-E1BB-4E5F-9298-2D2FA9D0633A}" dt="2022-05-10T12:48:51.608" v="10061" actId="478"/>
          <ac:spMkLst>
            <pc:docMk/>
            <pc:sldMk cId="1241745544" sldId="1117"/>
            <ac:spMk id="26" creationId="{35E2F27E-CFF4-B564-3483-98469726976A}"/>
          </ac:spMkLst>
        </pc:spChg>
        <pc:graphicFrameChg chg="add mod">
          <ac:chgData name="严 伟杰" userId="12717cc107ab2eea" providerId="LiveId" clId="{D6FB56F4-E1BB-4E5F-9298-2D2FA9D0633A}" dt="2022-05-10T16:26:59.135" v="11314" actId="1076"/>
          <ac:graphicFrameMkLst>
            <pc:docMk/>
            <pc:sldMk cId="1241745544" sldId="1117"/>
            <ac:graphicFrameMk id="3" creationId="{D17D6BE5-9975-CFCE-9E28-44AB23870721}"/>
          </ac:graphicFrameMkLst>
        </pc:graphicFrameChg>
        <pc:graphicFrameChg chg="add del mod">
          <ac:chgData name="严 伟杰" userId="12717cc107ab2eea" providerId="LiveId" clId="{D6FB56F4-E1BB-4E5F-9298-2D2FA9D0633A}" dt="2022-05-10T16:40:50.737" v="11443" actId="478"/>
          <ac:graphicFrameMkLst>
            <pc:docMk/>
            <pc:sldMk cId="1241745544" sldId="1117"/>
            <ac:graphicFrameMk id="5" creationId="{C76EF320-4931-1890-4953-D3EE78D6276C}"/>
          </ac:graphicFrameMkLst>
        </pc:graphicFrameChg>
        <pc:picChg chg="add mod">
          <ac:chgData name="严 伟杰" userId="12717cc107ab2eea" providerId="LiveId" clId="{D6FB56F4-E1BB-4E5F-9298-2D2FA9D0633A}" dt="2022-05-10T16:47:07.163" v="11477" actId="1076"/>
          <ac:picMkLst>
            <pc:docMk/>
            <pc:sldMk cId="1241745544" sldId="1117"/>
            <ac:picMk id="8" creationId="{3372E028-D059-C98C-1FEF-D63888A579A2}"/>
          </ac:picMkLst>
        </pc:picChg>
      </pc:sldChg>
      <pc:sldChg chg="addSp delSp modSp add mod">
        <pc:chgData name="严 伟杰" userId="12717cc107ab2eea" providerId="LiveId" clId="{D6FB56F4-E1BB-4E5F-9298-2D2FA9D0633A}" dt="2022-05-10T16:28:44.584" v="11316" actId="1037"/>
        <pc:sldMkLst>
          <pc:docMk/>
          <pc:sldMk cId="3015767246" sldId="1118"/>
        </pc:sldMkLst>
        <pc:spChg chg="mod">
          <ac:chgData name="严 伟杰" userId="12717cc107ab2eea" providerId="LiveId" clId="{D6FB56F4-E1BB-4E5F-9298-2D2FA9D0633A}" dt="2022-05-10T16:18:17.552" v="11210" actId="1076"/>
          <ac:spMkLst>
            <pc:docMk/>
            <pc:sldMk cId="3015767246" sldId="1118"/>
            <ac:spMk id="7" creationId="{1E610284-3F4E-A284-4A38-412BD1324ABD}"/>
          </ac:spMkLst>
        </pc:spChg>
        <pc:spChg chg="add mod">
          <ac:chgData name="严 伟杰" userId="12717cc107ab2eea" providerId="LiveId" clId="{D6FB56F4-E1BB-4E5F-9298-2D2FA9D0633A}" dt="2022-05-10T15:53:19.249" v="10928"/>
          <ac:spMkLst>
            <pc:docMk/>
            <pc:sldMk cId="3015767246" sldId="1118"/>
            <ac:spMk id="15" creationId="{30E42430-6E94-27FB-93DE-9A504BAE0609}"/>
          </ac:spMkLst>
        </pc:spChg>
        <pc:spChg chg="add del mod">
          <ac:chgData name="严 伟杰" userId="12717cc107ab2eea" providerId="LiveId" clId="{D6FB56F4-E1BB-4E5F-9298-2D2FA9D0633A}" dt="2022-05-10T16:18:20.253" v="11211" actId="21"/>
          <ac:spMkLst>
            <pc:docMk/>
            <pc:sldMk cId="3015767246" sldId="1118"/>
            <ac:spMk id="16" creationId="{6105CA55-07B4-949A-4A0A-DF31E01D7889}"/>
          </ac:spMkLst>
        </pc:spChg>
        <pc:spChg chg="add del mod">
          <ac:chgData name="严 伟杰" userId="12717cc107ab2eea" providerId="LiveId" clId="{D6FB56F4-E1BB-4E5F-9298-2D2FA9D0633A}" dt="2022-05-10T16:18:20.253" v="11211" actId="21"/>
          <ac:spMkLst>
            <pc:docMk/>
            <pc:sldMk cId="3015767246" sldId="1118"/>
            <ac:spMk id="19" creationId="{21FA3C40-41AB-E1B1-7390-3672335BB06E}"/>
          </ac:spMkLst>
        </pc:spChg>
        <pc:spChg chg="add del mod">
          <ac:chgData name="严 伟杰" userId="12717cc107ab2eea" providerId="LiveId" clId="{D6FB56F4-E1BB-4E5F-9298-2D2FA9D0633A}" dt="2022-05-10T16:18:20.253" v="11211" actId="21"/>
          <ac:spMkLst>
            <pc:docMk/>
            <pc:sldMk cId="3015767246" sldId="1118"/>
            <ac:spMk id="21" creationId="{3B921C58-F4AE-AB57-FDAF-74C9F9702E63}"/>
          </ac:spMkLst>
        </pc:spChg>
        <pc:spChg chg="add del mod">
          <ac:chgData name="严 伟杰" userId="12717cc107ab2eea" providerId="LiveId" clId="{D6FB56F4-E1BB-4E5F-9298-2D2FA9D0633A}" dt="2022-05-10T16:18:20.253" v="11211" actId="21"/>
          <ac:spMkLst>
            <pc:docMk/>
            <pc:sldMk cId="3015767246" sldId="1118"/>
            <ac:spMk id="22" creationId="{F4E37347-8D0E-3E9E-6D17-E07E84E933B2}"/>
          </ac:spMkLst>
        </pc:spChg>
        <pc:spChg chg="add del mod">
          <ac:chgData name="严 伟杰" userId="12717cc107ab2eea" providerId="LiveId" clId="{D6FB56F4-E1BB-4E5F-9298-2D2FA9D0633A}" dt="2022-05-10T16:18:20.253" v="11211" actId="21"/>
          <ac:spMkLst>
            <pc:docMk/>
            <pc:sldMk cId="3015767246" sldId="1118"/>
            <ac:spMk id="23" creationId="{BD0303A8-BABD-1CA1-B7B2-E188B9CB45A1}"/>
          </ac:spMkLst>
        </pc:spChg>
        <pc:spChg chg="add del mod">
          <ac:chgData name="严 伟杰" userId="12717cc107ab2eea" providerId="LiveId" clId="{D6FB56F4-E1BB-4E5F-9298-2D2FA9D0633A}" dt="2022-05-10T16:17:15.563" v="11204" actId="21"/>
          <ac:spMkLst>
            <pc:docMk/>
            <pc:sldMk cId="3015767246" sldId="1118"/>
            <ac:spMk id="24" creationId="{CF6BB12F-75AB-2E95-8D1B-78100077DDB9}"/>
          </ac:spMkLst>
        </pc:spChg>
        <pc:spChg chg="add del mod">
          <ac:chgData name="严 伟杰" userId="12717cc107ab2eea" providerId="LiveId" clId="{D6FB56F4-E1BB-4E5F-9298-2D2FA9D0633A}" dt="2022-05-10T16:19:45.158" v="11213" actId="21"/>
          <ac:spMkLst>
            <pc:docMk/>
            <pc:sldMk cId="3015767246" sldId="1118"/>
            <ac:spMk id="25" creationId="{580EA320-BD76-4277-DBD6-8F4ED6CFDA97}"/>
          </ac:spMkLst>
        </pc:spChg>
        <pc:spChg chg="del">
          <ac:chgData name="严 伟杰" userId="12717cc107ab2eea" providerId="LiveId" clId="{D6FB56F4-E1BB-4E5F-9298-2D2FA9D0633A}" dt="2022-05-10T13:35:32.935" v="10702" actId="21"/>
          <ac:spMkLst>
            <pc:docMk/>
            <pc:sldMk cId="3015767246" sldId="1118"/>
            <ac:spMk id="26" creationId="{35E2F27E-CFF4-B564-3483-98469726976A}"/>
          </ac:spMkLst>
        </pc:spChg>
        <pc:spChg chg="del">
          <ac:chgData name="严 伟杰" userId="12717cc107ab2eea" providerId="LiveId" clId="{D6FB56F4-E1BB-4E5F-9298-2D2FA9D0633A}" dt="2022-05-10T13:35:41.637" v="10704" actId="478"/>
          <ac:spMkLst>
            <pc:docMk/>
            <pc:sldMk cId="3015767246" sldId="1118"/>
            <ac:spMk id="28" creationId="{081D41B9-FD15-D543-DF08-C31B3E40232D}"/>
          </ac:spMkLst>
        </pc:spChg>
        <pc:spChg chg="add mod">
          <ac:chgData name="严 伟杰" userId="12717cc107ab2eea" providerId="LiveId" clId="{D6FB56F4-E1BB-4E5F-9298-2D2FA9D0633A}" dt="2022-05-10T16:28:44.584" v="11316" actId="1037"/>
          <ac:spMkLst>
            <pc:docMk/>
            <pc:sldMk cId="3015767246" sldId="1118"/>
            <ac:spMk id="30" creationId="{B59A9B16-6590-A62F-2CA9-CA89156F3A09}"/>
          </ac:spMkLst>
        </pc:spChg>
        <pc:spChg chg="add mod">
          <ac:chgData name="严 伟杰" userId="12717cc107ab2eea" providerId="LiveId" clId="{D6FB56F4-E1BB-4E5F-9298-2D2FA9D0633A}" dt="2022-05-10T16:28:44.584" v="11316" actId="1037"/>
          <ac:spMkLst>
            <pc:docMk/>
            <pc:sldMk cId="3015767246" sldId="1118"/>
            <ac:spMk id="32" creationId="{382EC59F-8271-075A-D497-0FC6E637C549}"/>
          </ac:spMkLst>
        </pc:spChg>
        <pc:spChg chg="add mod">
          <ac:chgData name="严 伟杰" userId="12717cc107ab2eea" providerId="LiveId" clId="{D6FB56F4-E1BB-4E5F-9298-2D2FA9D0633A}" dt="2022-05-10T16:28:44.584" v="11316" actId="1037"/>
          <ac:spMkLst>
            <pc:docMk/>
            <pc:sldMk cId="3015767246" sldId="1118"/>
            <ac:spMk id="34" creationId="{6025D740-17DC-6900-6959-E4D21ADC51FF}"/>
          </ac:spMkLst>
        </pc:spChg>
        <pc:spChg chg="del">
          <ac:chgData name="严 伟杰" userId="12717cc107ab2eea" providerId="LiveId" clId="{D6FB56F4-E1BB-4E5F-9298-2D2FA9D0633A}" dt="2022-05-10T13:35:41.637" v="10704" actId="478"/>
          <ac:spMkLst>
            <pc:docMk/>
            <pc:sldMk cId="3015767246" sldId="1118"/>
            <ac:spMk id="36" creationId="{8721B8C3-EBF4-CE6B-6AB7-69D3BDA5489A}"/>
          </ac:spMkLst>
        </pc:spChg>
        <pc:spChg chg="add del mod">
          <ac:chgData name="严 伟杰" userId="12717cc107ab2eea" providerId="LiveId" clId="{D6FB56F4-E1BB-4E5F-9298-2D2FA9D0633A}" dt="2022-05-10T16:23:18.689" v="11271" actId="21"/>
          <ac:spMkLst>
            <pc:docMk/>
            <pc:sldMk cId="3015767246" sldId="1118"/>
            <ac:spMk id="37" creationId="{4DBF8DDC-570B-4D8B-E5E2-83D9D6AD2E15}"/>
          </ac:spMkLst>
        </pc:spChg>
        <pc:spChg chg="add mod">
          <ac:chgData name="严 伟杰" userId="12717cc107ab2eea" providerId="LiveId" clId="{D6FB56F4-E1BB-4E5F-9298-2D2FA9D0633A}" dt="2022-05-10T16:24:47.689" v="11298" actId="1076"/>
          <ac:spMkLst>
            <pc:docMk/>
            <pc:sldMk cId="3015767246" sldId="1118"/>
            <ac:spMk id="39" creationId="{700BA850-82FF-DB8B-D5C0-9472168344E8}"/>
          </ac:spMkLst>
        </pc:spChg>
        <pc:spChg chg="add mod">
          <ac:chgData name="严 伟杰" userId="12717cc107ab2eea" providerId="LiveId" clId="{D6FB56F4-E1BB-4E5F-9298-2D2FA9D0633A}" dt="2022-05-10T16:25:20.071" v="11304" actId="1035"/>
          <ac:spMkLst>
            <pc:docMk/>
            <pc:sldMk cId="3015767246" sldId="1118"/>
            <ac:spMk id="40" creationId="{1C7FD406-53E6-F624-F0A2-ABCA2BBD18A4}"/>
          </ac:spMkLst>
        </pc:spChg>
        <pc:spChg chg="del">
          <ac:chgData name="严 伟杰" userId="12717cc107ab2eea" providerId="LiveId" clId="{D6FB56F4-E1BB-4E5F-9298-2D2FA9D0633A}" dt="2022-05-10T13:35:41.637" v="10704" actId="478"/>
          <ac:spMkLst>
            <pc:docMk/>
            <pc:sldMk cId="3015767246" sldId="1118"/>
            <ac:spMk id="41" creationId="{4C9A252E-F270-040B-46C9-C3D22F133C8D}"/>
          </ac:spMkLst>
        </pc:spChg>
        <pc:spChg chg="del">
          <ac:chgData name="严 伟杰" userId="12717cc107ab2eea" providerId="LiveId" clId="{D6FB56F4-E1BB-4E5F-9298-2D2FA9D0633A}" dt="2022-05-10T13:35:41.637" v="10704" actId="478"/>
          <ac:spMkLst>
            <pc:docMk/>
            <pc:sldMk cId="3015767246" sldId="1118"/>
            <ac:spMk id="42" creationId="{EBB44059-A28F-3C09-9CC6-B40B8A4F996F}"/>
          </ac:spMkLst>
        </pc:spChg>
        <pc:spChg chg="del">
          <ac:chgData name="严 伟杰" userId="12717cc107ab2eea" providerId="LiveId" clId="{D6FB56F4-E1BB-4E5F-9298-2D2FA9D0633A}" dt="2022-05-10T13:35:37.004" v="10703" actId="21"/>
          <ac:spMkLst>
            <pc:docMk/>
            <pc:sldMk cId="3015767246" sldId="1118"/>
            <ac:spMk id="44" creationId="{9AF27D92-C16A-E63E-7A8E-0DB1462F329B}"/>
          </ac:spMkLst>
        </pc:spChg>
        <pc:spChg chg="del">
          <ac:chgData name="严 伟杰" userId="12717cc107ab2eea" providerId="LiveId" clId="{D6FB56F4-E1BB-4E5F-9298-2D2FA9D0633A}" dt="2022-05-10T13:35:41.637" v="10704" actId="478"/>
          <ac:spMkLst>
            <pc:docMk/>
            <pc:sldMk cId="3015767246" sldId="1118"/>
            <ac:spMk id="45" creationId="{9ED3F3B0-D7B9-AAE4-BCDA-419A940B3EC0}"/>
          </ac:spMkLst>
        </pc:spChg>
        <pc:spChg chg="del">
          <ac:chgData name="严 伟杰" userId="12717cc107ab2eea" providerId="LiveId" clId="{D6FB56F4-E1BB-4E5F-9298-2D2FA9D0633A}" dt="2022-05-10T13:35:41.637" v="10704" actId="478"/>
          <ac:spMkLst>
            <pc:docMk/>
            <pc:sldMk cId="3015767246" sldId="1118"/>
            <ac:spMk id="47" creationId="{0C0E1556-D200-8D0A-2C70-E856CC9647AA}"/>
          </ac:spMkLst>
        </pc:spChg>
        <pc:picChg chg="add mod">
          <ac:chgData name="严 伟杰" userId="12717cc107ab2eea" providerId="LiveId" clId="{D6FB56F4-E1BB-4E5F-9298-2D2FA9D0633A}" dt="2022-05-10T16:23:18.284" v="11270" actId="1038"/>
          <ac:picMkLst>
            <pc:docMk/>
            <pc:sldMk cId="3015767246" sldId="1118"/>
            <ac:picMk id="3" creationId="{3D82D54E-5D22-80AF-6087-865B580C9913}"/>
          </ac:picMkLst>
        </pc:picChg>
        <pc:picChg chg="add del mod">
          <ac:chgData name="严 伟杰" userId="12717cc107ab2eea" providerId="LiveId" clId="{D6FB56F4-E1BB-4E5F-9298-2D2FA9D0633A}" dt="2022-05-10T16:18:20.253" v="11211" actId="21"/>
          <ac:picMkLst>
            <pc:docMk/>
            <pc:sldMk cId="3015767246" sldId="1118"/>
            <ac:picMk id="17" creationId="{BE26B649-8B01-ADD5-7439-3AA143B830C1}"/>
          </ac:picMkLst>
        </pc:picChg>
        <pc:picChg chg="add del mod">
          <ac:chgData name="严 伟杰" userId="12717cc107ab2eea" providerId="LiveId" clId="{D6FB56F4-E1BB-4E5F-9298-2D2FA9D0633A}" dt="2022-05-10T16:18:20.253" v="11211" actId="21"/>
          <ac:picMkLst>
            <pc:docMk/>
            <pc:sldMk cId="3015767246" sldId="1118"/>
            <ac:picMk id="18" creationId="{2B62C0DD-D2AB-FE52-AFAB-49EA41037296}"/>
          </ac:picMkLst>
        </pc:picChg>
        <pc:picChg chg="add del mod">
          <ac:chgData name="严 伟杰" userId="12717cc107ab2eea" providerId="LiveId" clId="{D6FB56F4-E1BB-4E5F-9298-2D2FA9D0633A}" dt="2022-05-10T16:18:20.253" v="11211" actId="21"/>
          <ac:picMkLst>
            <pc:docMk/>
            <pc:sldMk cId="3015767246" sldId="1118"/>
            <ac:picMk id="20" creationId="{F4419017-E205-CE8B-7893-F3C016297AE9}"/>
          </ac:picMkLst>
        </pc:picChg>
        <pc:picChg chg="add del mod">
          <ac:chgData name="严 伟杰" userId="12717cc107ab2eea" providerId="LiveId" clId="{D6FB56F4-E1BB-4E5F-9298-2D2FA9D0633A}" dt="2022-05-10T16:19:46.350" v="11214" actId="21"/>
          <ac:picMkLst>
            <pc:docMk/>
            <pc:sldMk cId="3015767246" sldId="1118"/>
            <ac:picMk id="27" creationId="{942A7B2E-EF29-D041-7279-187548E12ED3}"/>
          </ac:picMkLst>
        </pc:picChg>
        <pc:picChg chg="add mod">
          <ac:chgData name="严 伟杰" userId="12717cc107ab2eea" providerId="LiveId" clId="{D6FB56F4-E1BB-4E5F-9298-2D2FA9D0633A}" dt="2022-05-10T16:19:53.945" v="11255" actId="1037"/>
          <ac:picMkLst>
            <pc:docMk/>
            <pc:sldMk cId="3015767246" sldId="1118"/>
            <ac:picMk id="29" creationId="{49C6820F-C24A-42A7-0CBC-B00E9812A07C}"/>
          </ac:picMkLst>
        </pc:picChg>
        <pc:picChg chg="add mod">
          <ac:chgData name="严 伟杰" userId="12717cc107ab2eea" providerId="LiveId" clId="{D6FB56F4-E1BB-4E5F-9298-2D2FA9D0633A}" dt="2022-05-10T16:25:31.878" v="11306" actId="1038"/>
          <ac:picMkLst>
            <pc:docMk/>
            <pc:sldMk cId="3015767246" sldId="1118"/>
            <ac:picMk id="31" creationId="{974630C9-B9B4-42CC-5D9A-B525696628FF}"/>
          </ac:picMkLst>
        </pc:picChg>
        <pc:picChg chg="del">
          <ac:chgData name="严 伟杰" userId="12717cc107ab2eea" providerId="LiveId" clId="{D6FB56F4-E1BB-4E5F-9298-2D2FA9D0633A}" dt="2022-05-10T13:35:41.637" v="10704" actId="478"/>
          <ac:picMkLst>
            <pc:docMk/>
            <pc:sldMk cId="3015767246" sldId="1118"/>
            <ac:picMk id="33" creationId="{B0147A98-9420-46E1-FEF4-EE0A906A23DC}"/>
          </ac:picMkLst>
        </pc:picChg>
        <pc:picChg chg="del">
          <ac:chgData name="严 伟杰" userId="12717cc107ab2eea" providerId="LiveId" clId="{D6FB56F4-E1BB-4E5F-9298-2D2FA9D0633A}" dt="2022-05-10T13:35:41.637" v="10704" actId="478"/>
          <ac:picMkLst>
            <pc:docMk/>
            <pc:sldMk cId="3015767246" sldId="1118"/>
            <ac:picMk id="35" creationId="{4AB31310-01A4-89B1-14CA-2BEA40A3B0FB}"/>
          </ac:picMkLst>
        </pc:picChg>
        <pc:picChg chg="del">
          <ac:chgData name="严 伟杰" userId="12717cc107ab2eea" providerId="LiveId" clId="{D6FB56F4-E1BB-4E5F-9298-2D2FA9D0633A}" dt="2022-05-10T13:35:41.637" v="10704" actId="478"/>
          <ac:picMkLst>
            <pc:docMk/>
            <pc:sldMk cId="3015767246" sldId="1118"/>
            <ac:picMk id="38" creationId="{DC90B8B2-CF4C-1E5C-744C-6B5716450F4D}"/>
          </ac:picMkLst>
        </pc:picChg>
        <pc:picChg chg="add del mod">
          <ac:chgData name="严 伟杰" userId="12717cc107ab2eea" providerId="LiveId" clId="{D6FB56F4-E1BB-4E5F-9298-2D2FA9D0633A}" dt="2022-05-10T16:22:10.081" v="11258" actId="478"/>
          <ac:picMkLst>
            <pc:docMk/>
            <pc:sldMk cId="3015767246" sldId="1118"/>
            <ac:picMk id="43" creationId="{55655D33-3D68-C4FB-128A-E98D8D098F60}"/>
          </ac:picMkLst>
        </pc:picChg>
      </pc:sldChg>
      <pc:sldChg chg="addSp delSp modSp add mod modNotesTx">
        <pc:chgData name="严 伟杰" userId="12717cc107ab2eea" providerId="LiveId" clId="{D6FB56F4-E1BB-4E5F-9298-2D2FA9D0633A}" dt="2022-05-10T16:24:05.747" v="11286" actId="20577"/>
        <pc:sldMkLst>
          <pc:docMk/>
          <pc:sldMk cId="836527809" sldId="1119"/>
        </pc:sldMkLst>
        <pc:spChg chg="mod">
          <ac:chgData name="严 伟杰" userId="12717cc107ab2eea" providerId="LiveId" clId="{D6FB56F4-E1BB-4E5F-9298-2D2FA9D0633A}" dt="2022-05-10T15:47:58.791" v="10867"/>
          <ac:spMkLst>
            <pc:docMk/>
            <pc:sldMk cId="836527809" sldId="1119"/>
            <ac:spMk id="7" creationId="{1E610284-3F4E-A284-4A38-412BD1324ABD}"/>
          </ac:spMkLst>
        </pc:spChg>
        <pc:spChg chg="add del">
          <ac:chgData name="严 伟杰" userId="12717cc107ab2eea" providerId="LiveId" clId="{D6FB56F4-E1BB-4E5F-9298-2D2FA9D0633A}" dt="2022-05-10T15:35:35.190" v="10755" actId="22"/>
          <ac:spMkLst>
            <pc:docMk/>
            <pc:sldMk cId="836527809" sldId="1119"/>
            <ac:spMk id="16" creationId="{A7FB7E16-FB21-55D4-B2F6-98DE467E6CC6}"/>
          </ac:spMkLst>
        </pc:spChg>
        <pc:spChg chg="add mod">
          <ac:chgData name="严 伟杰" userId="12717cc107ab2eea" providerId="LiveId" clId="{D6FB56F4-E1BB-4E5F-9298-2D2FA9D0633A}" dt="2022-05-10T16:23:53.161" v="11284" actId="20577"/>
          <ac:spMkLst>
            <pc:docMk/>
            <pc:sldMk cId="836527809" sldId="1119"/>
            <ac:spMk id="17" creationId="{CBB4B02E-1C59-72F5-7468-59CB8130A3A3}"/>
          </ac:spMkLst>
        </pc:spChg>
        <pc:spChg chg="mod">
          <ac:chgData name="严 伟杰" userId="12717cc107ab2eea" providerId="LiveId" clId="{D6FB56F4-E1BB-4E5F-9298-2D2FA9D0633A}" dt="2022-05-10T15:52:10.468" v="10927" actId="1076"/>
          <ac:spMkLst>
            <pc:docMk/>
            <pc:sldMk cId="836527809" sldId="1119"/>
            <ac:spMk id="26" creationId="{35E2F27E-CFF4-B564-3483-98469726976A}"/>
          </ac:spMkLst>
        </pc:spChg>
        <pc:spChg chg="mod">
          <ac:chgData name="严 伟杰" userId="12717cc107ab2eea" providerId="LiveId" clId="{D6FB56F4-E1BB-4E5F-9298-2D2FA9D0633A}" dt="2022-05-10T16:18:02.604" v="11207" actId="1036"/>
          <ac:spMkLst>
            <pc:docMk/>
            <pc:sldMk cId="836527809" sldId="1119"/>
            <ac:spMk id="28" creationId="{081D41B9-FD15-D543-DF08-C31B3E40232D}"/>
          </ac:spMkLst>
        </pc:spChg>
        <pc:spChg chg="mod">
          <ac:chgData name="严 伟杰" userId="12717cc107ab2eea" providerId="LiveId" clId="{D6FB56F4-E1BB-4E5F-9298-2D2FA9D0633A}" dt="2022-05-10T16:18:02.604" v="11207" actId="1036"/>
          <ac:spMkLst>
            <pc:docMk/>
            <pc:sldMk cId="836527809" sldId="1119"/>
            <ac:spMk id="36" creationId="{8721B8C3-EBF4-CE6B-6AB7-69D3BDA5489A}"/>
          </ac:spMkLst>
        </pc:spChg>
        <pc:spChg chg="mod">
          <ac:chgData name="严 伟杰" userId="12717cc107ab2eea" providerId="LiveId" clId="{D6FB56F4-E1BB-4E5F-9298-2D2FA9D0633A}" dt="2022-05-10T16:18:02.604" v="11207" actId="1036"/>
          <ac:spMkLst>
            <pc:docMk/>
            <pc:sldMk cId="836527809" sldId="1119"/>
            <ac:spMk id="41" creationId="{4C9A252E-F270-040B-46C9-C3D22F133C8D}"/>
          </ac:spMkLst>
        </pc:spChg>
        <pc:spChg chg="mod">
          <ac:chgData name="严 伟杰" userId="12717cc107ab2eea" providerId="LiveId" clId="{D6FB56F4-E1BB-4E5F-9298-2D2FA9D0633A}" dt="2022-05-10T16:18:02.604" v="11207" actId="1036"/>
          <ac:spMkLst>
            <pc:docMk/>
            <pc:sldMk cId="836527809" sldId="1119"/>
            <ac:spMk id="42" creationId="{EBB44059-A28F-3C09-9CC6-B40B8A4F996F}"/>
          </ac:spMkLst>
        </pc:spChg>
        <pc:spChg chg="add del mod">
          <ac:chgData name="严 伟杰" userId="12717cc107ab2eea" providerId="LiveId" clId="{D6FB56F4-E1BB-4E5F-9298-2D2FA9D0633A}" dt="2022-05-10T15:48:19.044" v="10888" actId="478"/>
          <ac:spMkLst>
            <pc:docMk/>
            <pc:sldMk cId="836527809" sldId="1119"/>
            <ac:spMk id="44" creationId="{9AF27D92-C16A-E63E-7A8E-0DB1462F329B}"/>
          </ac:spMkLst>
        </pc:spChg>
        <pc:spChg chg="mod">
          <ac:chgData name="严 伟杰" userId="12717cc107ab2eea" providerId="LiveId" clId="{D6FB56F4-E1BB-4E5F-9298-2D2FA9D0633A}" dt="2022-05-10T16:18:02.604" v="11207" actId="1036"/>
          <ac:spMkLst>
            <pc:docMk/>
            <pc:sldMk cId="836527809" sldId="1119"/>
            <ac:spMk id="45" creationId="{9ED3F3B0-D7B9-AAE4-BCDA-419A940B3EC0}"/>
          </ac:spMkLst>
        </pc:spChg>
        <pc:spChg chg="mod">
          <ac:chgData name="严 伟杰" userId="12717cc107ab2eea" providerId="LiveId" clId="{D6FB56F4-E1BB-4E5F-9298-2D2FA9D0633A}" dt="2022-05-10T16:24:05.747" v="11286" actId="20577"/>
          <ac:spMkLst>
            <pc:docMk/>
            <pc:sldMk cId="836527809" sldId="1119"/>
            <ac:spMk id="47" creationId="{0C0E1556-D200-8D0A-2C70-E856CC9647AA}"/>
          </ac:spMkLst>
        </pc:spChg>
        <pc:picChg chg="mod">
          <ac:chgData name="严 伟杰" userId="12717cc107ab2eea" providerId="LiveId" clId="{D6FB56F4-E1BB-4E5F-9298-2D2FA9D0633A}" dt="2022-05-10T16:18:02.604" v="11207" actId="1036"/>
          <ac:picMkLst>
            <pc:docMk/>
            <pc:sldMk cId="836527809" sldId="1119"/>
            <ac:picMk id="33" creationId="{B0147A98-9420-46E1-FEF4-EE0A906A23DC}"/>
          </ac:picMkLst>
        </pc:picChg>
        <pc:picChg chg="mod">
          <ac:chgData name="严 伟杰" userId="12717cc107ab2eea" providerId="LiveId" clId="{D6FB56F4-E1BB-4E5F-9298-2D2FA9D0633A}" dt="2022-05-10T16:18:02.604" v="11207" actId="1036"/>
          <ac:picMkLst>
            <pc:docMk/>
            <pc:sldMk cId="836527809" sldId="1119"/>
            <ac:picMk id="35" creationId="{4AB31310-01A4-89B1-14CA-2BEA40A3B0FB}"/>
          </ac:picMkLst>
        </pc:picChg>
        <pc:picChg chg="mod">
          <ac:chgData name="严 伟杰" userId="12717cc107ab2eea" providerId="LiveId" clId="{D6FB56F4-E1BB-4E5F-9298-2D2FA9D0633A}" dt="2022-05-10T16:18:02.604" v="11207" actId="1036"/>
          <ac:picMkLst>
            <pc:docMk/>
            <pc:sldMk cId="836527809" sldId="1119"/>
            <ac:picMk id="38" creationId="{DC90B8B2-CF4C-1E5C-744C-6B5716450F4D}"/>
          </ac:picMkLst>
        </pc:picChg>
      </pc:sldChg>
      <pc:sldChg chg="addSp delSp modSp add mod">
        <pc:chgData name="严 伟杰" userId="12717cc107ab2eea" providerId="LiveId" clId="{D6FB56F4-E1BB-4E5F-9298-2D2FA9D0633A}" dt="2022-05-10T16:53:51.793" v="11552" actId="1076"/>
        <pc:sldMkLst>
          <pc:docMk/>
          <pc:sldMk cId="446848920" sldId="1120"/>
        </pc:sldMkLst>
        <pc:spChg chg="mod">
          <ac:chgData name="严 伟杰" userId="12717cc107ab2eea" providerId="LiveId" clId="{D6FB56F4-E1BB-4E5F-9298-2D2FA9D0633A}" dt="2022-05-10T16:48:05.393" v="11541"/>
          <ac:spMkLst>
            <pc:docMk/>
            <pc:sldMk cId="446848920" sldId="1120"/>
            <ac:spMk id="7" creationId="{1E610284-3F4E-A284-4A38-412BD1324ABD}"/>
          </ac:spMkLst>
        </pc:spChg>
        <pc:picChg chg="add mod">
          <ac:chgData name="严 伟杰" userId="12717cc107ab2eea" providerId="LiveId" clId="{D6FB56F4-E1BB-4E5F-9298-2D2FA9D0633A}" dt="2022-05-10T16:53:51.793" v="11552" actId="1076"/>
          <ac:picMkLst>
            <pc:docMk/>
            <pc:sldMk cId="446848920" sldId="1120"/>
            <ac:picMk id="4" creationId="{28AA6D6B-AFAD-8D39-865F-2331C82C9B1C}"/>
          </ac:picMkLst>
        </pc:picChg>
        <pc:picChg chg="del">
          <ac:chgData name="严 伟杰" userId="12717cc107ab2eea" providerId="LiveId" clId="{D6FB56F4-E1BB-4E5F-9298-2D2FA9D0633A}" dt="2022-05-10T16:52:36.713" v="11542" actId="478"/>
          <ac:picMkLst>
            <pc:docMk/>
            <pc:sldMk cId="446848920" sldId="1120"/>
            <ac:picMk id="8" creationId="{3372E028-D059-C98C-1FEF-D63888A579A2}"/>
          </ac:picMkLst>
        </pc:picChg>
      </pc:sldChg>
      <pc:sldChg chg="add del">
        <pc:chgData name="严 伟杰" userId="12717cc107ab2eea" providerId="LiveId" clId="{D6FB56F4-E1BB-4E5F-9298-2D2FA9D0633A}" dt="2022-05-11T02:35:53.975" v="11735" actId="2696"/>
        <pc:sldMkLst>
          <pc:docMk/>
          <pc:sldMk cId="18702609" sldId="1121"/>
        </pc:sldMkLst>
      </pc:sldChg>
      <pc:sldChg chg="addSp delSp modSp add mod">
        <pc:chgData name="严 伟杰" userId="12717cc107ab2eea" providerId="LiveId" clId="{D6FB56F4-E1BB-4E5F-9298-2D2FA9D0633A}" dt="2022-05-11T05:53:18.177" v="12868" actId="207"/>
        <pc:sldMkLst>
          <pc:docMk/>
          <pc:sldMk cId="1690146467" sldId="1121"/>
        </pc:sldMkLst>
        <pc:spChg chg="mod">
          <ac:chgData name="严 伟杰" userId="12717cc107ab2eea" providerId="LiveId" clId="{D6FB56F4-E1BB-4E5F-9298-2D2FA9D0633A}" dt="2022-05-11T05:51:18.442" v="12786"/>
          <ac:spMkLst>
            <pc:docMk/>
            <pc:sldMk cId="1690146467" sldId="1121"/>
            <ac:spMk id="4" creationId="{3159F72D-EE15-DD07-B8B2-D12D8BA45F7D}"/>
          </ac:spMkLst>
        </pc:spChg>
        <pc:spChg chg="add mod">
          <ac:chgData name="严 伟杰" userId="12717cc107ab2eea" providerId="LiveId" clId="{D6FB56F4-E1BB-4E5F-9298-2D2FA9D0633A}" dt="2022-05-11T05:53:18.177" v="12868" actId="207"/>
          <ac:spMkLst>
            <pc:docMk/>
            <pc:sldMk cId="1690146467" sldId="1121"/>
            <ac:spMk id="11" creationId="{68F7E972-C66C-6AF4-AB36-130689C53C77}"/>
          </ac:spMkLst>
        </pc:spChg>
        <pc:spChg chg="del">
          <ac:chgData name="严 伟杰" userId="12717cc107ab2eea" providerId="LiveId" clId="{D6FB56F4-E1BB-4E5F-9298-2D2FA9D0633A}" dt="2022-05-11T02:52:35.426" v="12246" actId="478"/>
          <ac:spMkLst>
            <pc:docMk/>
            <pc:sldMk cId="1690146467" sldId="1121"/>
            <ac:spMk id="16" creationId="{5F88DCBE-D883-C570-09B5-54862FE81536}"/>
          </ac:spMkLst>
        </pc:spChg>
        <pc:spChg chg="del">
          <ac:chgData name="严 伟杰" userId="12717cc107ab2eea" providerId="LiveId" clId="{D6FB56F4-E1BB-4E5F-9298-2D2FA9D0633A}" dt="2022-05-11T02:52:37.399" v="12248" actId="478"/>
          <ac:spMkLst>
            <pc:docMk/>
            <pc:sldMk cId="1690146467" sldId="1121"/>
            <ac:spMk id="18" creationId="{01B1FC06-294B-A717-94B3-EEEC37766576}"/>
          </ac:spMkLst>
        </pc:spChg>
        <pc:spChg chg="del">
          <ac:chgData name="严 伟杰" userId="12717cc107ab2eea" providerId="LiveId" clId="{D6FB56F4-E1BB-4E5F-9298-2D2FA9D0633A}" dt="2022-05-11T02:52:36.596" v="12247" actId="478"/>
          <ac:spMkLst>
            <pc:docMk/>
            <pc:sldMk cId="1690146467" sldId="1121"/>
            <ac:spMk id="20" creationId="{CF994EDF-B865-4F41-23DD-62F99DA4978A}"/>
          </ac:spMkLst>
        </pc:spChg>
        <pc:spChg chg="del">
          <ac:chgData name="严 伟杰" userId="12717cc107ab2eea" providerId="LiveId" clId="{D6FB56F4-E1BB-4E5F-9298-2D2FA9D0633A}" dt="2022-05-11T02:55:58.605" v="12252" actId="478"/>
          <ac:spMkLst>
            <pc:docMk/>
            <pc:sldMk cId="1690146467" sldId="1121"/>
            <ac:spMk id="21" creationId="{50C45D99-C594-9416-FA07-ACC4FE3F2D9A}"/>
          </ac:spMkLst>
        </pc:spChg>
        <pc:picChg chg="add mod">
          <ac:chgData name="严 伟杰" userId="12717cc107ab2eea" providerId="LiveId" clId="{D6FB56F4-E1BB-4E5F-9298-2D2FA9D0633A}" dt="2022-05-11T02:56:16.130" v="12254" actId="1076"/>
          <ac:picMkLst>
            <pc:docMk/>
            <pc:sldMk cId="1690146467" sldId="1121"/>
            <ac:picMk id="3" creationId="{2F4896D8-E29F-CA35-FD43-A883F004E9DA}"/>
          </ac:picMkLst>
        </pc:picChg>
        <pc:picChg chg="del">
          <ac:chgData name="严 伟杰" userId="12717cc107ab2eea" providerId="LiveId" clId="{D6FB56F4-E1BB-4E5F-9298-2D2FA9D0633A}" dt="2022-05-11T02:52:34.543" v="12245" actId="478"/>
          <ac:picMkLst>
            <pc:docMk/>
            <pc:sldMk cId="1690146467" sldId="1121"/>
            <ac:picMk id="12" creationId="{B588ABF8-A498-DC12-1A44-280D817D04F8}"/>
          </ac:picMkLst>
        </pc:picChg>
      </pc:sldChg>
      <pc:sldChg chg="addSp delSp modSp add mod ord">
        <pc:chgData name="严 伟杰" userId="12717cc107ab2eea" providerId="LiveId" clId="{D6FB56F4-E1BB-4E5F-9298-2D2FA9D0633A}" dt="2022-05-11T05:52:02.273" v="12790"/>
        <pc:sldMkLst>
          <pc:docMk/>
          <pc:sldMk cId="2695623095" sldId="1122"/>
        </pc:sldMkLst>
        <pc:spChg chg="mod">
          <ac:chgData name="严 伟杰" userId="12717cc107ab2eea" providerId="LiveId" clId="{D6FB56F4-E1BB-4E5F-9298-2D2FA9D0633A}" dt="2022-05-11T05:49:51.555" v="12756" actId="20577"/>
          <ac:spMkLst>
            <pc:docMk/>
            <pc:sldMk cId="2695623095" sldId="1122"/>
            <ac:spMk id="4" creationId="{3159F72D-EE15-DD07-B8B2-D12D8BA45F7D}"/>
          </ac:spMkLst>
        </pc:spChg>
        <pc:spChg chg="add del mod">
          <ac:chgData name="严 伟杰" userId="12717cc107ab2eea" providerId="LiveId" clId="{D6FB56F4-E1BB-4E5F-9298-2D2FA9D0633A}" dt="2022-05-11T05:51:57.661" v="12789" actId="478"/>
          <ac:spMkLst>
            <pc:docMk/>
            <pc:sldMk cId="2695623095" sldId="1122"/>
            <ac:spMk id="6" creationId="{D545C3AD-2900-E57B-D86D-5DF19245493D}"/>
          </ac:spMkLst>
        </pc:spChg>
        <pc:spChg chg="add mod">
          <ac:chgData name="严 伟杰" userId="12717cc107ab2eea" providerId="LiveId" clId="{D6FB56F4-E1BB-4E5F-9298-2D2FA9D0633A}" dt="2022-05-11T05:52:02.273" v="12790"/>
          <ac:spMkLst>
            <pc:docMk/>
            <pc:sldMk cId="2695623095" sldId="1122"/>
            <ac:spMk id="7" creationId="{8E0B7B6C-8B5A-E4DA-37A3-DA730A0889A2}"/>
          </ac:spMkLst>
        </pc:spChg>
        <pc:graphicFrameChg chg="add mod modGraphic">
          <ac:chgData name="严 伟杰" userId="12717cc107ab2eea" providerId="LiveId" clId="{D6FB56F4-E1BB-4E5F-9298-2D2FA9D0633A}" dt="2022-05-11T05:46:26.812" v="12586" actId="1035"/>
          <ac:graphicFrameMkLst>
            <pc:docMk/>
            <pc:sldMk cId="2695623095" sldId="1122"/>
            <ac:graphicFrameMk id="2" creationId="{445DCE79-EFF4-4A8B-10BD-48DDF0980E30}"/>
          </ac:graphicFrameMkLst>
        </pc:graphicFrameChg>
        <pc:picChg chg="del">
          <ac:chgData name="严 伟杰" userId="12717cc107ab2eea" providerId="LiveId" clId="{D6FB56F4-E1BB-4E5F-9298-2D2FA9D0633A}" dt="2022-05-11T02:56:27.695" v="12256" actId="478"/>
          <ac:picMkLst>
            <pc:docMk/>
            <pc:sldMk cId="2695623095" sldId="1122"/>
            <ac:picMk id="3" creationId="{2F4896D8-E29F-CA35-FD43-A883F004E9DA}"/>
          </ac:picMkLst>
        </pc:picChg>
      </pc:sldChg>
      <pc:sldChg chg="addSp delSp modSp add mod">
        <pc:chgData name="严 伟杰" userId="12717cc107ab2eea" providerId="LiveId" clId="{D6FB56F4-E1BB-4E5F-9298-2D2FA9D0633A}" dt="2022-05-11T06:01:10.386" v="13100" actId="20577"/>
        <pc:sldMkLst>
          <pc:docMk/>
          <pc:sldMk cId="1673757292" sldId="1123"/>
        </pc:sldMkLst>
        <pc:spChg chg="mod">
          <ac:chgData name="严 伟杰" userId="12717cc107ab2eea" providerId="LiveId" clId="{D6FB56F4-E1BB-4E5F-9298-2D2FA9D0633A}" dt="2022-05-11T06:01:10.386" v="13100" actId="20577"/>
          <ac:spMkLst>
            <pc:docMk/>
            <pc:sldMk cId="1673757292" sldId="1123"/>
            <ac:spMk id="4" creationId="{3159F72D-EE15-DD07-B8B2-D12D8BA45F7D}"/>
          </ac:spMkLst>
        </pc:spChg>
        <pc:spChg chg="add mod">
          <ac:chgData name="严 伟杰" userId="12717cc107ab2eea" providerId="LiveId" clId="{D6FB56F4-E1BB-4E5F-9298-2D2FA9D0633A}" dt="2022-05-11T05:59:53.074" v="13047" actId="207"/>
          <ac:spMkLst>
            <pc:docMk/>
            <pc:sldMk cId="1673757292" sldId="1123"/>
            <ac:spMk id="7" creationId="{11CC93A4-7777-290F-B6E7-600AFC637BA9}"/>
          </ac:spMkLst>
        </pc:spChg>
        <pc:graphicFrameChg chg="del">
          <ac:chgData name="严 伟杰" userId="12717cc107ab2eea" providerId="LiveId" clId="{D6FB56F4-E1BB-4E5F-9298-2D2FA9D0633A}" dt="2022-05-11T05:38:43.679" v="12389" actId="478"/>
          <ac:graphicFrameMkLst>
            <pc:docMk/>
            <pc:sldMk cId="1673757292" sldId="1123"/>
            <ac:graphicFrameMk id="2" creationId="{445DCE79-EFF4-4A8B-10BD-48DDF0980E30}"/>
          </ac:graphicFrameMkLst>
        </pc:graphicFrameChg>
        <pc:picChg chg="add mod">
          <ac:chgData name="严 伟杰" userId="12717cc107ab2eea" providerId="LiveId" clId="{D6FB56F4-E1BB-4E5F-9298-2D2FA9D0633A}" dt="2022-05-11T05:45:26.471" v="12548" actId="1076"/>
          <ac:picMkLst>
            <pc:docMk/>
            <pc:sldMk cId="1673757292" sldId="1123"/>
            <ac:picMk id="5" creationId="{CA3E0E16-9FA5-AE25-F5E8-447660271A9A}"/>
          </ac:picMkLst>
        </pc:picChg>
      </pc:sldChg>
      <pc:sldChg chg="addSp delSp modSp add mod">
        <pc:chgData name="严 伟杰" userId="12717cc107ab2eea" providerId="LiveId" clId="{D6FB56F4-E1BB-4E5F-9298-2D2FA9D0633A}" dt="2022-05-11T06:54:56.228" v="14083" actId="1076"/>
        <pc:sldMkLst>
          <pc:docMk/>
          <pc:sldMk cId="4217446088" sldId="1124"/>
        </pc:sldMkLst>
        <pc:spChg chg="mod">
          <ac:chgData name="严 伟杰" userId="12717cc107ab2eea" providerId="LiveId" clId="{D6FB56F4-E1BB-4E5F-9298-2D2FA9D0633A}" dt="2022-05-11T06:53:47.247" v="14059" actId="21"/>
          <ac:spMkLst>
            <pc:docMk/>
            <pc:sldMk cId="4217446088" sldId="1124"/>
            <ac:spMk id="4" creationId="{3159F72D-EE15-DD07-B8B2-D12D8BA45F7D}"/>
          </ac:spMkLst>
        </pc:spChg>
        <pc:spChg chg="del">
          <ac:chgData name="严 伟杰" userId="12717cc107ab2eea" providerId="LiveId" clId="{D6FB56F4-E1BB-4E5F-9298-2D2FA9D0633A}" dt="2022-05-11T06:02:53.704" v="13236" actId="478"/>
          <ac:spMkLst>
            <pc:docMk/>
            <pc:sldMk cId="4217446088" sldId="1124"/>
            <ac:spMk id="7" creationId="{11CC93A4-7777-290F-B6E7-600AFC637BA9}"/>
          </ac:spMkLst>
        </pc:spChg>
        <pc:spChg chg="add del mod">
          <ac:chgData name="严 伟杰" userId="12717cc107ab2eea" providerId="LiveId" clId="{D6FB56F4-E1BB-4E5F-9298-2D2FA9D0633A}" dt="2022-05-11T06:52:54.200" v="14032" actId="21"/>
          <ac:spMkLst>
            <pc:docMk/>
            <pc:sldMk cId="4217446088" sldId="1124"/>
            <ac:spMk id="8" creationId="{895A810D-BA1C-06AC-B171-BE0261B353CB}"/>
          </ac:spMkLst>
        </pc:spChg>
        <pc:spChg chg="add mod">
          <ac:chgData name="严 伟杰" userId="12717cc107ab2eea" providerId="LiveId" clId="{D6FB56F4-E1BB-4E5F-9298-2D2FA9D0633A}" dt="2022-05-11T06:54:18.832" v="14067" actId="1076"/>
          <ac:spMkLst>
            <pc:docMk/>
            <pc:sldMk cId="4217446088" sldId="1124"/>
            <ac:spMk id="10" creationId="{EB464FC1-4B97-FDFA-8705-CA93E7FAA425}"/>
          </ac:spMkLst>
        </pc:spChg>
        <pc:picChg chg="add mod">
          <ac:chgData name="严 伟杰" userId="12717cc107ab2eea" providerId="LiveId" clId="{D6FB56F4-E1BB-4E5F-9298-2D2FA9D0633A}" dt="2022-05-11T06:54:56.228" v="14083" actId="1076"/>
          <ac:picMkLst>
            <pc:docMk/>
            <pc:sldMk cId="4217446088" sldId="1124"/>
            <ac:picMk id="3" creationId="{F096A6D2-33EB-0EC2-6936-7251A3A336F6}"/>
          </ac:picMkLst>
        </pc:picChg>
        <pc:picChg chg="del">
          <ac:chgData name="严 伟杰" userId="12717cc107ab2eea" providerId="LiveId" clId="{D6FB56F4-E1BB-4E5F-9298-2D2FA9D0633A}" dt="2022-05-11T06:01:36.133" v="13151" actId="478"/>
          <ac:picMkLst>
            <pc:docMk/>
            <pc:sldMk cId="4217446088" sldId="1124"/>
            <ac:picMk id="5" creationId="{CA3E0E16-9FA5-AE25-F5E8-447660271A9A}"/>
          </ac:picMkLst>
        </pc:picChg>
      </pc:sldChg>
      <pc:sldChg chg="addSp delSp modSp add mod">
        <pc:chgData name="严 伟杰" userId="12717cc107ab2eea" providerId="LiveId" clId="{D6FB56F4-E1BB-4E5F-9298-2D2FA9D0633A}" dt="2022-05-11T06:58:30.090" v="14284"/>
        <pc:sldMkLst>
          <pc:docMk/>
          <pc:sldMk cId="2133621437" sldId="1125"/>
        </pc:sldMkLst>
        <pc:spChg chg="mod">
          <ac:chgData name="严 伟杰" userId="12717cc107ab2eea" providerId="LiveId" clId="{D6FB56F4-E1BB-4E5F-9298-2D2FA9D0633A}" dt="2022-05-11T06:54:33.674" v="14082" actId="403"/>
          <ac:spMkLst>
            <pc:docMk/>
            <pc:sldMk cId="2133621437" sldId="1125"/>
            <ac:spMk id="4" creationId="{3159F72D-EE15-DD07-B8B2-D12D8BA45F7D}"/>
          </ac:spMkLst>
        </pc:spChg>
        <pc:spChg chg="add mod">
          <ac:chgData name="严 伟杰" userId="12717cc107ab2eea" providerId="LiveId" clId="{D6FB56F4-E1BB-4E5F-9298-2D2FA9D0633A}" dt="2022-05-11T06:58:30.090" v="14284"/>
          <ac:spMkLst>
            <pc:docMk/>
            <pc:sldMk cId="2133621437" sldId="1125"/>
            <ac:spMk id="7" creationId="{2B96CF63-AADD-81A4-70D7-A27A127ABF88}"/>
          </ac:spMkLst>
        </pc:spChg>
        <pc:picChg chg="del">
          <ac:chgData name="严 伟杰" userId="12717cc107ab2eea" providerId="LiveId" clId="{D6FB56F4-E1BB-4E5F-9298-2D2FA9D0633A}" dt="2022-05-11T06:09:46.707" v="13241" actId="478"/>
          <ac:picMkLst>
            <pc:docMk/>
            <pc:sldMk cId="2133621437" sldId="1125"/>
            <ac:picMk id="3" creationId="{F096A6D2-33EB-0EC2-6936-7251A3A336F6}"/>
          </ac:picMkLst>
        </pc:picChg>
        <pc:picChg chg="add mod">
          <ac:chgData name="严 伟杰" userId="12717cc107ab2eea" providerId="LiveId" clId="{D6FB56F4-E1BB-4E5F-9298-2D2FA9D0633A}" dt="2022-05-11T06:55:12.129" v="14086" actId="1076"/>
          <ac:picMkLst>
            <pc:docMk/>
            <pc:sldMk cId="2133621437" sldId="1125"/>
            <ac:picMk id="5" creationId="{B6D8DA55-0383-2244-0471-CB6FC590D5A8}"/>
          </ac:picMkLst>
        </pc:picChg>
      </pc:sldChg>
      <pc:sldChg chg="addSp delSp modSp add mod">
        <pc:chgData name="严 伟杰" userId="12717cc107ab2eea" providerId="LiveId" clId="{D6FB56F4-E1BB-4E5F-9298-2D2FA9D0633A}" dt="2022-05-11T06:32:06.774" v="13426" actId="1076"/>
        <pc:sldMkLst>
          <pc:docMk/>
          <pc:sldMk cId="1561199204" sldId="1126"/>
        </pc:sldMkLst>
        <pc:spChg chg="mod">
          <ac:chgData name="严 伟杰" userId="12717cc107ab2eea" providerId="LiveId" clId="{D6FB56F4-E1BB-4E5F-9298-2D2FA9D0633A}" dt="2022-05-11T06:30:13.498" v="13410"/>
          <ac:spMkLst>
            <pc:docMk/>
            <pc:sldMk cId="1561199204" sldId="1126"/>
            <ac:spMk id="4" creationId="{3159F72D-EE15-DD07-B8B2-D12D8BA45F7D}"/>
          </ac:spMkLst>
        </pc:spChg>
        <pc:picChg chg="add del mod">
          <ac:chgData name="严 伟杰" userId="12717cc107ab2eea" providerId="LiveId" clId="{D6FB56F4-E1BB-4E5F-9298-2D2FA9D0633A}" dt="2022-05-11T06:32:06.774" v="13426" actId="1076"/>
          <ac:picMkLst>
            <pc:docMk/>
            <pc:sldMk cId="1561199204" sldId="1126"/>
            <ac:picMk id="3" creationId="{660344E7-C170-8688-6783-950CB439AA31}"/>
          </ac:picMkLst>
        </pc:picChg>
        <pc:picChg chg="del">
          <ac:chgData name="严 伟杰" userId="12717cc107ab2eea" providerId="LiveId" clId="{D6FB56F4-E1BB-4E5F-9298-2D2FA9D0633A}" dt="2022-05-11T06:12:09.145" v="13328" actId="478"/>
          <ac:picMkLst>
            <pc:docMk/>
            <pc:sldMk cId="1561199204" sldId="1126"/>
            <ac:picMk id="5" creationId="{B6D8DA55-0383-2244-0471-CB6FC590D5A8}"/>
          </ac:picMkLst>
        </pc:picChg>
        <pc:picChg chg="add del mod">
          <ac:chgData name="严 伟杰" userId="12717cc107ab2eea" providerId="LiveId" clId="{D6FB56F4-E1BB-4E5F-9298-2D2FA9D0633A}" dt="2022-05-11T06:26:04.842" v="13339" actId="22"/>
          <ac:picMkLst>
            <pc:docMk/>
            <pc:sldMk cId="1561199204" sldId="1126"/>
            <ac:picMk id="7" creationId="{90EFAE7C-3C39-5C95-A093-C5B3626CE7AE}"/>
          </ac:picMkLst>
        </pc:picChg>
      </pc:sldChg>
      <pc:sldChg chg="add del">
        <pc:chgData name="严 伟杰" userId="12717cc107ab2eea" providerId="LiveId" clId="{D6FB56F4-E1BB-4E5F-9298-2D2FA9D0633A}" dt="2022-05-11T06:30:24.326" v="13411" actId="2696"/>
        <pc:sldMkLst>
          <pc:docMk/>
          <pc:sldMk cId="1630592960" sldId="1127"/>
        </pc:sldMkLst>
      </pc:sldChg>
      <pc:sldChg chg="addSp delSp modSp add mod">
        <pc:chgData name="严 伟杰" userId="12717cc107ab2eea" providerId="LiveId" clId="{D6FB56F4-E1BB-4E5F-9298-2D2FA9D0633A}" dt="2022-05-11T06:37:01.077" v="13532"/>
        <pc:sldMkLst>
          <pc:docMk/>
          <pc:sldMk cId="3787541863" sldId="1127"/>
        </pc:sldMkLst>
        <pc:spChg chg="mod">
          <ac:chgData name="严 伟杰" userId="12717cc107ab2eea" providerId="LiveId" clId="{D6FB56F4-E1BB-4E5F-9298-2D2FA9D0633A}" dt="2022-05-11T06:37:01.077" v="13532"/>
          <ac:spMkLst>
            <pc:docMk/>
            <pc:sldMk cId="3787541863" sldId="1127"/>
            <ac:spMk id="4" creationId="{3159F72D-EE15-DD07-B8B2-D12D8BA45F7D}"/>
          </ac:spMkLst>
        </pc:spChg>
        <pc:picChg chg="del mod">
          <ac:chgData name="严 伟杰" userId="12717cc107ab2eea" providerId="LiveId" clId="{D6FB56F4-E1BB-4E5F-9298-2D2FA9D0633A}" dt="2022-05-11T06:30:59.518" v="13414" actId="478"/>
          <ac:picMkLst>
            <pc:docMk/>
            <pc:sldMk cId="3787541863" sldId="1127"/>
            <ac:picMk id="3" creationId="{660344E7-C170-8688-6783-950CB439AA31}"/>
          </ac:picMkLst>
        </pc:picChg>
        <pc:picChg chg="add mod">
          <ac:chgData name="严 伟杰" userId="12717cc107ab2eea" providerId="LiveId" clId="{D6FB56F4-E1BB-4E5F-9298-2D2FA9D0633A}" dt="2022-05-11T06:31:37.795" v="13422" actId="1076"/>
          <ac:picMkLst>
            <pc:docMk/>
            <pc:sldMk cId="3787541863" sldId="1127"/>
            <ac:picMk id="5" creationId="{464D1498-432F-659A-2650-DFC94A2B4FF7}"/>
          </ac:picMkLst>
        </pc:picChg>
      </pc:sldChg>
      <pc:sldChg chg="addSp delSp modSp add mod">
        <pc:chgData name="严 伟杰" userId="12717cc107ab2eea" providerId="LiveId" clId="{D6FB56F4-E1BB-4E5F-9298-2D2FA9D0633A}" dt="2022-05-11T06:37:50.227" v="13605" actId="20577"/>
        <pc:sldMkLst>
          <pc:docMk/>
          <pc:sldMk cId="1335840702" sldId="1128"/>
        </pc:sldMkLst>
        <pc:spChg chg="mod">
          <ac:chgData name="严 伟杰" userId="12717cc107ab2eea" providerId="LiveId" clId="{D6FB56F4-E1BB-4E5F-9298-2D2FA9D0633A}" dt="2022-05-11T06:37:50.227" v="13605" actId="20577"/>
          <ac:spMkLst>
            <pc:docMk/>
            <pc:sldMk cId="1335840702" sldId="1128"/>
            <ac:spMk id="4" creationId="{3159F72D-EE15-DD07-B8B2-D12D8BA45F7D}"/>
          </ac:spMkLst>
        </pc:spChg>
        <pc:picChg chg="add mod">
          <ac:chgData name="严 伟杰" userId="12717cc107ab2eea" providerId="LiveId" clId="{D6FB56F4-E1BB-4E5F-9298-2D2FA9D0633A}" dt="2022-05-11T06:35:59.696" v="13441" actId="1076"/>
          <ac:picMkLst>
            <pc:docMk/>
            <pc:sldMk cId="1335840702" sldId="1128"/>
            <ac:picMk id="3" creationId="{4FC9890F-78C5-31E0-9473-1D6126D50CCA}"/>
          </ac:picMkLst>
        </pc:picChg>
        <pc:picChg chg="del">
          <ac:chgData name="严 伟杰" userId="12717cc107ab2eea" providerId="LiveId" clId="{D6FB56F4-E1BB-4E5F-9298-2D2FA9D0633A}" dt="2022-05-11T06:33:33.057" v="13428" actId="478"/>
          <ac:picMkLst>
            <pc:docMk/>
            <pc:sldMk cId="1335840702" sldId="1128"/>
            <ac:picMk id="5" creationId="{464D1498-432F-659A-2650-DFC94A2B4FF7}"/>
          </ac:picMkLst>
        </pc:picChg>
        <pc:picChg chg="add del mod">
          <ac:chgData name="严 伟杰" userId="12717cc107ab2eea" providerId="LiveId" clId="{D6FB56F4-E1BB-4E5F-9298-2D2FA9D0633A}" dt="2022-05-11T06:35:56.803" v="13440" actId="22"/>
          <ac:picMkLst>
            <pc:docMk/>
            <pc:sldMk cId="1335840702" sldId="1128"/>
            <ac:picMk id="7" creationId="{BE62DEC9-4BA5-D7E5-3C1C-BE08E6F637F3}"/>
          </ac:picMkLst>
        </pc:picChg>
      </pc:sldChg>
      <pc:sldChg chg="addSp delSp modSp add mod">
        <pc:chgData name="严 伟杰" userId="12717cc107ab2eea" providerId="LiveId" clId="{D6FB56F4-E1BB-4E5F-9298-2D2FA9D0633A}" dt="2022-05-11T07:00:01.717" v="14355" actId="20577"/>
        <pc:sldMkLst>
          <pc:docMk/>
          <pc:sldMk cId="3039177821" sldId="1129"/>
        </pc:sldMkLst>
        <pc:spChg chg="mod">
          <ac:chgData name="严 伟杰" userId="12717cc107ab2eea" providerId="LiveId" clId="{D6FB56F4-E1BB-4E5F-9298-2D2FA9D0633A}" dt="2022-05-11T07:00:01.717" v="14355" actId="20577"/>
          <ac:spMkLst>
            <pc:docMk/>
            <pc:sldMk cId="3039177821" sldId="1129"/>
            <ac:spMk id="4" creationId="{3159F72D-EE15-DD07-B8B2-D12D8BA45F7D}"/>
          </ac:spMkLst>
        </pc:spChg>
        <pc:picChg chg="del">
          <ac:chgData name="严 伟杰" userId="12717cc107ab2eea" providerId="LiveId" clId="{D6FB56F4-E1BB-4E5F-9298-2D2FA9D0633A}" dt="2022-05-11T06:38:18.903" v="13608" actId="478"/>
          <ac:picMkLst>
            <pc:docMk/>
            <pc:sldMk cId="3039177821" sldId="1129"/>
            <ac:picMk id="3" creationId="{4FC9890F-78C5-31E0-9473-1D6126D50CCA}"/>
          </ac:picMkLst>
        </pc:picChg>
        <pc:picChg chg="add del mod">
          <ac:chgData name="严 伟杰" userId="12717cc107ab2eea" providerId="LiveId" clId="{D6FB56F4-E1BB-4E5F-9298-2D2FA9D0633A}" dt="2022-05-11T06:40:16.487" v="13712" actId="478"/>
          <ac:picMkLst>
            <pc:docMk/>
            <pc:sldMk cId="3039177821" sldId="1129"/>
            <ac:picMk id="5" creationId="{594EA6EC-E244-BFDE-3AB4-8723209A4A6C}"/>
          </ac:picMkLst>
        </pc:picChg>
        <pc:picChg chg="add mod">
          <ac:chgData name="严 伟杰" userId="12717cc107ab2eea" providerId="LiveId" clId="{D6FB56F4-E1BB-4E5F-9298-2D2FA9D0633A}" dt="2022-05-11T06:40:48.315" v="13737" actId="1076"/>
          <ac:picMkLst>
            <pc:docMk/>
            <pc:sldMk cId="3039177821" sldId="1129"/>
            <ac:picMk id="7" creationId="{D31B3685-75F2-E6C7-BB43-8E04498C80DC}"/>
          </ac:picMkLst>
        </pc:picChg>
      </pc:sldChg>
      <pc:sldChg chg="addSp delSp modSp add mod">
        <pc:chgData name="严 伟杰" userId="12717cc107ab2eea" providerId="LiveId" clId="{D6FB56F4-E1BB-4E5F-9298-2D2FA9D0633A}" dt="2022-05-11T07:06:59.337" v="14632"/>
        <pc:sldMkLst>
          <pc:docMk/>
          <pc:sldMk cId="3007753279" sldId="1130"/>
        </pc:sldMkLst>
        <pc:spChg chg="mod">
          <ac:chgData name="严 伟杰" userId="12717cc107ab2eea" providerId="LiveId" clId="{D6FB56F4-E1BB-4E5F-9298-2D2FA9D0633A}" dt="2022-05-11T07:06:59.337" v="14632"/>
          <ac:spMkLst>
            <pc:docMk/>
            <pc:sldMk cId="3007753279" sldId="1130"/>
            <ac:spMk id="4" creationId="{3159F72D-EE15-DD07-B8B2-D12D8BA45F7D}"/>
          </ac:spMkLst>
        </pc:spChg>
        <pc:picChg chg="add mod">
          <ac:chgData name="严 伟杰" userId="12717cc107ab2eea" providerId="LiveId" clId="{D6FB56F4-E1BB-4E5F-9298-2D2FA9D0633A}" dt="2022-05-11T07:03:17.860" v="14514" actId="1076"/>
          <ac:picMkLst>
            <pc:docMk/>
            <pc:sldMk cId="3007753279" sldId="1130"/>
            <ac:picMk id="3" creationId="{AE7DF6E3-6582-1CD7-822C-6EA58C7C28D8}"/>
          </ac:picMkLst>
        </pc:picChg>
        <pc:picChg chg="del">
          <ac:chgData name="严 伟杰" userId="12717cc107ab2eea" providerId="LiveId" clId="{D6FB56F4-E1BB-4E5F-9298-2D2FA9D0633A}" dt="2022-05-11T06:44:02.628" v="13785" actId="478"/>
          <ac:picMkLst>
            <pc:docMk/>
            <pc:sldMk cId="3007753279" sldId="1130"/>
            <ac:picMk id="7" creationId="{D31B3685-75F2-E6C7-BB43-8E04498C80DC}"/>
          </ac:picMkLst>
        </pc:picChg>
      </pc:sldChg>
      <pc:sldChg chg="add del">
        <pc:chgData name="严 伟杰" userId="12717cc107ab2eea" providerId="LiveId" clId="{D6FB56F4-E1BB-4E5F-9298-2D2FA9D0633A}" dt="2022-05-11T06:38:13.751" v="13607" actId="2696"/>
        <pc:sldMkLst>
          <pc:docMk/>
          <pc:sldMk cId="4013962164" sldId="1130"/>
        </pc:sldMkLst>
      </pc:sldChg>
      <pc:sldChg chg="addSp delSp modSp add mod">
        <pc:chgData name="严 伟杰" userId="12717cc107ab2eea" providerId="LiveId" clId="{D6FB56F4-E1BB-4E5F-9298-2D2FA9D0633A}" dt="2022-05-11T07:07:05.743" v="14634"/>
        <pc:sldMkLst>
          <pc:docMk/>
          <pc:sldMk cId="367855577" sldId="1131"/>
        </pc:sldMkLst>
        <pc:spChg chg="del mod">
          <ac:chgData name="严 伟杰" userId="12717cc107ab2eea" providerId="LiveId" clId="{D6FB56F4-E1BB-4E5F-9298-2D2FA9D0633A}" dt="2022-05-11T07:03:02.179" v="14510" actId="478"/>
          <ac:spMkLst>
            <pc:docMk/>
            <pc:sldMk cId="367855577" sldId="1131"/>
            <ac:spMk id="4" creationId="{3159F72D-EE15-DD07-B8B2-D12D8BA45F7D}"/>
          </ac:spMkLst>
        </pc:spChg>
        <pc:spChg chg="add mod">
          <ac:chgData name="严 伟杰" userId="12717cc107ab2eea" providerId="LiveId" clId="{D6FB56F4-E1BB-4E5F-9298-2D2FA9D0633A}" dt="2022-05-11T07:03:48.902" v="14526" actId="1036"/>
          <ac:spMkLst>
            <pc:docMk/>
            <pc:sldMk cId="367855577" sldId="1131"/>
            <ac:spMk id="5" creationId="{84DCBC04-2D46-87E7-9C44-6042C6CFA4CB}"/>
          </ac:spMkLst>
        </pc:spChg>
        <pc:spChg chg="add del mod">
          <ac:chgData name="严 伟杰" userId="12717cc107ab2eea" providerId="LiveId" clId="{D6FB56F4-E1BB-4E5F-9298-2D2FA9D0633A}" dt="2022-05-11T07:03:44.763" v="14521" actId="1036"/>
          <ac:spMkLst>
            <pc:docMk/>
            <pc:sldMk cId="367855577" sldId="1131"/>
            <ac:spMk id="7" creationId="{B661DA60-3B36-40F2-6D83-3CA183B378A7}"/>
          </ac:spMkLst>
        </pc:spChg>
        <pc:spChg chg="add del mod">
          <ac:chgData name="严 伟杰" userId="12717cc107ab2eea" providerId="LiveId" clId="{D6FB56F4-E1BB-4E5F-9298-2D2FA9D0633A}" dt="2022-05-11T07:07:05.577" v="14633" actId="478"/>
          <ac:spMkLst>
            <pc:docMk/>
            <pc:sldMk cId="367855577" sldId="1131"/>
            <ac:spMk id="8" creationId="{2CFED59B-7A37-9798-D3AD-A321620D2FD0}"/>
          </ac:spMkLst>
        </pc:spChg>
        <pc:spChg chg="add del mod">
          <ac:chgData name="严 伟杰" userId="12717cc107ab2eea" providerId="LiveId" clId="{D6FB56F4-E1BB-4E5F-9298-2D2FA9D0633A}" dt="2022-05-11T07:06:45.908" v="14624"/>
          <ac:spMkLst>
            <pc:docMk/>
            <pc:sldMk cId="367855577" sldId="1131"/>
            <ac:spMk id="10" creationId="{5BCC5684-6AE6-6151-8F95-5EA237D92A64}"/>
          </ac:spMkLst>
        </pc:spChg>
        <pc:spChg chg="add mod">
          <ac:chgData name="严 伟杰" userId="12717cc107ab2eea" providerId="LiveId" clId="{D6FB56F4-E1BB-4E5F-9298-2D2FA9D0633A}" dt="2022-05-11T07:07:05.743" v="14634"/>
          <ac:spMkLst>
            <pc:docMk/>
            <pc:sldMk cId="367855577" sldId="1131"/>
            <ac:spMk id="11" creationId="{9E7E5F76-7F6F-C878-4E13-CD286314E8CA}"/>
          </ac:spMkLst>
        </pc:spChg>
        <pc:picChg chg="del mod">
          <ac:chgData name="严 伟杰" userId="12717cc107ab2eea" providerId="LiveId" clId="{D6FB56F4-E1BB-4E5F-9298-2D2FA9D0633A}" dt="2022-05-11T07:03:14.781" v="14513" actId="478"/>
          <ac:picMkLst>
            <pc:docMk/>
            <pc:sldMk cId="367855577" sldId="1131"/>
            <ac:picMk id="3" creationId="{AE7DF6E3-6582-1CD7-822C-6EA58C7C28D8}"/>
          </ac:picMkLst>
        </pc:picChg>
        <pc:picChg chg="add mod ord">
          <ac:chgData name="严 伟杰" userId="12717cc107ab2eea" providerId="LiveId" clId="{D6FB56F4-E1BB-4E5F-9298-2D2FA9D0633A}" dt="2022-05-11T07:03:31.885" v="14516" actId="167"/>
          <ac:picMkLst>
            <pc:docMk/>
            <pc:sldMk cId="367855577" sldId="1131"/>
            <ac:picMk id="9" creationId="{9E2910B8-D0F7-BAD1-0188-94DE6C980022}"/>
          </ac:picMkLst>
        </pc:picChg>
      </pc:sldChg>
      <pc:sldChg chg="addSp delSp modSp add mod">
        <pc:chgData name="严 伟杰" userId="12717cc107ab2eea" providerId="LiveId" clId="{D6FB56F4-E1BB-4E5F-9298-2D2FA9D0633A}" dt="2022-05-11T07:07:08.209" v="14636"/>
        <pc:sldMkLst>
          <pc:docMk/>
          <pc:sldMk cId="2294285109" sldId="1132"/>
        </pc:sldMkLst>
        <pc:spChg chg="del">
          <ac:chgData name="严 伟杰" userId="12717cc107ab2eea" providerId="LiveId" clId="{D6FB56F4-E1BB-4E5F-9298-2D2FA9D0633A}" dt="2022-05-11T07:03:59.135" v="14527" actId="478"/>
          <ac:spMkLst>
            <pc:docMk/>
            <pc:sldMk cId="2294285109" sldId="1132"/>
            <ac:spMk id="4" creationId="{3159F72D-EE15-DD07-B8B2-D12D8BA45F7D}"/>
          </ac:spMkLst>
        </pc:spChg>
        <pc:spChg chg="mod">
          <ac:chgData name="严 伟杰" userId="12717cc107ab2eea" providerId="LiveId" clId="{D6FB56F4-E1BB-4E5F-9298-2D2FA9D0633A}" dt="2022-05-11T07:04:43.665" v="14540" actId="1036"/>
          <ac:spMkLst>
            <pc:docMk/>
            <pc:sldMk cId="2294285109" sldId="1132"/>
            <ac:spMk id="5" creationId="{84DCBC04-2D46-87E7-9C44-6042C6CFA4CB}"/>
          </ac:spMkLst>
        </pc:spChg>
        <pc:spChg chg="del">
          <ac:chgData name="严 伟杰" userId="12717cc107ab2eea" providerId="LiveId" clId="{D6FB56F4-E1BB-4E5F-9298-2D2FA9D0633A}" dt="2022-05-11T06:49:28.055" v="13854" actId="478"/>
          <ac:spMkLst>
            <pc:docMk/>
            <pc:sldMk cId="2294285109" sldId="1132"/>
            <ac:spMk id="7" creationId="{B661DA60-3B36-40F2-6D83-3CA183B378A7}"/>
          </ac:spMkLst>
        </pc:spChg>
        <pc:spChg chg="add mod">
          <ac:chgData name="严 伟杰" userId="12717cc107ab2eea" providerId="LiveId" clId="{D6FB56F4-E1BB-4E5F-9298-2D2FA9D0633A}" dt="2022-05-11T07:04:53.602" v="14550" actId="1038"/>
          <ac:spMkLst>
            <pc:docMk/>
            <pc:sldMk cId="2294285109" sldId="1132"/>
            <ac:spMk id="8" creationId="{A3D633DE-F439-D36B-31C8-D971F7965376}"/>
          </ac:spMkLst>
        </pc:spChg>
        <pc:spChg chg="add del mod">
          <ac:chgData name="严 伟杰" userId="12717cc107ab2eea" providerId="LiveId" clId="{D6FB56F4-E1BB-4E5F-9298-2D2FA9D0633A}" dt="2022-05-11T07:04:39.104" v="14535"/>
          <ac:spMkLst>
            <pc:docMk/>
            <pc:sldMk cId="2294285109" sldId="1132"/>
            <ac:spMk id="9" creationId="{DE75FA5F-3B90-3524-F28F-1DE305CE9D13}"/>
          </ac:spMkLst>
        </pc:spChg>
        <pc:spChg chg="add del mod">
          <ac:chgData name="严 伟杰" userId="12717cc107ab2eea" providerId="LiveId" clId="{D6FB56F4-E1BB-4E5F-9298-2D2FA9D0633A}" dt="2022-05-11T07:07:08.047" v="14635" actId="478"/>
          <ac:spMkLst>
            <pc:docMk/>
            <pc:sldMk cId="2294285109" sldId="1132"/>
            <ac:spMk id="10" creationId="{B931A38D-8880-2B96-0993-01AFF59498A1}"/>
          </ac:spMkLst>
        </pc:spChg>
        <pc:spChg chg="add del mod">
          <ac:chgData name="严 伟杰" userId="12717cc107ab2eea" providerId="LiveId" clId="{D6FB56F4-E1BB-4E5F-9298-2D2FA9D0633A}" dt="2022-05-11T07:04:21.205" v="14531" actId="21"/>
          <ac:spMkLst>
            <pc:docMk/>
            <pc:sldMk cId="2294285109" sldId="1132"/>
            <ac:spMk id="12" creationId="{F7E2BBA7-8944-136F-F027-F1D23220A1D6}"/>
          </ac:spMkLst>
        </pc:spChg>
        <pc:spChg chg="add mod">
          <ac:chgData name="严 伟杰" userId="12717cc107ab2eea" providerId="LiveId" clId="{D6FB56F4-E1BB-4E5F-9298-2D2FA9D0633A}" dt="2022-05-11T07:04:14.759" v="14530"/>
          <ac:spMkLst>
            <pc:docMk/>
            <pc:sldMk cId="2294285109" sldId="1132"/>
            <ac:spMk id="14" creationId="{AE33DDCE-007C-F608-1714-7D740F5CD709}"/>
          </ac:spMkLst>
        </pc:spChg>
        <pc:spChg chg="add del mod">
          <ac:chgData name="严 伟杰" userId="12717cc107ab2eea" providerId="LiveId" clId="{D6FB56F4-E1BB-4E5F-9298-2D2FA9D0633A}" dt="2022-05-11T07:06:44.496" v="14622"/>
          <ac:spMkLst>
            <pc:docMk/>
            <pc:sldMk cId="2294285109" sldId="1132"/>
            <ac:spMk id="15" creationId="{9BE95348-A0E3-ACAA-F831-7E6037DA0D84}"/>
          </ac:spMkLst>
        </pc:spChg>
        <pc:spChg chg="add mod">
          <ac:chgData name="严 伟杰" userId="12717cc107ab2eea" providerId="LiveId" clId="{D6FB56F4-E1BB-4E5F-9298-2D2FA9D0633A}" dt="2022-05-11T07:07:08.209" v="14636"/>
          <ac:spMkLst>
            <pc:docMk/>
            <pc:sldMk cId="2294285109" sldId="1132"/>
            <ac:spMk id="16" creationId="{4425A985-089A-5380-7248-C02D3C7BDAB6}"/>
          </ac:spMkLst>
        </pc:spChg>
        <pc:picChg chg="del mod">
          <ac:chgData name="严 伟杰" userId="12717cc107ab2eea" providerId="LiveId" clId="{D6FB56F4-E1BB-4E5F-9298-2D2FA9D0633A}" dt="2022-05-11T07:04:13.967" v="14529" actId="478"/>
          <ac:picMkLst>
            <pc:docMk/>
            <pc:sldMk cId="2294285109" sldId="1132"/>
            <ac:picMk id="3" creationId="{AE7DF6E3-6582-1CD7-822C-6EA58C7C28D8}"/>
          </ac:picMkLst>
        </pc:picChg>
        <pc:picChg chg="add mod ord">
          <ac:chgData name="严 伟杰" userId="12717cc107ab2eea" providerId="LiveId" clId="{D6FB56F4-E1BB-4E5F-9298-2D2FA9D0633A}" dt="2022-05-11T07:04:30.521" v="14532" actId="167"/>
          <ac:picMkLst>
            <pc:docMk/>
            <pc:sldMk cId="2294285109" sldId="1132"/>
            <ac:picMk id="11" creationId="{D44EC1E3-8BB1-CE7E-7D5B-04217F83E736}"/>
          </ac:picMkLst>
        </pc:picChg>
      </pc:sldChg>
      <pc:sldChg chg="addSp delSp modSp add mod">
        <pc:chgData name="严 伟杰" userId="12717cc107ab2eea" providerId="LiveId" clId="{D6FB56F4-E1BB-4E5F-9298-2D2FA9D0633A}" dt="2022-05-11T07:07:10.830" v="14638"/>
        <pc:sldMkLst>
          <pc:docMk/>
          <pc:sldMk cId="1315814116" sldId="1133"/>
        </pc:sldMkLst>
        <pc:spChg chg="del">
          <ac:chgData name="严 伟杰" userId="12717cc107ab2eea" providerId="LiveId" clId="{D6FB56F4-E1BB-4E5F-9298-2D2FA9D0633A}" dt="2022-05-11T07:05:06.931" v="14553" actId="478"/>
          <ac:spMkLst>
            <pc:docMk/>
            <pc:sldMk cId="1315814116" sldId="1133"/>
            <ac:spMk id="4" creationId="{3159F72D-EE15-DD07-B8B2-D12D8BA45F7D}"/>
          </ac:spMkLst>
        </pc:spChg>
        <pc:spChg chg="del mod">
          <ac:chgData name="严 伟杰" userId="12717cc107ab2eea" providerId="LiveId" clId="{D6FB56F4-E1BB-4E5F-9298-2D2FA9D0633A}" dt="2022-05-11T07:05:47.383" v="14564" actId="478"/>
          <ac:spMkLst>
            <pc:docMk/>
            <pc:sldMk cId="1315814116" sldId="1133"/>
            <ac:spMk id="5" creationId="{84DCBC04-2D46-87E7-9C44-6042C6CFA4CB}"/>
          </ac:spMkLst>
        </pc:spChg>
        <pc:spChg chg="del">
          <ac:chgData name="严 伟杰" userId="12717cc107ab2eea" providerId="LiveId" clId="{D6FB56F4-E1BB-4E5F-9298-2D2FA9D0633A}" dt="2022-05-11T07:05:36.529" v="14560" actId="478"/>
          <ac:spMkLst>
            <pc:docMk/>
            <pc:sldMk cId="1315814116" sldId="1133"/>
            <ac:spMk id="8" creationId="{A3D633DE-F439-D36B-31C8-D971F7965376}"/>
          </ac:spMkLst>
        </pc:spChg>
        <pc:spChg chg="del">
          <ac:chgData name="严 伟杰" userId="12717cc107ab2eea" providerId="LiveId" clId="{D6FB56F4-E1BB-4E5F-9298-2D2FA9D0633A}" dt="2022-05-11T07:05:39.589" v="14561" actId="478"/>
          <ac:spMkLst>
            <pc:docMk/>
            <pc:sldMk cId="1315814116" sldId="1133"/>
            <ac:spMk id="9" creationId="{DE75FA5F-3B90-3524-F28F-1DE305CE9D13}"/>
          </ac:spMkLst>
        </pc:spChg>
        <pc:spChg chg="add mod">
          <ac:chgData name="严 伟杰" userId="12717cc107ab2eea" providerId="LiveId" clId="{D6FB56F4-E1BB-4E5F-9298-2D2FA9D0633A}" dt="2022-05-11T06:51:08.812" v="13868"/>
          <ac:spMkLst>
            <pc:docMk/>
            <pc:sldMk cId="1315814116" sldId="1133"/>
            <ac:spMk id="10" creationId="{C4357082-E112-FD6E-EB3F-04ADFEA92CE0}"/>
          </ac:spMkLst>
        </pc:spChg>
        <pc:spChg chg="add del mod">
          <ac:chgData name="严 伟杰" userId="12717cc107ab2eea" providerId="LiveId" clId="{D6FB56F4-E1BB-4E5F-9298-2D2FA9D0633A}" dt="2022-05-11T07:07:10.613" v="14637" actId="478"/>
          <ac:spMkLst>
            <pc:docMk/>
            <pc:sldMk cId="1315814116" sldId="1133"/>
            <ac:spMk id="11" creationId="{160EA97D-67E0-F136-EF73-13D0F4EED56A}"/>
          </ac:spMkLst>
        </pc:spChg>
        <pc:spChg chg="add del mod">
          <ac:chgData name="严 伟杰" userId="12717cc107ab2eea" providerId="LiveId" clId="{D6FB56F4-E1BB-4E5F-9298-2D2FA9D0633A}" dt="2022-05-11T07:05:34.550" v="14559"/>
          <ac:spMkLst>
            <pc:docMk/>
            <pc:sldMk cId="1315814116" sldId="1133"/>
            <ac:spMk id="14" creationId="{9B9939D6-4E18-5954-B9CF-C9B0A7E98505}"/>
          </ac:spMkLst>
        </pc:spChg>
        <pc:spChg chg="add del mod">
          <ac:chgData name="严 伟杰" userId="12717cc107ab2eea" providerId="LiveId" clId="{D6FB56F4-E1BB-4E5F-9298-2D2FA9D0633A}" dt="2022-05-11T07:05:34.550" v="14559"/>
          <ac:spMkLst>
            <pc:docMk/>
            <pc:sldMk cId="1315814116" sldId="1133"/>
            <ac:spMk id="15" creationId="{B66EAFF6-D72D-0F4B-5586-CA9E65DA0F77}"/>
          </ac:spMkLst>
        </pc:spChg>
        <pc:spChg chg="add del mod">
          <ac:chgData name="严 伟杰" userId="12717cc107ab2eea" providerId="LiveId" clId="{D6FB56F4-E1BB-4E5F-9298-2D2FA9D0633A}" dt="2022-05-11T07:05:34.550" v="14559"/>
          <ac:spMkLst>
            <pc:docMk/>
            <pc:sldMk cId="1315814116" sldId="1133"/>
            <ac:spMk id="16" creationId="{BF8EDAFF-A70D-44B4-479E-4CBE385E5589}"/>
          </ac:spMkLst>
        </pc:spChg>
        <pc:spChg chg="add del mod">
          <ac:chgData name="严 伟杰" userId="12717cc107ab2eea" providerId="LiveId" clId="{D6FB56F4-E1BB-4E5F-9298-2D2FA9D0633A}" dt="2022-05-11T07:05:45.616" v="14563"/>
          <ac:spMkLst>
            <pc:docMk/>
            <pc:sldMk cId="1315814116" sldId="1133"/>
            <ac:spMk id="18" creationId="{5CB2E9CA-CD90-DFBF-5753-B5C9A9D58F61}"/>
          </ac:spMkLst>
        </pc:spChg>
        <pc:spChg chg="add del mod">
          <ac:chgData name="严 伟杰" userId="12717cc107ab2eea" providerId="LiveId" clId="{D6FB56F4-E1BB-4E5F-9298-2D2FA9D0633A}" dt="2022-05-11T07:05:45.616" v="14563"/>
          <ac:spMkLst>
            <pc:docMk/>
            <pc:sldMk cId="1315814116" sldId="1133"/>
            <ac:spMk id="19" creationId="{625AD794-CED5-22B4-5F2A-5C813CB10110}"/>
          </ac:spMkLst>
        </pc:spChg>
        <pc:spChg chg="add del mod">
          <ac:chgData name="严 伟杰" userId="12717cc107ab2eea" providerId="LiveId" clId="{D6FB56F4-E1BB-4E5F-9298-2D2FA9D0633A}" dt="2022-05-11T07:05:45.616" v="14563"/>
          <ac:spMkLst>
            <pc:docMk/>
            <pc:sldMk cId="1315814116" sldId="1133"/>
            <ac:spMk id="20" creationId="{690899D7-D150-980B-BF5C-EA8DD873A766}"/>
          </ac:spMkLst>
        </pc:spChg>
        <pc:spChg chg="add mod">
          <ac:chgData name="严 伟杰" userId="12717cc107ab2eea" providerId="LiveId" clId="{D6FB56F4-E1BB-4E5F-9298-2D2FA9D0633A}" dt="2022-05-11T07:06:00.417" v="14577" actId="1035"/>
          <ac:spMkLst>
            <pc:docMk/>
            <pc:sldMk cId="1315814116" sldId="1133"/>
            <ac:spMk id="22" creationId="{A6AB9265-A774-0F5A-AFE2-720E2FF00D8B}"/>
          </ac:spMkLst>
        </pc:spChg>
        <pc:spChg chg="add mod">
          <ac:chgData name="严 伟杰" userId="12717cc107ab2eea" providerId="LiveId" clId="{D6FB56F4-E1BB-4E5F-9298-2D2FA9D0633A}" dt="2022-05-11T07:05:47.893" v="14565"/>
          <ac:spMkLst>
            <pc:docMk/>
            <pc:sldMk cId="1315814116" sldId="1133"/>
            <ac:spMk id="23" creationId="{E28043ED-E423-FEEB-D165-8A173697840C}"/>
          </ac:spMkLst>
        </pc:spChg>
        <pc:spChg chg="add mod">
          <ac:chgData name="严 伟杰" userId="12717cc107ab2eea" providerId="LiveId" clId="{D6FB56F4-E1BB-4E5F-9298-2D2FA9D0633A}" dt="2022-05-11T07:05:47.893" v="14565"/>
          <ac:spMkLst>
            <pc:docMk/>
            <pc:sldMk cId="1315814116" sldId="1133"/>
            <ac:spMk id="24" creationId="{B3C55E19-F9B6-6B5B-7011-A76F31029289}"/>
          </ac:spMkLst>
        </pc:spChg>
        <pc:spChg chg="add mod">
          <ac:chgData name="严 伟杰" userId="12717cc107ab2eea" providerId="LiveId" clId="{D6FB56F4-E1BB-4E5F-9298-2D2FA9D0633A}" dt="2022-05-11T07:07:10.830" v="14638"/>
          <ac:spMkLst>
            <pc:docMk/>
            <pc:sldMk cId="1315814116" sldId="1133"/>
            <ac:spMk id="25" creationId="{692FD994-D773-D784-02DF-757CFA3B0CCA}"/>
          </ac:spMkLst>
        </pc:spChg>
        <pc:picChg chg="del">
          <ac:chgData name="严 伟杰" userId="12717cc107ab2eea" providerId="LiveId" clId="{D6FB56F4-E1BB-4E5F-9298-2D2FA9D0633A}" dt="2022-05-11T07:05:29.667" v="14557" actId="478"/>
          <ac:picMkLst>
            <pc:docMk/>
            <pc:sldMk cId="1315814116" sldId="1133"/>
            <ac:picMk id="3" creationId="{AE7DF6E3-6582-1CD7-822C-6EA58C7C28D8}"/>
          </ac:picMkLst>
        </pc:picChg>
        <pc:picChg chg="add del mod">
          <ac:chgData name="严 伟杰" userId="12717cc107ab2eea" providerId="LiveId" clId="{D6FB56F4-E1BB-4E5F-9298-2D2FA9D0633A}" dt="2022-05-11T07:05:34.550" v="14559"/>
          <ac:picMkLst>
            <pc:docMk/>
            <pc:sldMk cId="1315814116" sldId="1133"/>
            <ac:picMk id="12" creationId="{2DFE94FC-940E-1D57-B8A5-0158418D1F66}"/>
          </ac:picMkLst>
        </pc:picChg>
        <pc:picChg chg="add del mod">
          <ac:chgData name="严 伟杰" userId="12717cc107ab2eea" providerId="LiveId" clId="{D6FB56F4-E1BB-4E5F-9298-2D2FA9D0633A}" dt="2022-05-11T07:05:45.616" v="14563"/>
          <ac:picMkLst>
            <pc:docMk/>
            <pc:sldMk cId="1315814116" sldId="1133"/>
            <ac:picMk id="17" creationId="{1CFEF4D5-830F-F681-4ED4-10442EE9DE3B}"/>
          </ac:picMkLst>
        </pc:picChg>
        <pc:picChg chg="add mod">
          <ac:chgData name="严 伟杰" userId="12717cc107ab2eea" providerId="LiveId" clId="{D6FB56F4-E1BB-4E5F-9298-2D2FA9D0633A}" dt="2022-05-11T07:05:47.893" v="14565"/>
          <ac:picMkLst>
            <pc:docMk/>
            <pc:sldMk cId="1315814116" sldId="1133"/>
            <ac:picMk id="21" creationId="{E358EE86-A6DE-0C54-D59B-8B6608293E65}"/>
          </ac:picMkLst>
        </pc:picChg>
      </pc:sldChg>
      <pc:sldChg chg="addSp delSp modSp add mod delAnim modAnim">
        <pc:chgData name="严 伟杰" userId="12717cc107ab2eea" providerId="LiveId" clId="{D6FB56F4-E1BB-4E5F-9298-2D2FA9D0633A}" dt="2022-05-11T07:37:43.472" v="14746" actId="2062"/>
        <pc:sldMkLst>
          <pc:docMk/>
          <pc:sldMk cId="4273156656" sldId="1134"/>
        </pc:sldMkLst>
        <pc:spChg chg="add del mod">
          <ac:chgData name="严 伟杰" userId="12717cc107ab2eea" providerId="LiveId" clId="{D6FB56F4-E1BB-4E5F-9298-2D2FA9D0633A}" dt="2022-05-11T07:33:44.420" v="14703"/>
          <ac:spMkLst>
            <pc:docMk/>
            <pc:sldMk cId="4273156656" sldId="1134"/>
            <ac:spMk id="9" creationId="{415BD383-19F5-0D99-2E93-E6D40153011F}"/>
          </ac:spMkLst>
        </pc:spChg>
        <pc:spChg chg="add mod">
          <ac:chgData name="严 伟杰" userId="12717cc107ab2eea" providerId="LiveId" clId="{D6FB56F4-E1BB-4E5F-9298-2D2FA9D0633A}" dt="2022-05-11T07:37:18.599" v="14743" actId="1076"/>
          <ac:spMkLst>
            <pc:docMk/>
            <pc:sldMk cId="4273156656" sldId="1134"/>
            <ac:spMk id="12" creationId="{A517D6F2-56C0-CAFE-BC6C-9011C4667765}"/>
          </ac:spMkLst>
        </pc:spChg>
        <pc:spChg chg="mod">
          <ac:chgData name="严 伟杰" userId="12717cc107ab2eea" providerId="LiveId" clId="{D6FB56F4-E1BB-4E5F-9298-2D2FA9D0633A}" dt="2022-05-11T07:07:48.677" v="14664" actId="20577"/>
          <ac:spMkLst>
            <pc:docMk/>
            <pc:sldMk cId="4273156656" sldId="1134"/>
            <ac:spMk id="13" creationId="{76B2AC9E-768D-D45D-3C69-CE3A614D2D15}"/>
          </ac:spMkLst>
        </pc:spChg>
        <pc:spChg chg="del">
          <ac:chgData name="严 伟杰" userId="12717cc107ab2eea" providerId="LiveId" clId="{D6FB56F4-E1BB-4E5F-9298-2D2FA9D0633A}" dt="2022-05-11T07:32:47.979" v="14699" actId="478"/>
          <ac:spMkLst>
            <pc:docMk/>
            <pc:sldMk cId="4273156656" sldId="1134"/>
            <ac:spMk id="22" creationId="{A6AB9265-A774-0F5A-AFE2-720E2FF00D8B}"/>
          </ac:spMkLst>
        </pc:spChg>
        <pc:spChg chg="del">
          <ac:chgData name="严 伟杰" userId="12717cc107ab2eea" providerId="LiveId" clId="{D6FB56F4-E1BB-4E5F-9298-2D2FA9D0633A}" dt="2022-05-11T07:32:47.979" v="14699" actId="478"/>
          <ac:spMkLst>
            <pc:docMk/>
            <pc:sldMk cId="4273156656" sldId="1134"/>
            <ac:spMk id="23" creationId="{E28043ED-E423-FEEB-D165-8A173697840C}"/>
          </ac:spMkLst>
        </pc:spChg>
        <pc:spChg chg="del">
          <ac:chgData name="严 伟杰" userId="12717cc107ab2eea" providerId="LiveId" clId="{D6FB56F4-E1BB-4E5F-9298-2D2FA9D0633A}" dt="2022-05-11T07:32:47.979" v="14699" actId="478"/>
          <ac:spMkLst>
            <pc:docMk/>
            <pc:sldMk cId="4273156656" sldId="1134"/>
            <ac:spMk id="24" creationId="{B3C55E19-F9B6-6B5B-7011-A76F31029289}"/>
          </ac:spMkLst>
        </pc:spChg>
        <pc:spChg chg="mod">
          <ac:chgData name="严 伟杰" userId="12717cc107ab2eea" providerId="LiveId" clId="{D6FB56F4-E1BB-4E5F-9298-2D2FA9D0633A}" dt="2022-05-11T07:37:07.811" v="14741" actId="1035"/>
          <ac:spMkLst>
            <pc:docMk/>
            <pc:sldMk cId="4273156656" sldId="1134"/>
            <ac:spMk id="25" creationId="{692FD994-D773-D784-02DF-757CFA3B0CCA}"/>
          </ac:spMkLst>
        </pc:spChg>
        <pc:graphicFrameChg chg="add del">
          <ac:chgData name="严 伟杰" userId="12717cc107ab2eea" providerId="LiveId" clId="{D6FB56F4-E1BB-4E5F-9298-2D2FA9D0633A}" dt="2022-05-11T07:33:35.065" v="14701" actId="3680"/>
          <ac:graphicFrameMkLst>
            <pc:docMk/>
            <pc:sldMk cId="4273156656" sldId="1134"/>
            <ac:graphicFrameMk id="2" creationId="{75564FB3-3AF7-F65E-7D2F-00521E2815DB}"/>
          </ac:graphicFrameMkLst>
        </pc:graphicFrameChg>
        <pc:graphicFrameChg chg="add mod modGraphic">
          <ac:chgData name="严 伟杰" userId="12717cc107ab2eea" providerId="LiveId" clId="{D6FB56F4-E1BB-4E5F-9298-2D2FA9D0633A}" dt="2022-05-11T07:37:13.560" v="14742" actId="1076"/>
          <ac:graphicFrameMkLst>
            <pc:docMk/>
            <pc:sldMk cId="4273156656" sldId="1134"/>
            <ac:graphicFrameMk id="3" creationId="{87E81F50-0386-F6A5-F8F9-F2302A8AC70A}"/>
          </ac:graphicFrameMkLst>
        </pc:graphicFrameChg>
        <pc:graphicFrameChg chg="add mod modGraphic">
          <ac:chgData name="严 伟杰" userId="12717cc107ab2eea" providerId="LiveId" clId="{D6FB56F4-E1BB-4E5F-9298-2D2FA9D0633A}" dt="2022-05-11T07:37:43.472" v="14746" actId="2062"/>
          <ac:graphicFrameMkLst>
            <pc:docMk/>
            <pc:sldMk cId="4273156656" sldId="1134"/>
            <ac:graphicFrameMk id="4" creationId="{EA552DD2-3C72-13E0-AC5D-C27075D25B2B}"/>
          </ac:graphicFrameMkLst>
        </pc:graphicFrameChg>
        <pc:graphicFrameChg chg="add del mod">
          <ac:chgData name="严 伟杰" userId="12717cc107ab2eea" providerId="LiveId" clId="{D6FB56F4-E1BB-4E5F-9298-2D2FA9D0633A}" dt="2022-05-11T07:33:58.658" v="14706" actId="478"/>
          <ac:graphicFrameMkLst>
            <pc:docMk/>
            <pc:sldMk cId="4273156656" sldId="1134"/>
            <ac:graphicFrameMk id="10" creationId="{7CE5AB85-24F9-144B-A6C2-3ED0C8B38524}"/>
          </ac:graphicFrameMkLst>
        </pc:graphicFrameChg>
        <pc:picChg chg="del">
          <ac:chgData name="严 伟杰" userId="12717cc107ab2eea" providerId="LiveId" clId="{D6FB56F4-E1BB-4E5F-9298-2D2FA9D0633A}" dt="2022-05-11T07:32:44.925" v="14698" actId="478"/>
          <ac:picMkLst>
            <pc:docMk/>
            <pc:sldMk cId="4273156656" sldId="1134"/>
            <ac:picMk id="21" creationId="{E358EE86-A6DE-0C54-D59B-8B6608293E65}"/>
          </ac:picMkLst>
        </pc:picChg>
      </pc:sldChg>
      <pc:sldChg chg="addSp delSp modSp add mod">
        <pc:chgData name="严 伟杰" userId="12717cc107ab2eea" providerId="LiveId" clId="{D6FB56F4-E1BB-4E5F-9298-2D2FA9D0633A}" dt="2022-05-11T07:40:06.551" v="14799" actId="20577"/>
        <pc:sldMkLst>
          <pc:docMk/>
          <pc:sldMk cId="1181159955" sldId="1135"/>
        </pc:sldMkLst>
        <pc:spChg chg="del">
          <ac:chgData name="严 伟杰" userId="12717cc107ab2eea" providerId="LiveId" clId="{D6FB56F4-E1BB-4E5F-9298-2D2FA9D0633A}" dt="2022-05-11T07:38:48.849" v="14768" actId="478"/>
          <ac:spMkLst>
            <pc:docMk/>
            <pc:sldMk cId="1181159955" sldId="1135"/>
            <ac:spMk id="12" creationId="{A517D6F2-56C0-CAFE-BC6C-9011C4667765}"/>
          </ac:spMkLst>
        </pc:spChg>
        <pc:spChg chg="mod">
          <ac:chgData name="严 伟杰" userId="12717cc107ab2eea" providerId="LiveId" clId="{D6FB56F4-E1BB-4E5F-9298-2D2FA9D0633A}" dt="2022-05-11T07:38:45.549" v="14767" actId="20577"/>
          <ac:spMkLst>
            <pc:docMk/>
            <pc:sldMk cId="1181159955" sldId="1135"/>
            <ac:spMk id="25" creationId="{692FD994-D773-D784-02DF-757CFA3B0CCA}"/>
          </ac:spMkLst>
        </pc:spChg>
        <pc:graphicFrameChg chg="add mod modGraphic">
          <ac:chgData name="严 伟杰" userId="12717cc107ab2eea" providerId="LiveId" clId="{D6FB56F4-E1BB-4E5F-9298-2D2FA9D0633A}" dt="2022-05-11T07:40:06.551" v="14799" actId="20577"/>
          <ac:graphicFrameMkLst>
            <pc:docMk/>
            <pc:sldMk cId="1181159955" sldId="1135"/>
            <ac:graphicFrameMk id="2" creationId="{267CDA75-E31C-1388-4AC5-1D9F4F41AB93}"/>
          </ac:graphicFrameMkLst>
        </pc:graphicFrameChg>
        <pc:graphicFrameChg chg="del">
          <ac:chgData name="严 伟杰" userId="12717cc107ab2eea" providerId="LiveId" clId="{D6FB56F4-E1BB-4E5F-9298-2D2FA9D0633A}" dt="2022-05-11T07:39:03.226" v="14771" actId="478"/>
          <ac:graphicFrameMkLst>
            <pc:docMk/>
            <pc:sldMk cId="1181159955" sldId="1135"/>
            <ac:graphicFrameMk id="3" creationId="{87E81F50-0386-F6A5-F8F9-F2302A8AC70A}"/>
          </ac:graphicFrameMkLst>
        </pc:graphicFrameChg>
        <pc:graphicFrameChg chg="del">
          <ac:chgData name="严 伟杰" userId="12717cc107ab2eea" providerId="LiveId" clId="{D6FB56F4-E1BB-4E5F-9298-2D2FA9D0633A}" dt="2022-05-11T07:38:53.280" v="14769" actId="478"/>
          <ac:graphicFrameMkLst>
            <pc:docMk/>
            <pc:sldMk cId="1181159955" sldId="1135"/>
            <ac:graphicFrameMk id="4" creationId="{EA552DD2-3C72-13E0-AC5D-C27075D25B2B}"/>
          </ac:graphicFrameMkLst>
        </pc:graphicFrameChg>
      </pc:sldChg>
      <pc:sldChg chg="addSp modSp add mod">
        <pc:chgData name="严 伟杰" userId="12717cc107ab2eea" providerId="LiveId" clId="{D6FB56F4-E1BB-4E5F-9298-2D2FA9D0633A}" dt="2022-05-11T08:03:06.507" v="15585"/>
        <pc:sldMkLst>
          <pc:docMk/>
          <pc:sldMk cId="1144626951" sldId="1136"/>
        </pc:sldMkLst>
        <pc:spChg chg="add mod">
          <ac:chgData name="严 伟杰" userId="12717cc107ab2eea" providerId="LiveId" clId="{D6FB56F4-E1BB-4E5F-9298-2D2FA9D0633A}" dt="2022-05-11T08:03:06.507" v="15585"/>
          <ac:spMkLst>
            <pc:docMk/>
            <pc:sldMk cId="1144626951" sldId="1136"/>
            <ac:spMk id="5" creationId="{CDD681D6-0783-E7C6-9EBB-BAB0A5A57165}"/>
          </ac:spMkLst>
        </pc:spChg>
        <pc:spChg chg="mod">
          <ac:chgData name="严 伟杰" userId="12717cc107ab2eea" providerId="LiveId" clId="{D6FB56F4-E1BB-4E5F-9298-2D2FA9D0633A}" dt="2022-05-11T07:45:31.711" v="14966" actId="20577"/>
          <ac:spMkLst>
            <pc:docMk/>
            <pc:sldMk cId="1144626951" sldId="1136"/>
            <ac:spMk id="13" creationId="{76B2AC9E-768D-D45D-3C69-CE3A614D2D15}"/>
          </ac:spMkLst>
        </pc:spChg>
        <pc:graphicFrameChg chg="mod modGraphic">
          <ac:chgData name="严 伟杰" userId="12717cc107ab2eea" providerId="LiveId" clId="{D6FB56F4-E1BB-4E5F-9298-2D2FA9D0633A}" dt="2022-05-11T07:43:14.136" v="14815" actId="1076"/>
          <ac:graphicFrameMkLst>
            <pc:docMk/>
            <pc:sldMk cId="1144626951" sldId="1136"/>
            <ac:graphicFrameMk id="2" creationId="{267CDA75-E31C-1388-4AC5-1D9F4F41AB93}"/>
          </ac:graphicFrameMkLst>
        </pc:graphicFrameChg>
      </pc:sldChg>
      <pc:sldChg chg="addSp delSp modSp add mod">
        <pc:chgData name="严 伟杰" userId="12717cc107ab2eea" providerId="LiveId" clId="{D6FB56F4-E1BB-4E5F-9298-2D2FA9D0633A}" dt="2022-05-11T08:03:19.358" v="15586" actId="20577"/>
        <pc:sldMkLst>
          <pc:docMk/>
          <pc:sldMk cId="4024457453" sldId="1137"/>
        </pc:sldMkLst>
        <pc:spChg chg="del">
          <ac:chgData name="严 伟杰" userId="12717cc107ab2eea" providerId="LiveId" clId="{D6FB56F4-E1BB-4E5F-9298-2D2FA9D0633A}" dt="2022-05-11T07:47:17.752" v="15081" actId="478"/>
          <ac:spMkLst>
            <pc:docMk/>
            <pc:sldMk cId="4024457453" sldId="1137"/>
            <ac:spMk id="5" creationId="{CDD681D6-0783-E7C6-9EBB-BAB0A5A57165}"/>
          </ac:spMkLst>
        </pc:spChg>
        <pc:spChg chg="add mod">
          <ac:chgData name="严 伟杰" userId="12717cc107ab2eea" providerId="LiveId" clId="{D6FB56F4-E1BB-4E5F-9298-2D2FA9D0633A}" dt="2022-05-11T07:52:28.936" v="15206" actId="20577"/>
          <ac:spMkLst>
            <pc:docMk/>
            <pc:sldMk cId="4024457453" sldId="1137"/>
            <ac:spMk id="8" creationId="{CFCEAD94-DB6F-B612-7755-2BD7A73FCC83}"/>
          </ac:spMkLst>
        </pc:spChg>
        <pc:spChg chg="mod">
          <ac:chgData name="严 伟杰" userId="12717cc107ab2eea" providerId="LiveId" clId="{D6FB56F4-E1BB-4E5F-9298-2D2FA9D0633A}" dt="2022-05-11T07:45:39.747" v="14979"/>
          <ac:spMkLst>
            <pc:docMk/>
            <pc:sldMk cId="4024457453" sldId="1137"/>
            <ac:spMk id="13" creationId="{76B2AC9E-768D-D45D-3C69-CE3A614D2D15}"/>
          </ac:spMkLst>
        </pc:spChg>
        <pc:spChg chg="mod">
          <ac:chgData name="严 伟杰" userId="12717cc107ab2eea" providerId="LiveId" clId="{D6FB56F4-E1BB-4E5F-9298-2D2FA9D0633A}" dt="2022-05-11T08:03:19.358" v="15586" actId="20577"/>
          <ac:spMkLst>
            <pc:docMk/>
            <pc:sldMk cId="4024457453" sldId="1137"/>
            <ac:spMk id="25" creationId="{692FD994-D773-D784-02DF-757CFA3B0CCA}"/>
          </ac:spMkLst>
        </pc:spChg>
        <pc:graphicFrameChg chg="del">
          <ac:chgData name="严 伟杰" userId="12717cc107ab2eea" providerId="LiveId" clId="{D6FB56F4-E1BB-4E5F-9298-2D2FA9D0633A}" dt="2022-05-11T07:47:14.733" v="15080" actId="478"/>
          <ac:graphicFrameMkLst>
            <pc:docMk/>
            <pc:sldMk cId="4024457453" sldId="1137"/>
            <ac:graphicFrameMk id="2" creationId="{267CDA75-E31C-1388-4AC5-1D9F4F41AB93}"/>
          </ac:graphicFrameMkLst>
        </pc:graphicFrameChg>
        <pc:picChg chg="add mod">
          <ac:chgData name="严 伟杰" userId="12717cc107ab2eea" providerId="LiveId" clId="{D6FB56F4-E1BB-4E5F-9298-2D2FA9D0633A}" dt="2022-05-11T07:48:23.747" v="15096" actId="14100"/>
          <ac:picMkLst>
            <pc:docMk/>
            <pc:sldMk cId="4024457453" sldId="1137"/>
            <ac:picMk id="6" creationId="{C40969FB-9268-1433-42AF-835FBC685AE3}"/>
          </ac:picMkLst>
        </pc:picChg>
        <pc:picChg chg="add mod">
          <ac:chgData name="严 伟杰" userId="12717cc107ab2eea" providerId="LiveId" clId="{D6FB56F4-E1BB-4E5F-9298-2D2FA9D0633A}" dt="2022-05-11T07:48:19.028" v="15094" actId="1076"/>
          <ac:picMkLst>
            <pc:docMk/>
            <pc:sldMk cId="4024457453" sldId="1137"/>
            <ac:picMk id="7" creationId="{747B80DB-6C61-9A07-95D5-204EF1F323BA}"/>
          </ac:picMkLst>
        </pc:picChg>
      </pc:sldChg>
      <pc:sldChg chg="addSp delSp modSp add mod">
        <pc:chgData name="严 伟杰" userId="12717cc107ab2eea" providerId="LiveId" clId="{D6FB56F4-E1BB-4E5F-9298-2D2FA9D0633A}" dt="2022-05-11T08:03:21.711" v="15587" actId="20577"/>
        <pc:sldMkLst>
          <pc:docMk/>
          <pc:sldMk cId="679004122" sldId="1138"/>
        </pc:sldMkLst>
        <pc:spChg chg="mod">
          <ac:chgData name="严 伟杰" userId="12717cc107ab2eea" providerId="LiveId" clId="{D6FB56F4-E1BB-4E5F-9298-2D2FA9D0633A}" dt="2022-05-11T07:53:31.343" v="15223" actId="207"/>
          <ac:spMkLst>
            <pc:docMk/>
            <pc:sldMk cId="679004122" sldId="1138"/>
            <ac:spMk id="8" creationId="{CFCEAD94-DB6F-B612-7755-2BD7A73FCC83}"/>
          </ac:spMkLst>
        </pc:spChg>
        <pc:spChg chg="mod">
          <ac:chgData name="严 伟杰" userId="12717cc107ab2eea" providerId="LiveId" clId="{D6FB56F4-E1BB-4E5F-9298-2D2FA9D0633A}" dt="2022-05-11T08:03:21.711" v="15587" actId="20577"/>
          <ac:spMkLst>
            <pc:docMk/>
            <pc:sldMk cId="679004122" sldId="1138"/>
            <ac:spMk id="25" creationId="{692FD994-D773-D784-02DF-757CFA3B0CCA}"/>
          </ac:spMkLst>
        </pc:spChg>
        <pc:picChg chg="del">
          <ac:chgData name="严 伟杰" userId="12717cc107ab2eea" providerId="LiveId" clId="{D6FB56F4-E1BB-4E5F-9298-2D2FA9D0633A}" dt="2022-05-11T07:51:01.765" v="15156" actId="478"/>
          <ac:picMkLst>
            <pc:docMk/>
            <pc:sldMk cId="679004122" sldId="1138"/>
            <ac:picMk id="6" creationId="{C40969FB-9268-1433-42AF-835FBC685AE3}"/>
          </ac:picMkLst>
        </pc:picChg>
        <pc:picChg chg="del">
          <ac:chgData name="严 伟杰" userId="12717cc107ab2eea" providerId="LiveId" clId="{D6FB56F4-E1BB-4E5F-9298-2D2FA9D0633A}" dt="2022-05-11T07:51:35.289" v="15164" actId="478"/>
          <ac:picMkLst>
            <pc:docMk/>
            <pc:sldMk cId="679004122" sldId="1138"/>
            <ac:picMk id="7" creationId="{747B80DB-6C61-9A07-95D5-204EF1F323BA}"/>
          </ac:picMkLst>
        </pc:picChg>
        <pc:picChg chg="add mod">
          <ac:chgData name="严 伟杰" userId="12717cc107ab2eea" providerId="LiveId" clId="{D6FB56F4-E1BB-4E5F-9298-2D2FA9D0633A}" dt="2022-05-11T07:51:29.010" v="15163" actId="1076"/>
          <ac:picMkLst>
            <pc:docMk/>
            <pc:sldMk cId="679004122" sldId="1138"/>
            <ac:picMk id="9" creationId="{005066AC-4863-3083-BA3D-0FA7615AB1FE}"/>
          </ac:picMkLst>
        </pc:picChg>
        <pc:picChg chg="add mod">
          <ac:chgData name="严 伟杰" userId="12717cc107ab2eea" providerId="LiveId" clId="{D6FB56F4-E1BB-4E5F-9298-2D2FA9D0633A}" dt="2022-05-11T07:51:44.123" v="15168" actId="14100"/>
          <ac:picMkLst>
            <pc:docMk/>
            <pc:sldMk cId="679004122" sldId="1138"/>
            <ac:picMk id="10" creationId="{AE8AD834-B1A6-690C-CD2C-3CE4FAD8BA61}"/>
          </ac:picMkLst>
        </pc:picChg>
      </pc:sldChg>
      <pc:sldChg chg="addSp delSp modSp add mod">
        <pc:chgData name="严 伟杰" userId="12717cc107ab2eea" providerId="LiveId" clId="{D6FB56F4-E1BB-4E5F-9298-2D2FA9D0633A}" dt="2022-05-11T08:03:23.655" v="15588" actId="20577"/>
        <pc:sldMkLst>
          <pc:docMk/>
          <pc:sldMk cId="4246614123" sldId="1139"/>
        </pc:sldMkLst>
        <pc:spChg chg="del">
          <ac:chgData name="严 伟杰" userId="12717cc107ab2eea" providerId="LiveId" clId="{D6FB56F4-E1BB-4E5F-9298-2D2FA9D0633A}" dt="2022-05-11T07:54:22.258" v="15266" actId="478"/>
          <ac:spMkLst>
            <pc:docMk/>
            <pc:sldMk cId="4246614123" sldId="1139"/>
            <ac:spMk id="8" creationId="{CFCEAD94-DB6F-B612-7755-2BD7A73FCC83}"/>
          </ac:spMkLst>
        </pc:spChg>
        <pc:spChg chg="add mod">
          <ac:chgData name="严 伟杰" userId="12717cc107ab2eea" providerId="LiveId" clId="{D6FB56F4-E1BB-4E5F-9298-2D2FA9D0633A}" dt="2022-05-11T07:58:54.541" v="15329" actId="20577"/>
          <ac:spMkLst>
            <pc:docMk/>
            <pc:sldMk cId="4246614123" sldId="1139"/>
            <ac:spMk id="11" creationId="{5C59950C-9C48-5FB5-6DB1-CAEA74614FD0}"/>
          </ac:spMkLst>
        </pc:spChg>
        <pc:spChg chg="mod">
          <ac:chgData name="严 伟杰" userId="12717cc107ab2eea" providerId="LiveId" clId="{D6FB56F4-E1BB-4E5F-9298-2D2FA9D0633A}" dt="2022-05-11T08:03:23.655" v="15588" actId="20577"/>
          <ac:spMkLst>
            <pc:docMk/>
            <pc:sldMk cId="4246614123" sldId="1139"/>
            <ac:spMk id="25" creationId="{692FD994-D773-D784-02DF-757CFA3B0CCA}"/>
          </ac:spMkLst>
        </pc:spChg>
        <pc:graphicFrameChg chg="add mod modGraphic">
          <ac:chgData name="严 伟杰" userId="12717cc107ab2eea" providerId="LiveId" clId="{D6FB56F4-E1BB-4E5F-9298-2D2FA9D0633A}" dt="2022-05-11T07:56:44.008" v="15304" actId="207"/>
          <ac:graphicFrameMkLst>
            <pc:docMk/>
            <pc:sldMk cId="4246614123" sldId="1139"/>
            <ac:graphicFrameMk id="2" creationId="{842B4819-16FE-49BC-5A2D-C69862C78F96}"/>
          </ac:graphicFrameMkLst>
        </pc:graphicFrameChg>
        <pc:picChg chg="del">
          <ac:chgData name="严 伟杰" userId="12717cc107ab2eea" providerId="LiveId" clId="{D6FB56F4-E1BB-4E5F-9298-2D2FA9D0633A}" dt="2022-05-11T07:54:18.576" v="15264" actId="478"/>
          <ac:picMkLst>
            <pc:docMk/>
            <pc:sldMk cId="4246614123" sldId="1139"/>
            <ac:picMk id="9" creationId="{005066AC-4863-3083-BA3D-0FA7615AB1FE}"/>
          </ac:picMkLst>
        </pc:picChg>
        <pc:picChg chg="del">
          <ac:chgData name="严 伟杰" userId="12717cc107ab2eea" providerId="LiveId" clId="{D6FB56F4-E1BB-4E5F-9298-2D2FA9D0633A}" dt="2022-05-11T07:54:20.002" v="15265" actId="478"/>
          <ac:picMkLst>
            <pc:docMk/>
            <pc:sldMk cId="4246614123" sldId="1139"/>
            <ac:picMk id="10" creationId="{AE8AD834-B1A6-690C-CD2C-3CE4FAD8BA61}"/>
          </ac:picMkLst>
        </pc:picChg>
      </pc:sldChg>
      <pc:sldChg chg="addSp delSp modSp add mod modAnim">
        <pc:chgData name="严 伟杰" userId="12717cc107ab2eea" providerId="LiveId" clId="{D6FB56F4-E1BB-4E5F-9298-2D2FA9D0633A}" dt="2022-05-11T08:23:12.488" v="16099" actId="207"/>
        <pc:sldMkLst>
          <pc:docMk/>
          <pc:sldMk cId="47360752" sldId="1140"/>
        </pc:sldMkLst>
        <pc:spChg chg="add mod">
          <ac:chgData name="严 伟杰" userId="12717cc107ab2eea" providerId="LiveId" clId="{D6FB56F4-E1BB-4E5F-9298-2D2FA9D0633A}" dt="2022-05-11T08:07:50.982" v="15635" actId="1076"/>
          <ac:spMkLst>
            <pc:docMk/>
            <pc:sldMk cId="47360752" sldId="1140"/>
            <ac:spMk id="7" creationId="{26426F47-EF39-AACE-9AAE-72A4FED5F537}"/>
          </ac:spMkLst>
        </pc:spChg>
        <pc:spChg chg="del">
          <ac:chgData name="严 伟杰" userId="12717cc107ab2eea" providerId="LiveId" clId="{D6FB56F4-E1BB-4E5F-9298-2D2FA9D0633A}" dt="2022-05-11T08:03:47.949" v="15590" actId="478"/>
          <ac:spMkLst>
            <pc:docMk/>
            <pc:sldMk cId="47360752" sldId="1140"/>
            <ac:spMk id="11" creationId="{5C59950C-9C48-5FB5-6DB1-CAEA74614FD0}"/>
          </ac:spMkLst>
        </pc:spChg>
        <pc:spChg chg="mod">
          <ac:chgData name="严 伟杰" userId="12717cc107ab2eea" providerId="LiveId" clId="{D6FB56F4-E1BB-4E5F-9298-2D2FA9D0633A}" dt="2022-05-11T07:59:12.938" v="15342" actId="20577"/>
          <ac:spMkLst>
            <pc:docMk/>
            <pc:sldMk cId="47360752" sldId="1140"/>
            <ac:spMk id="13" creationId="{76B2AC9E-768D-D45D-3C69-CE3A614D2D15}"/>
          </ac:spMkLst>
        </pc:spChg>
        <pc:spChg chg="mod">
          <ac:chgData name="严 伟杰" userId="12717cc107ab2eea" providerId="LiveId" clId="{D6FB56F4-E1BB-4E5F-9298-2D2FA9D0633A}" dt="2022-05-11T08:03:26.285" v="15589" actId="20577"/>
          <ac:spMkLst>
            <pc:docMk/>
            <pc:sldMk cId="47360752" sldId="1140"/>
            <ac:spMk id="25" creationId="{692FD994-D773-D784-02DF-757CFA3B0CCA}"/>
          </ac:spMkLst>
        </pc:spChg>
        <pc:graphicFrameChg chg="del">
          <ac:chgData name="严 伟杰" userId="12717cc107ab2eea" providerId="LiveId" clId="{D6FB56F4-E1BB-4E5F-9298-2D2FA9D0633A}" dt="2022-05-11T08:03:52.232" v="15591" actId="478"/>
          <ac:graphicFrameMkLst>
            <pc:docMk/>
            <pc:sldMk cId="47360752" sldId="1140"/>
            <ac:graphicFrameMk id="2" creationId="{842B4819-16FE-49BC-5A2D-C69862C78F96}"/>
          </ac:graphicFrameMkLst>
        </pc:graphicFrameChg>
        <pc:graphicFrameChg chg="add mod modGraphic">
          <ac:chgData name="严 伟杰" userId="12717cc107ab2eea" providerId="LiveId" clId="{D6FB56F4-E1BB-4E5F-9298-2D2FA9D0633A}" dt="2022-05-11T08:23:12.488" v="16099" actId="207"/>
          <ac:graphicFrameMkLst>
            <pc:docMk/>
            <pc:sldMk cId="47360752" sldId="1140"/>
            <ac:graphicFrameMk id="3" creationId="{DE956558-8551-7E45-6ED6-AB304E49960B}"/>
          </ac:graphicFrameMkLst>
        </pc:graphicFrameChg>
      </pc:sldChg>
      <pc:sldChg chg="new del">
        <pc:chgData name="严 伟杰" userId="12717cc107ab2eea" providerId="LiveId" clId="{D6FB56F4-E1BB-4E5F-9298-2D2FA9D0633A}" dt="2022-05-11T07:59:01.373" v="15331" actId="680"/>
        <pc:sldMkLst>
          <pc:docMk/>
          <pc:sldMk cId="570458742" sldId="1140"/>
        </pc:sldMkLst>
      </pc:sldChg>
      <pc:sldChg chg="addSp delSp modSp add mod delAnim modAnim">
        <pc:chgData name="严 伟杰" userId="12717cc107ab2eea" providerId="LiveId" clId="{D6FB56F4-E1BB-4E5F-9298-2D2FA9D0633A}" dt="2022-05-11T08:18:23.264" v="15976" actId="1076"/>
        <pc:sldMkLst>
          <pc:docMk/>
          <pc:sldMk cId="2346651865" sldId="1141"/>
        </pc:sldMkLst>
        <pc:spChg chg="del">
          <ac:chgData name="严 伟杰" userId="12717cc107ab2eea" providerId="LiveId" clId="{D6FB56F4-E1BB-4E5F-9298-2D2FA9D0633A}" dt="2022-05-11T08:08:54.908" v="15690" actId="478"/>
          <ac:spMkLst>
            <pc:docMk/>
            <pc:sldMk cId="2346651865" sldId="1141"/>
            <ac:spMk id="7" creationId="{26426F47-EF39-AACE-9AAE-72A4FED5F537}"/>
          </ac:spMkLst>
        </pc:spChg>
        <pc:spChg chg="add mod">
          <ac:chgData name="严 伟杰" userId="12717cc107ab2eea" providerId="LiveId" clId="{D6FB56F4-E1BB-4E5F-9298-2D2FA9D0633A}" dt="2022-05-11T08:18:20.528" v="15975" actId="1036"/>
          <ac:spMkLst>
            <pc:docMk/>
            <pc:sldMk cId="2346651865" sldId="1141"/>
            <ac:spMk id="8" creationId="{57BFF6E2-D3D6-4A13-B131-E0C43FAC2824}"/>
          </ac:spMkLst>
        </pc:spChg>
        <pc:spChg chg="mod">
          <ac:chgData name="严 伟杰" userId="12717cc107ab2eea" providerId="LiveId" clId="{D6FB56F4-E1BB-4E5F-9298-2D2FA9D0633A}" dt="2022-05-11T08:08:48.298" v="15689"/>
          <ac:spMkLst>
            <pc:docMk/>
            <pc:sldMk cId="2346651865" sldId="1141"/>
            <ac:spMk id="25" creationId="{692FD994-D773-D784-02DF-757CFA3B0CCA}"/>
          </ac:spMkLst>
        </pc:spChg>
        <pc:graphicFrameChg chg="add mod modGraphic">
          <ac:chgData name="严 伟杰" userId="12717cc107ab2eea" providerId="LiveId" clId="{D6FB56F4-E1BB-4E5F-9298-2D2FA9D0633A}" dt="2022-05-11T08:10:57.276" v="15716" actId="207"/>
          <ac:graphicFrameMkLst>
            <pc:docMk/>
            <pc:sldMk cId="2346651865" sldId="1141"/>
            <ac:graphicFrameMk id="2" creationId="{6929FC4F-8B76-1E3C-CC92-D7FB3B9DD90F}"/>
          </ac:graphicFrameMkLst>
        </pc:graphicFrameChg>
        <pc:graphicFrameChg chg="del">
          <ac:chgData name="严 伟杰" userId="12717cc107ab2eea" providerId="LiveId" clId="{D6FB56F4-E1BB-4E5F-9298-2D2FA9D0633A}" dt="2022-05-11T08:09:20.839" v="15691" actId="478"/>
          <ac:graphicFrameMkLst>
            <pc:docMk/>
            <pc:sldMk cId="2346651865" sldId="1141"/>
            <ac:graphicFrameMk id="3" creationId="{DE956558-8551-7E45-6ED6-AB304E49960B}"/>
          </ac:graphicFrameMkLst>
        </pc:graphicFrameChg>
        <pc:picChg chg="add mod">
          <ac:chgData name="严 伟杰" userId="12717cc107ab2eea" providerId="LiveId" clId="{D6FB56F4-E1BB-4E5F-9298-2D2FA9D0633A}" dt="2022-05-11T08:18:23.264" v="15976" actId="1076"/>
          <ac:picMkLst>
            <pc:docMk/>
            <pc:sldMk cId="2346651865" sldId="1141"/>
            <ac:picMk id="9" creationId="{E4DF519F-CA6E-0A0F-381B-79CC2CD7858C}"/>
          </ac:picMkLst>
        </pc:picChg>
      </pc:sldChg>
      <pc:sldChg chg="addSp delSp modSp add mod delAnim">
        <pc:chgData name="严 伟杰" userId="12717cc107ab2eea" providerId="LiveId" clId="{D6FB56F4-E1BB-4E5F-9298-2D2FA9D0633A}" dt="2022-05-11T08:19:42.630" v="15985" actId="207"/>
        <pc:sldMkLst>
          <pc:docMk/>
          <pc:sldMk cId="2028845199" sldId="1142"/>
        </pc:sldMkLst>
        <pc:spChg chg="del">
          <ac:chgData name="严 伟杰" userId="12717cc107ab2eea" providerId="LiveId" clId="{D6FB56F4-E1BB-4E5F-9298-2D2FA9D0633A}" dt="2022-05-11T08:15:47.208" v="15858" actId="478"/>
          <ac:spMkLst>
            <pc:docMk/>
            <pc:sldMk cId="2028845199" sldId="1142"/>
            <ac:spMk id="8" creationId="{57BFF6E2-D3D6-4A13-B131-E0C43FAC2824}"/>
          </ac:spMkLst>
        </pc:spChg>
        <pc:spChg chg="add mod">
          <ac:chgData name="严 伟杰" userId="12717cc107ab2eea" providerId="LiveId" clId="{D6FB56F4-E1BB-4E5F-9298-2D2FA9D0633A}" dt="2022-05-11T08:19:42.630" v="15985" actId="207"/>
          <ac:spMkLst>
            <pc:docMk/>
            <pc:sldMk cId="2028845199" sldId="1142"/>
            <ac:spMk id="10" creationId="{A8E7F1EA-D71C-9B8C-8841-32AD67B1F720}"/>
          </ac:spMkLst>
        </pc:spChg>
        <pc:spChg chg="mod">
          <ac:chgData name="严 伟杰" userId="12717cc107ab2eea" providerId="LiveId" clId="{D6FB56F4-E1BB-4E5F-9298-2D2FA9D0633A}" dt="2022-05-11T08:17:18.420" v="15954" actId="20577"/>
          <ac:spMkLst>
            <pc:docMk/>
            <pc:sldMk cId="2028845199" sldId="1142"/>
            <ac:spMk id="25" creationId="{692FD994-D773-D784-02DF-757CFA3B0CCA}"/>
          </ac:spMkLst>
        </pc:spChg>
        <pc:graphicFrameChg chg="del">
          <ac:chgData name="严 伟杰" userId="12717cc107ab2eea" providerId="LiveId" clId="{D6FB56F4-E1BB-4E5F-9298-2D2FA9D0633A}" dt="2022-05-11T08:15:45.225" v="15857" actId="478"/>
          <ac:graphicFrameMkLst>
            <pc:docMk/>
            <pc:sldMk cId="2028845199" sldId="1142"/>
            <ac:graphicFrameMk id="2" creationId="{6929FC4F-8B76-1E3C-CC92-D7FB3B9DD90F}"/>
          </ac:graphicFrameMkLst>
        </pc:graphicFrameChg>
        <pc:picChg chg="add del mod">
          <ac:chgData name="严 伟杰" userId="12717cc107ab2eea" providerId="LiveId" clId="{D6FB56F4-E1BB-4E5F-9298-2D2FA9D0633A}" dt="2022-05-11T08:16:18.935" v="15867" actId="21"/>
          <ac:picMkLst>
            <pc:docMk/>
            <pc:sldMk cId="2028845199" sldId="1142"/>
            <ac:picMk id="6" creationId="{9C126356-9991-A7A5-6A08-852CF81BA39A}"/>
          </ac:picMkLst>
        </pc:picChg>
        <pc:picChg chg="add mod">
          <ac:chgData name="严 伟杰" userId="12717cc107ab2eea" providerId="LiveId" clId="{D6FB56F4-E1BB-4E5F-9298-2D2FA9D0633A}" dt="2022-05-11T08:19:22.742" v="15980" actId="1076"/>
          <ac:picMkLst>
            <pc:docMk/>
            <pc:sldMk cId="2028845199" sldId="1142"/>
            <ac:picMk id="7" creationId="{80CFD963-B7A5-4BA1-E6D5-069675ACE7D8}"/>
          </ac:picMkLst>
        </pc:picChg>
        <pc:picChg chg="add mod">
          <ac:chgData name="严 伟杰" userId="12717cc107ab2eea" providerId="LiveId" clId="{D6FB56F4-E1BB-4E5F-9298-2D2FA9D0633A}" dt="2022-05-11T08:17:52.708" v="15961" actId="1076"/>
          <ac:picMkLst>
            <pc:docMk/>
            <pc:sldMk cId="2028845199" sldId="1142"/>
            <ac:picMk id="9" creationId="{C56F6898-7EAC-49B4-38C7-25351CF4CAC5}"/>
          </ac:picMkLst>
        </pc:picChg>
      </pc:sldChg>
      <pc:sldChg chg="addSp delSp modSp add mod modAnim">
        <pc:chgData name="严 伟杰" userId="12717cc107ab2eea" providerId="LiveId" clId="{D6FB56F4-E1BB-4E5F-9298-2D2FA9D0633A}" dt="2022-05-11T08:30:07.662" v="16477" actId="207"/>
        <pc:sldMkLst>
          <pc:docMk/>
          <pc:sldMk cId="2616559948" sldId="1143"/>
        </pc:sldMkLst>
        <pc:spChg chg="add mod">
          <ac:chgData name="严 伟杰" userId="12717cc107ab2eea" providerId="LiveId" clId="{D6FB56F4-E1BB-4E5F-9298-2D2FA9D0633A}" dt="2022-05-11T08:30:07.662" v="16477" actId="207"/>
          <ac:spMkLst>
            <pc:docMk/>
            <pc:sldMk cId="2616559948" sldId="1143"/>
            <ac:spMk id="8" creationId="{003E8209-FA07-0A04-430F-0EAA0D757511}"/>
          </ac:spMkLst>
        </pc:spChg>
        <pc:spChg chg="del">
          <ac:chgData name="严 伟杰" userId="12717cc107ab2eea" providerId="LiveId" clId="{D6FB56F4-E1BB-4E5F-9298-2D2FA9D0633A}" dt="2022-05-11T08:21:17.935" v="16074" actId="478"/>
          <ac:spMkLst>
            <pc:docMk/>
            <pc:sldMk cId="2616559948" sldId="1143"/>
            <ac:spMk id="10" creationId="{A8E7F1EA-D71C-9B8C-8841-32AD67B1F720}"/>
          </ac:spMkLst>
        </pc:spChg>
        <pc:spChg chg="mod">
          <ac:chgData name="严 伟杰" userId="12717cc107ab2eea" providerId="LiveId" clId="{D6FB56F4-E1BB-4E5F-9298-2D2FA9D0633A}" dt="2022-05-11T08:20:35.680" v="16009"/>
          <ac:spMkLst>
            <pc:docMk/>
            <pc:sldMk cId="2616559948" sldId="1143"/>
            <ac:spMk id="13" creationId="{76B2AC9E-768D-D45D-3C69-CE3A614D2D15}"/>
          </ac:spMkLst>
        </pc:spChg>
        <pc:spChg chg="mod">
          <ac:chgData name="严 伟杰" userId="12717cc107ab2eea" providerId="LiveId" clId="{D6FB56F4-E1BB-4E5F-9298-2D2FA9D0633A}" dt="2022-05-11T08:21:14.212" v="16071" actId="20577"/>
          <ac:spMkLst>
            <pc:docMk/>
            <pc:sldMk cId="2616559948" sldId="1143"/>
            <ac:spMk id="25" creationId="{692FD994-D773-D784-02DF-757CFA3B0CCA}"/>
          </ac:spMkLst>
        </pc:spChg>
        <pc:graphicFrameChg chg="add mod modGraphic">
          <ac:chgData name="严 伟杰" userId="12717cc107ab2eea" providerId="LiveId" clId="{D6FB56F4-E1BB-4E5F-9298-2D2FA9D0633A}" dt="2022-05-11T08:25:05.557" v="16123" actId="207"/>
          <ac:graphicFrameMkLst>
            <pc:docMk/>
            <pc:sldMk cId="2616559948" sldId="1143"/>
            <ac:graphicFrameMk id="2" creationId="{01628123-0C57-7207-8373-A61370744C93}"/>
          </ac:graphicFrameMkLst>
        </pc:graphicFrameChg>
        <pc:picChg chg="del">
          <ac:chgData name="严 伟杰" userId="12717cc107ab2eea" providerId="LiveId" clId="{D6FB56F4-E1BB-4E5F-9298-2D2FA9D0633A}" dt="2022-05-11T08:21:15.814" v="16072" actId="478"/>
          <ac:picMkLst>
            <pc:docMk/>
            <pc:sldMk cId="2616559948" sldId="1143"/>
            <ac:picMk id="7" creationId="{80CFD963-B7A5-4BA1-E6D5-069675ACE7D8}"/>
          </ac:picMkLst>
        </pc:picChg>
        <pc:picChg chg="del">
          <ac:chgData name="严 伟杰" userId="12717cc107ab2eea" providerId="LiveId" clId="{D6FB56F4-E1BB-4E5F-9298-2D2FA9D0633A}" dt="2022-05-11T08:21:16.348" v="16073" actId="478"/>
          <ac:picMkLst>
            <pc:docMk/>
            <pc:sldMk cId="2616559948" sldId="1143"/>
            <ac:picMk id="9" creationId="{C56F6898-7EAC-49B4-38C7-25351CF4CAC5}"/>
          </ac:picMkLst>
        </pc:picChg>
      </pc:sldChg>
      <pc:sldChg chg="addSp delSp modSp add mod delAnim modAnim">
        <pc:chgData name="严 伟杰" userId="12717cc107ab2eea" providerId="LiveId" clId="{D6FB56F4-E1BB-4E5F-9298-2D2FA9D0633A}" dt="2022-05-11T08:33:11.244" v="16511" actId="1076"/>
        <pc:sldMkLst>
          <pc:docMk/>
          <pc:sldMk cId="1112528669" sldId="1144"/>
        </pc:sldMkLst>
        <pc:spChg chg="add mod">
          <ac:chgData name="严 伟杰" userId="12717cc107ab2eea" providerId="LiveId" clId="{D6FB56F4-E1BB-4E5F-9298-2D2FA9D0633A}" dt="2022-05-11T08:33:11.244" v="16511" actId="1076"/>
          <ac:spMkLst>
            <pc:docMk/>
            <pc:sldMk cId="1112528669" sldId="1144"/>
            <ac:spMk id="7" creationId="{AEE28B13-8C43-176C-F161-AD022F9FD369}"/>
          </ac:spMkLst>
        </pc:spChg>
        <pc:spChg chg="del">
          <ac:chgData name="严 伟杰" userId="12717cc107ab2eea" providerId="LiveId" clId="{D6FB56F4-E1BB-4E5F-9298-2D2FA9D0633A}" dt="2022-05-11T08:31:35.107" v="16479" actId="478"/>
          <ac:spMkLst>
            <pc:docMk/>
            <pc:sldMk cId="1112528669" sldId="1144"/>
            <ac:spMk id="8" creationId="{003E8209-FA07-0A04-430F-0EAA0D757511}"/>
          </ac:spMkLst>
        </pc:spChg>
        <pc:graphicFrameChg chg="del">
          <ac:chgData name="严 伟杰" userId="12717cc107ab2eea" providerId="LiveId" clId="{D6FB56F4-E1BB-4E5F-9298-2D2FA9D0633A}" dt="2022-05-11T08:31:36.890" v="16480" actId="478"/>
          <ac:graphicFrameMkLst>
            <pc:docMk/>
            <pc:sldMk cId="1112528669" sldId="1144"/>
            <ac:graphicFrameMk id="2" creationId="{01628123-0C57-7207-8373-A61370744C93}"/>
          </ac:graphicFrameMkLst>
        </pc:graphicFrameChg>
        <pc:picChg chg="add mod">
          <ac:chgData name="严 伟杰" userId="12717cc107ab2eea" providerId="LiveId" clId="{D6FB56F4-E1BB-4E5F-9298-2D2FA9D0633A}" dt="2022-05-11T08:31:50.751" v="16484" actId="1076"/>
          <ac:picMkLst>
            <pc:docMk/>
            <pc:sldMk cId="1112528669" sldId="1144"/>
            <ac:picMk id="6" creationId="{66017EF1-B094-769A-E55D-FB3A63BBFDC5}"/>
          </ac:picMkLst>
        </pc:picChg>
      </pc:sldChg>
      <pc:sldChg chg="delSp modSp add mod delAnim">
        <pc:chgData name="严 伟杰" userId="12717cc107ab2eea" providerId="LiveId" clId="{D6FB56F4-E1BB-4E5F-9298-2D2FA9D0633A}" dt="2022-05-11T08:38:55.463" v="16790" actId="20577"/>
        <pc:sldMkLst>
          <pc:docMk/>
          <pc:sldMk cId="3620528922" sldId="1145"/>
        </pc:sldMkLst>
        <pc:spChg chg="del">
          <ac:chgData name="严 伟杰" userId="12717cc107ab2eea" providerId="LiveId" clId="{D6FB56F4-E1BB-4E5F-9298-2D2FA9D0633A}" dt="2022-05-11T08:34:57.553" v="16542" actId="478"/>
          <ac:spMkLst>
            <pc:docMk/>
            <pc:sldMk cId="3620528922" sldId="1145"/>
            <ac:spMk id="7" creationId="{AEE28B13-8C43-176C-F161-AD022F9FD369}"/>
          </ac:spMkLst>
        </pc:spChg>
        <pc:spChg chg="mod">
          <ac:chgData name="严 伟杰" userId="12717cc107ab2eea" providerId="LiveId" clId="{D6FB56F4-E1BB-4E5F-9298-2D2FA9D0633A}" dt="2022-05-11T08:34:50.686" v="16541" actId="20577"/>
          <ac:spMkLst>
            <pc:docMk/>
            <pc:sldMk cId="3620528922" sldId="1145"/>
            <ac:spMk id="13" creationId="{76B2AC9E-768D-D45D-3C69-CE3A614D2D15}"/>
          </ac:spMkLst>
        </pc:spChg>
        <pc:spChg chg="mod">
          <ac:chgData name="严 伟杰" userId="12717cc107ab2eea" providerId="LiveId" clId="{D6FB56F4-E1BB-4E5F-9298-2D2FA9D0633A}" dt="2022-05-11T08:38:55.463" v="16790" actId="20577"/>
          <ac:spMkLst>
            <pc:docMk/>
            <pc:sldMk cId="3620528922" sldId="1145"/>
            <ac:spMk id="25" creationId="{692FD994-D773-D784-02DF-757CFA3B0CCA}"/>
          </ac:spMkLst>
        </pc:spChg>
        <pc:picChg chg="del">
          <ac:chgData name="严 伟杰" userId="12717cc107ab2eea" providerId="LiveId" clId="{D6FB56F4-E1BB-4E5F-9298-2D2FA9D0633A}" dt="2022-05-11T08:34:58.098" v="16543" actId="478"/>
          <ac:picMkLst>
            <pc:docMk/>
            <pc:sldMk cId="3620528922" sldId="1145"/>
            <ac:picMk id="6" creationId="{66017EF1-B094-769A-E55D-FB3A63BBFDC5}"/>
          </ac:picMkLst>
        </pc:picChg>
      </pc:sldChg>
      <pc:sldChg chg="add del">
        <pc:chgData name="严 伟杰" userId="12717cc107ab2eea" providerId="LiveId" clId="{D6FB56F4-E1BB-4E5F-9298-2D2FA9D0633A}" dt="2022-05-11T08:39:36.003" v="16796" actId="2696"/>
        <pc:sldMkLst>
          <pc:docMk/>
          <pc:sldMk cId="1519777622" sldId="1146"/>
        </pc:sldMkLst>
      </pc:sldChg>
    </pc:docChg>
  </pc:docChgLst>
  <pc:docChgLst>
    <pc:chgData name="严 伟杰" userId="12717cc107ab2eea" providerId="LiveId" clId="{569E6D41-82A7-4523-BB5D-EF6FCFCF6192}"/>
    <pc:docChg chg="undo custSel addSld delSld modSld">
      <pc:chgData name="严 伟杰" userId="12717cc107ab2eea" providerId="LiveId" clId="{569E6D41-82A7-4523-BB5D-EF6FCFCF6192}" dt="2022-05-08T05:44:03.908" v="998" actId="2696"/>
      <pc:docMkLst>
        <pc:docMk/>
      </pc:docMkLst>
      <pc:sldChg chg="modSp mod modNotesTx">
        <pc:chgData name="严 伟杰" userId="12717cc107ab2eea" providerId="LiveId" clId="{569E6D41-82A7-4523-BB5D-EF6FCFCF6192}" dt="2022-05-08T05:32:01.859" v="597" actId="20577"/>
        <pc:sldMkLst>
          <pc:docMk/>
          <pc:sldMk cId="0" sldId="379"/>
        </pc:sldMkLst>
        <pc:spChg chg="mod">
          <ac:chgData name="严 伟杰" userId="12717cc107ab2eea" providerId="LiveId" clId="{569E6D41-82A7-4523-BB5D-EF6FCFCF6192}" dt="2022-05-08T03:20:25.288" v="24" actId="20577"/>
          <ac:spMkLst>
            <pc:docMk/>
            <pc:sldMk cId="0" sldId="379"/>
            <ac:spMk id="3" creationId="{00000000-0000-0000-0000-000000000000}"/>
          </ac:spMkLst>
        </pc:spChg>
        <pc:spChg chg="mod">
          <ac:chgData name="严 伟杰" userId="12717cc107ab2eea" providerId="LiveId" clId="{569E6D41-82A7-4523-BB5D-EF6FCFCF6192}" dt="2022-05-08T03:21:15.202" v="64"/>
          <ac:spMkLst>
            <pc:docMk/>
            <pc:sldMk cId="0" sldId="379"/>
            <ac:spMk id="6" creationId="{00000000-0000-0000-0000-000000000000}"/>
          </ac:spMkLst>
        </pc:spChg>
      </pc:sldChg>
      <pc:sldChg chg="modSp mod">
        <pc:chgData name="严 伟杰" userId="12717cc107ab2eea" providerId="LiveId" clId="{569E6D41-82A7-4523-BB5D-EF6FCFCF6192}" dt="2022-05-08T05:32:47.814" v="608"/>
        <pc:sldMkLst>
          <pc:docMk/>
          <pc:sldMk cId="2223584053" sldId="512"/>
        </pc:sldMkLst>
        <pc:spChg chg="mod">
          <ac:chgData name="严 伟杰" userId="12717cc107ab2eea" providerId="LiveId" clId="{569E6D41-82A7-4523-BB5D-EF6FCFCF6192}" dt="2022-05-08T05:32:47.814" v="608"/>
          <ac:spMkLst>
            <pc:docMk/>
            <pc:sldMk cId="2223584053" sldId="512"/>
            <ac:spMk id="11" creationId="{19C73AE0-009F-48C0-9F94-9417DD3E01BF}"/>
          </ac:spMkLst>
        </pc:spChg>
      </pc:sldChg>
      <pc:sldChg chg="modSp mod">
        <pc:chgData name="严 伟杰" userId="12717cc107ab2eea" providerId="LiveId" clId="{569E6D41-82A7-4523-BB5D-EF6FCFCF6192}" dt="2022-05-08T05:33:33.393" v="625" actId="20577"/>
        <pc:sldMkLst>
          <pc:docMk/>
          <pc:sldMk cId="470432306" sldId="554"/>
        </pc:sldMkLst>
        <pc:spChg chg="mod">
          <ac:chgData name="严 伟杰" userId="12717cc107ab2eea" providerId="LiveId" clId="{569E6D41-82A7-4523-BB5D-EF6FCFCF6192}" dt="2022-05-08T05:33:33.393" v="625" actId="20577"/>
          <ac:spMkLst>
            <pc:docMk/>
            <pc:sldMk cId="470432306" sldId="554"/>
            <ac:spMk id="11" creationId="{19C73AE0-009F-48C0-9F94-9417DD3E01BF}"/>
          </ac:spMkLst>
        </pc:spChg>
      </pc:sldChg>
      <pc:sldChg chg="delSp modSp mod delAnim">
        <pc:chgData name="严 伟杰" userId="12717cc107ab2eea" providerId="LiveId" clId="{569E6D41-82A7-4523-BB5D-EF6FCFCF6192}" dt="2022-05-08T05:36:44.166" v="657" actId="20577"/>
        <pc:sldMkLst>
          <pc:docMk/>
          <pc:sldMk cId="482439385" sldId="555"/>
        </pc:sldMkLst>
        <pc:spChg chg="del">
          <ac:chgData name="严 伟杰" userId="12717cc107ab2eea" providerId="LiveId" clId="{569E6D41-82A7-4523-BB5D-EF6FCFCF6192}" dt="2022-05-08T05:36:21.900" v="647" actId="478"/>
          <ac:spMkLst>
            <pc:docMk/>
            <pc:sldMk cId="482439385" sldId="555"/>
            <ac:spMk id="8" creationId="{00000000-0000-0000-0000-000000000000}"/>
          </ac:spMkLst>
        </pc:spChg>
        <pc:spChg chg="mod">
          <ac:chgData name="严 伟杰" userId="12717cc107ab2eea" providerId="LiveId" clId="{569E6D41-82A7-4523-BB5D-EF6FCFCF6192}" dt="2022-05-08T05:36:44.166" v="657" actId="20577"/>
          <ac:spMkLst>
            <pc:docMk/>
            <pc:sldMk cId="482439385" sldId="555"/>
            <ac:spMk id="9" creationId="{DE54D592-4D5E-499A-B6E3-3D69317B7414}"/>
          </ac:spMkLst>
        </pc:spChg>
        <pc:spChg chg="del">
          <ac:chgData name="严 伟杰" userId="12717cc107ab2eea" providerId="LiveId" clId="{569E6D41-82A7-4523-BB5D-EF6FCFCF6192}" dt="2022-05-08T05:36:19.980" v="646" actId="478"/>
          <ac:spMkLst>
            <pc:docMk/>
            <pc:sldMk cId="482439385" sldId="555"/>
            <ac:spMk id="13" creationId="{CB788150-F663-41EC-A53F-16F1851A0A4F}"/>
          </ac:spMkLst>
        </pc:spChg>
        <pc:picChg chg="del">
          <ac:chgData name="严 伟杰" userId="12717cc107ab2eea" providerId="LiveId" clId="{569E6D41-82A7-4523-BB5D-EF6FCFCF6192}" dt="2022-05-08T05:36:17.687" v="645" actId="478"/>
          <ac:picMkLst>
            <pc:docMk/>
            <pc:sldMk cId="482439385" sldId="555"/>
            <ac:picMk id="10" creationId="{00000000-0000-0000-0000-000000000000}"/>
          </ac:picMkLst>
        </pc:picChg>
        <pc:picChg chg="del">
          <ac:chgData name="严 伟杰" userId="12717cc107ab2eea" providerId="LiveId" clId="{569E6D41-82A7-4523-BB5D-EF6FCFCF6192}" dt="2022-05-08T05:36:17.011" v="644" actId="478"/>
          <ac:picMkLst>
            <pc:docMk/>
            <pc:sldMk cId="482439385" sldId="555"/>
            <ac:picMk id="15" creationId="{00000000-0000-0000-0000-000000000000}"/>
          </ac:picMkLst>
        </pc:picChg>
      </pc:sldChg>
      <pc:sldChg chg="add">
        <pc:chgData name="严 伟杰" userId="12717cc107ab2eea" providerId="LiveId" clId="{569E6D41-82A7-4523-BB5D-EF6FCFCF6192}" dt="2022-05-08T05:36:00.680" v="626" actId="2890"/>
        <pc:sldMkLst>
          <pc:docMk/>
          <pc:sldMk cId="2010842239" sldId="574"/>
        </pc:sldMkLst>
      </pc:sldChg>
      <pc:sldChg chg="modSp add mod">
        <pc:chgData name="严 伟杰" userId="12717cc107ab2eea" providerId="LiveId" clId="{569E6D41-82A7-4523-BB5D-EF6FCFCF6192}" dt="2022-05-08T05:36:51.667" v="669" actId="20577"/>
        <pc:sldMkLst>
          <pc:docMk/>
          <pc:sldMk cId="2600149893" sldId="575"/>
        </pc:sldMkLst>
        <pc:spChg chg="mod">
          <ac:chgData name="严 伟杰" userId="12717cc107ab2eea" providerId="LiveId" clId="{569E6D41-82A7-4523-BB5D-EF6FCFCF6192}" dt="2022-05-08T05:36:51.667" v="669" actId="20577"/>
          <ac:spMkLst>
            <pc:docMk/>
            <pc:sldMk cId="2600149893" sldId="575"/>
            <ac:spMk id="9" creationId="{DE54D592-4D5E-499A-B6E3-3D69317B7414}"/>
          </ac:spMkLst>
        </pc:spChg>
      </pc:sldChg>
      <pc:sldChg chg="modSp add mod">
        <pc:chgData name="严 伟杰" userId="12717cc107ab2eea" providerId="LiveId" clId="{569E6D41-82A7-4523-BB5D-EF6FCFCF6192}" dt="2022-05-08T05:37:36.547" v="709"/>
        <pc:sldMkLst>
          <pc:docMk/>
          <pc:sldMk cId="32343497" sldId="576"/>
        </pc:sldMkLst>
        <pc:spChg chg="mod">
          <ac:chgData name="严 伟杰" userId="12717cc107ab2eea" providerId="LiveId" clId="{569E6D41-82A7-4523-BB5D-EF6FCFCF6192}" dt="2022-05-08T05:37:36.547" v="709"/>
          <ac:spMkLst>
            <pc:docMk/>
            <pc:sldMk cId="32343497" sldId="576"/>
            <ac:spMk id="9" creationId="{DE54D592-4D5E-499A-B6E3-3D69317B7414}"/>
          </ac:spMkLst>
        </pc:spChg>
      </pc:sldChg>
      <pc:sldChg chg="modSp add mod">
        <pc:chgData name="严 伟杰" userId="12717cc107ab2eea" providerId="LiveId" clId="{569E6D41-82A7-4523-BB5D-EF6FCFCF6192}" dt="2022-05-08T05:40:45.985" v="834"/>
        <pc:sldMkLst>
          <pc:docMk/>
          <pc:sldMk cId="640562911" sldId="577"/>
        </pc:sldMkLst>
        <pc:spChg chg="mod">
          <ac:chgData name="严 伟杰" userId="12717cc107ab2eea" providerId="LiveId" clId="{569E6D41-82A7-4523-BB5D-EF6FCFCF6192}" dt="2022-05-08T05:40:45.985" v="834"/>
          <ac:spMkLst>
            <pc:docMk/>
            <pc:sldMk cId="640562911" sldId="577"/>
            <ac:spMk id="9" creationId="{DE54D592-4D5E-499A-B6E3-3D69317B7414}"/>
          </ac:spMkLst>
        </pc:spChg>
      </pc:sldChg>
      <pc:sldChg chg="modSp add mod">
        <pc:chgData name="严 伟杰" userId="12717cc107ab2eea" providerId="LiveId" clId="{569E6D41-82A7-4523-BB5D-EF6FCFCF6192}" dt="2022-05-08T05:43:05.065" v="979" actId="14100"/>
        <pc:sldMkLst>
          <pc:docMk/>
          <pc:sldMk cId="2988883543" sldId="578"/>
        </pc:sldMkLst>
        <pc:spChg chg="mod">
          <ac:chgData name="严 伟杰" userId="12717cc107ab2eea" providerId="LiveId" clId="{569E6D41-82A7-4523-BB5D-EF6FCFCF6192}" dt="2022-05-08T05:43:05.065" v="979" actId="14100"/>
          <ac:spMkLst>
            <pc:docMk/>
            <pc:sldMk cId="2988883543" sldId="578"/>
            <ac:spMk id="9" creationId="{DE54D592-4D5E-499A-B6E3-3D69317B7414}"/>
          </ac:spMkLst>
        </pc:spChg>
        <pc:spChg chg="mod">
          <ac:chgData name="严 伟杰" userId="12717cc107ab2eea" providerId="LiveId" clId="{569E6D41-82A7-4523-BB5D-EF6FCFCF6192}" dt="2022-05-08T05:41:11.949" v="846" actId="20577"/>
          <ac:spMkLst>
            <pc:docMk/>
            <pc:sldMk cId="2988883543" sldId="578"/>
            <ac:spMk id="11" creationId="{19C73AE0-009F-48C0-9F94-9417DD3E01BF}"/>
          </ac:spMkLst>
        </pc:spChg>
      </pc:sldChg>
      <pc:sldChg chg="new del">
        <pc:chgData name="严 伟杰" userId="12717cc107ab2eea" providerId="LiveId" clId="{569E6D41-82A7-4523-BB5D-EF6FCFCF6192}" dt="2022-05-08T05:41:03.157" v="836" actId="680"/>
        <pc:sldMkLst>
          <pc:docMk/>
          <pc:sldMk cId="3285528266" sldId="578"/>
        </pc:sldMkLst>
      </pc:sldChg>
      <pc:sldChg chg="modSp add del mod">
        <pc:chgData name="严 伟杰" userId="12717cc107ab2eea" providerId="LiveId" clId="{569E6D41-82A7-4523-BB5D-EF6FCFCF6192}" dt="2022-05-08T05:44:03.908" v="998" actId="2696"/>
        <pc:sldMkLst>
          <pc:docMk/>
          <pc:sldMk cId="3965135876" sldId="579"/>
        </pc:sldMkLst>
        <pc:spChg chg="mod">
          <ac:chgData name="严 伟杰" userId="12717cc107ab2eea" providerId="LiveId" clId="{569E6D41-82A7-4523-BB5D-EF6FCFCF6192}" dt="2022-05-08T05:43:48.890" v="997"/>
          <ac:spMkLst>
            <pc:docMk/>
            <pc:sldMk cId="3965135876" sldId="579"/>
            <ac:spMk id="11" creationId="{19C73AE0-009F-48C0-9F94-9417DD3E01BF}"/>
          </ac:spMkLst>
        </pc:spChg>
      </pc:sldChg>
    </pc:docChg>
  </pc:docChgLst>
  <pc:docChgLst>
    <pc:chgData name="严 伟杰" userId="12717cc107ab2eea" providerId="LiveId" clId="{A3D594BB-B685-44C6-B933-82339E130EDE}"/>
    <pc:docChg chg="undo custSel addSld delSld modSld">
      <pc:chgData name="严 伟杰" userId="12717cc107ab2eea" providerId="LiveId" clId="{A3D594BB-B685-44C6-B933-82339E130EDE}" dt="2022-05-18T07:23:46.833" v="4169"/>
      <pc:docMkLst>
        <pc:docMk/>
      </pc:docMkLst>
      <pc:sldChg chg="modTransition modNotesTx">
        <pc:chgData name="严 伟杰" userId="12717cc107ab2eea" providerId="LiveId" clId="{A3D594BB-B685-44C6-B933-82339E130EDE}" dt="2022-05-16T08:23:37.809" v="2823"/>
        <pc:sldMkLst>
          <pc:docMk/>
          <pc:sldMk cId="49260119" sldId="400"/>
        </pc:sldMkLst>
      </pc:sldChg>
      <pc:sldChg chg="del">
        <pc:chgData name="严 伟杰" userId="12717cc107ab2eea" providerId="LiveId" clId="{A3D594BB-B685-44C6-B933-82339E130EDE}" dt="2022-05-11T08:41:59.796" v="10" actId="2696"/>
        <pc:sldMkLst>
          <pc:docMk/>
          <pc:sldMk cId="1940615772" sldId="401"/>
        </pc:sldMkLst>
      </pc:sldChg>
      <pc:sldChg chg="modSp mod modTransition modNotesTx">
        <pc:chgData name="严 伟杰" userId="12717cc107ab2eea" providerId="LiveId" clId="{A3D594BB-B685-44C6-B933-82339E130EDE}" dt="2022-05-16T08:24:20.230" v="2826"/>
        <pc:sldMkLst>
          <pc:docMk/>
          <pc:sldMk cId="2223584053" sldId="512"/>
        </pc:sldMkLst>
        <pc:spChg chg="mod">
          <ac:chgData name="严 伟杰" userId="12717cc107ab2eea" providerId="LiveId" clId="{A3D594BB-B685-44C6-B933-82339E130EDE}" dt="2022-05-14T09:38:50.007" v="2776"/>
          <ac:spMkLst>
            <pc:docMk/>
            <pc:sldMk cId="2223584053" sldId="512"/>
            <ac:spMk id="6" creationId="{BC96D754-33F8-B020-0C80-A89DFFBD6986}"/>
          </ac:spMkLst>
        </pc:spChg>
      </pc:sldChg>
      <pc:sldChg chg="del">
        <pc:chgData name="严 伟杰" userId="12717cc107ab2eea" providerId="LiveId" clId="{A3D594BB-B685-44C6-B933-82339E130EDE}" dt="2022-05-11T08:42:05.057" v="11" actId="2696"/>
        <pc:sldMkLst>
          <pc:docMk/>
          <pc:sldMk cId="2765185303" sldId="544"/>
        </pc:sldMkLst>
      </pc:sldChg>
      <pc:sldChg chg="del">
        <pc:chgData name="严 伟杰" userId="12717cc107ab2eea" providerId="LiveId" clId="{A3D594BB-B685-44C6-B933-82339E130EDE}" dt="2022-05-11T08:42:05.057" v="11" actId="2696"/>
        <pc:sldMkLst>
          <pc:docMk/>
          <pc:sldMk cId="1829218509" sldId="545"/>
        </pc:sldMkLst>
      </pc:sldChg>
      <pc:sldChg chg="del">
        <pc:chgData name="严 伟杰" userId="12717cc107ab2eea" providerId="LiveId" clId="{A3D594BB-B685-44C6-B933-82339E130EDE}" dt="2022-05-11T08:41:07.444" v="1" actId="2696"/>
        <pc:sldMkLst>
          <pc:docMk/>
          <pc:sldMk cId="482439385" sldId="555"/>
        </pc:sldMkLst>
      </pc:sldChg>
      <pc:sldChg chg="del">
        <pc:chgData name="严 伟杰" userId="12717cc107ab2eea" providerId="LiveId" clId="{A3D594BB-B685-44C6-B933-82339E130EDE}" dt="2022-05-11T08:42:12.093" v="12" actId="2696"/>
        <pc:sldMkLst>
          <pc:docMk/>
          <pc:sldMk cId="3558260551" sldId="556"/>
        </pc:sldMkLst>
      </pc:sldChg>
      <pc:sldChg chg="del">
        <pc:chgData name="严 伟杰" userId="12717cc107ab2eea" providerId="LiveId" clId="{A3D594BB-B685-44C6-B933-82339E130EDE}" dt="2022-05-11T08:42:12.093" v="12" actId="2696"/>
        <pc:sldMkLst>
          <pc:docMk/>
          <pc:sldMk cId="1515508052" sldId="557"/>
        </pc:sldMkLst>
      </pc:sldChg>
      <pc:sldChg chg="del">
        <pc:chgData name="严 伟杰" userId="12717cc107ab2eea" providerId="LiveId" clId="{A3D594BB-B685-44C6-B933-82339E130EDE}" dt="2022-05-11T08:42:17.608" v="13" actId="2696"/>
        <pc:sldMkLst>
          <pc:docMk/>
          <pc:sldMk cId="3825808247" sldId="558"/>
        </pc:sldMkLst>
      </pc:sldChg>
      <pc:sldChg chg="del">
        <pc:chgData name="严 伟杰" userId="12717cc107ab2eea" providerId="LiveId" clId="{A3D594BB-B685-44C6-B933-82339E130EDE}" dt="2022-05-11T08:42:05.057" v="11" actId="2696"/>
        <pc:sldMkLst>
          <pc:docMk/>
          <pc:sldMk cId="3652596300" sldId="559"/>
        </pc:sldMkLst>
      </pc:sldChg>
      <pc:sldChg chg="del">
        <pc:chgData name="严 伟杰" userId="12717cc107ab2eea" providerId="LiveId" clId="{A3D594BB-B685-44C6-B933-82339E130EDE}" dt="2022-05-11T08:42:05.057" v="11" actId="2696"/>
        <pc:sldMkLst>
          <pc:docMk/>
          <pc:sldMk cId="2892026548" sldId="560"/>
        </pc:sldMkLst>
      </pc:sldChg>
      <pc:sldChg chg="del">
        <pc:chgData name="严 伟杰" userId="12717cc107ab2eea" providerId="LiveId" clId="{A3D594BB-B685-44C6-B933-82339E130EDE}" dt="2022-05-11T08:41:59.796" v="10" actId="2696"/>
        <pc:sldMkLst>
          <pc:docMk/>
          <pc:sldMk cId="2833064410" sldId="561"/>
        </pc:sldMkLst>
      </pc:sldChg>
      <pc:sldChg chg="del">
        <pc:chgData name="严 伟杰" userId="12717cc107ab2eea" providerId="LiveId" clId="{A3D594BB-B685-44C6-B933-82339E130EDE}" dt="2022-05-11T08:41:54.681" v="9" actId="2696"/>
        <pc:sldMkLst>
          <pc:docMk/>
          <pc:sldMk cId="2721924626" sldId="562"/>
        </pc:sldMkLst>
      </pc:sldChg>
      <pc:sldChg chg="del">
        <pc:chgData name="严 伟杰" userId="12717cc107ab2eea" providerId="LiveId" clId="{A3D594BB-B685-44C6-B933-82339E130EDE}" dt="2022-05-11T08:41:54.681" v="9" actId="2696"/>
        <pc:sldMkLst>
          <pc:docMk/>
          <pc:sldMk cId="644006451" sldId="563"/>
        </pc:sldMkLst>
      </pc:sldChg>
      <pc:sldChg chg="del">
        <pc:chgData name="严 伟杰" userId="12717cc107ab2eea" providerId="LiveId" clId="{A3D594BB-B685-44C6-B933-82339E130EDE}" dt="2022-05-11T08:41:54.681" v="9" actId="2696"/>
        <pc:sldMkLst>
          <pc:docMk/>
          <pc:sldMk cId="962813122" sldId="565"/>
        </pc:sldMkLst>
      </pc:sldChg>
      <pc:sldChg chg="del">
        <pc:chgData name="严 伟杰" userId="12717cc107ab2eea" providerId="LiveId" clId="{A3D594BB-B685-44C6-B933-82339E130EDE}" dt="2022-05-11T08:41:50.020" v="8" actId="2696"/>
        <pc:sldMkLst>
          <pc:docMk/>
          <pc:sldMk cId="801063430" sldId="567"/>
        </pc:sldMkLst>
      </pc:sldChg>
      <pc:sldChg chg="modTransition modNotesTx">
        <pc:chgData name="严 伟杰" userId="12717cc107ab2eea" providerId="LiveId" clId="{A3D594BB-B685-44C6-B933-82339E130EDE}" dt="2022-05-16T09:06:47.861" v="3847" actId="20577"/>
        <pc:sldMkLst>
          <pc:docMk/>
          <pc:sldMk cId="2598891599" sldId="568"/>
        </pc:sldMkLst>
      </pc:sldChg>
      <pc:sldChg chg="del">
        <pc:chgData name="严 伟杰" userId="12717cc107ab2eea" providerId="LiveId" clId="{A3D594BB-B685-44C6-B933-82339E130EDE}" dt="2022-05-11T08:41:50.020" v="8" actId="2696"/>
        <pc:sldMkLst>
          <pc:docMk/>
          <pc:sldMk cId="3747261645" sldId="569"/>
        </pc:sldMkLst>
      </pc:sldChg>
      <pc:sldChg chg="del">
        <pc:chgData name="严 伟杰" userId="12717cc107ab2eea" providerId="LiveId" clId="{A3D594BB-B685-44C6-B933-82339E130EDE}" dt="2022-05-11T08:42:12.093" v="12" actId="2696"/>
        <pc:sldMkLst>
          <pc:docMk/>
          <pc:sldMk cId="1765633019" sldId="571"/>
        </pc:sldMkLst>
      </pc:sldChg>
      <pc:sldChg chg="del">
        <pc:chgData name="严 伟杰" userId="12717cc107ab2eea" providerId="LiveId" clId="{A3D594BB-B685-44C6-B933-82339E130EDE}" dt="2022-05-11T08:41:59.796" v="10" actId="2696"/>
        <pc:sldMkLst>
          <pc:docMk/>
          <pc:sldMk cId="3860577149" sldId="572"/>
        </pc:sldMkLst>
      </pc:sldChg>
      <pc:sldChg chg="del">
        <pc:chgData name="严 伟杰" userId="12717cc107ab2eea" providerId="LiveId" clId="{A3D594BB-B685-44C6-B933-82339E130EDE}" dt="2022-05-11T08:41:50.020" v="8" actId="2696"/>
        <pc:sldMkLst>
          <pc:docMk/>
          <pc:sldMk cId="1526743137" sldId="573"/>
        </pc:sldMkLst>
      </pc:sldChg>
      <pc:sldChg chg="del">
        <pc:chgData name="严 伟杰" userId="12717cc107ab2eea" providerId="LiveId" clId="{A3D594BB-B685-44C6-B933-82339E130EDE}" dt="2022-05-11T08:42:12.093" v="12" actId="2696"/>
        <pc:sldMkLst>
          <pc:docMk/>
          <pc:sldMk cId="2010842239" sldId="574"/>
        </pc:sldMkLst>
      </pc:sldChg>
      <pc:sldChg chg="modSp mod modTransition modNotesTx">
        <pc:chgData name="严 伟杰" userId="12717cc107ab2eea" providerId="LiveId" clId="{A3D594BB-B685-44C6-B933-82339E130EDE}" dt="2022-05-16T08:25:34.905" v="2859" actId="20577"/>
        <pc:sldMkLst>
          <pc:docMk/>
          <pc:sldMk cId="32343497" sldId="576"/>
        </pc:sldMkLst>
        <pc:spChg chg="mod">
          <ac:chgData name="严 伟杰" userId="12717cc107ab2eea" providerId="LiveId" clId="{A3D594BB-B685-44C6-B933-82339E130EDE}" dt="2022-05-11T15:14:21.116" v="375" actId="20577"/>
          <ac:spMkLst>
            <pc:docMk/>
            <pc:sldMk cId="32343497" sldId="576"/>
            <ac:spMk id="7" creationId="{92750CE8-2BA1-6C87-0896-261BB7E29AC1}"/>
          </ac:spMkLst>
        </pc:spChg>
        <pc:spChg chg="mod">
          <ac:chgData name="严 伟杰" userId="12717cc107ab2eea" providerId="LiveId" clId="{A3D594BB-B685-44C6-B933-82339E130EDE}" dt="2022-05-11T15:15:54.735" v="380" actId="1035"/>
          <ac:spMkLst>
            <pc:docMk/>
            <pc:sldMk cId="32343497" sldId="576"/>
            <ac:spMk id="8" creationId="{88668705-9B16-A791-F957-3EDB5FB25270}"/>
          </ac:spMkLst>
        </pc:spChg>
      </pc:sldChg>
      <pc:sldChg chg="addSp delSp modSp mod modTransition delAnim modAnim modNotesTx">
        <pc:chgData name="严 伟杰" userId="12717cc107ab2eea" providerId="LiveId" clId="{A3D594BB-B685-44C6-B933-82339E130EDE}" dt="2022-05-16T08:27:02.725" v="2861" actId="20577"/>
        <pc:sldMkLst>
          <pc:docMk/>
          <pc:sldMk cId="640562911" sldId="577"/>
        </pc:sldMkLst>
        <pc:spChg chg="mod">
          <ac:chgData name="严 伟杰" userId="12717cc107ab2eea" providerId="LiveId" clId="{A3D594BB-B685-44C6-B933-82339E130EDE}" dt="2022-05-11T08:41:33.200" v="5" actId="20577"/>
          <ac:spMkLst>
            <pc:docMk/>
            <pc:sldMk cId="640562911" sldId="577"/>
            <ac:spMk id="6" creationId="{C89B5D8B-0D76-9CC1-F8C9-257A8155A6BB}"/>
          </ac:spMkLst>
        </pc:spChg>
        <pc:spChg chg="add del mod">
          <ac:chgData name="严 伟杰" userId="12717cc107ab2eea" providerId="LiveId" clId="{A3D594BB-B685-44C6-B933-82339E130EDE}" dt="2022-05-14T07:26:43.124" v="2266" actId="478"/>
          <ac:spMkLst>
            <pc:docMk/>
            <pc:sldMk cId="640562911" sldId="577"/>
            <ac:spMk id="7" creationId="{A4F7F3F3-50A9-A304-A747-18678632E29B}"/>
          </ac:spMkLst>
        </pc:spChg>
        <pc:spChg chg="mod">
          <ac:chgData name="严 伟杰" userId="12717cc107ab2eea" providerId="LiveId" clId="{A3D594BB-B685-44C6-B933-82339E130EDE}" dt="2022-05-13T01:57:04.676" v="1877"/>
          <ac:spMkLst>
            <pc:docMk/>
            <pc:sldMk cId="640562911" sldId="577"/>
            <ac:spMk id="9" creationId="{DE54D592-4D5E-499A-B6E3-3D69317B7414}"/>
          </ac:spMkLst>
        </pc:spChg>
      </pc:sldChg>
      <pc:sldChg chg="del">
        <pc:chgData name="严 伟杰" userId="12717cc107ab2eea" providerId="LiveId" clId="{A3D594BB-B685-44C6-B933-82339E130EDE}" dt="2022-05-11T08:41:43.191" v="7" actId="2696"/>
        <pc:sldMkLst>
          <pc:docMk/>
          <pc:sldMk cId="2988883543" sldId="578"/>
        </pc:sldMkLst>
      </pc:sldChg>
      <pc:sldChg chg="modSp mod modTransition modNotesTx">
        <pc:chgData name="严 伟杰" userId="12717cc107ab2eea" providerId="LiveId" clId="{A3D594BB-B685-44C6-B933-82339E130EDE}" dt="2022-05-16T08:24:40.671" v="2827"/>
        <pc:sldMkLst>
          <pc:docMk/>
          <pc:sldMk cId="1196157743" sldId="1090"/>
        </pc:sldMkLst>
        <pc:spChg chg="mod">
          <ac:chgData name="严 伟杰" userId="12717cc107ab2eea" providerId="LiveId" clId="{A3D594BB-B685-44C6-B933-82339E130EDE}" dt="2022-05-14T09:40:46.035" v="2822" actId="1035"/>
          <ac:spMkLst>
            <pc:docMk/>
            <pc:sldMk cId="1196157743" sldId="1090"/>
            <ac:spMk id="9" creationId="{967D9CAC-79CC-1274-B750-CBFD2E9A6EA2}"/>
          </ac:spMkLst>
        </pc:spChg>
      </pc:sldChg>
      <pc:sldChg chg="del">
        <pc:chgData name="严 伟杰" userId="12717cc107ab2eea" providerId="LiveId" clId="{A3D594BB-B685-44C6-B933-82339E130EDE}" dt="2022-05-11T08:41:10.299" v="2" actId="2696"/>
        <pc:sldMkLst>
          <pc:docMk/>
          <pc:sldMk cId="3267364691" sldId="1091"/>
        </pc:sldMkLst>
      </pc:sldChg>
      <pc:sldChg chg="del">
        <pc:chgData name="严 伟杰" userId="12717cc107ab2eea" providerId="LiveId" clId="{A3D594BB-B685-44C6-B933-82339E130EDE}" dt="2022-05-11T08:41:14.327" v="3" actId="2696"/>
        <pc:sldMkLst>
          <pc:docMk/>
          <pc:sldMk cId="1008207211" sldId="1092"/>
        </pc:sldMkLst>
      </pc:sldChg>
      <pc:sldChg chg="addSp delSp modSp mod modTransition modAnim modNotesTx">
        <pc:chgData name="严 伟杰" userId="12717cc107ab2eea" providerId="LiveId" clId="{A3D594BB-B685-44C6-B933-82339E130EDE}" dt="2022-05-16T08:45:15.310" v="3378" actId="20577"/>
        <pc:sldMkLst>
          <pc:docMk/>
          <pc:sldMk cId="2029632334" sldId="1093"/>
        </pc:sldMkLst>
        <pc:spChg chg="mod">
          <ac:chgData name="严 伟杰" userId="12717cc107ab2eea" providerId="LiveId" clId="{A3D594BB-B685-44C6-B933-82339E130EDE}" dt="2022-05-11T15:52:18.630" v="1011"/>
          <ac:spMkLst>
            <pc:docMk/>
            <pc:sldMk cId="2029632334" sldId="1093"/>
            <ac:spMk id="5" creationId="{F2A816F9-5D58-2CC0-EC6E-D126F2F27481}"/>
          </ac:spMkLst>
        </pc:spChg>
        <pc:spChg chg="del">
          <ac:chgData name="严 伟杰" userId="12717cc107ab2eea" providerId="LiveId" clId="{A3D594BB-B685-44C6-B933-82339E130EDE}" dt="2022-05-11T15:17:16.316" v="416" actId="21"/>
          <ac:spMkLst>
            <pc:docMk/>
            <pc:sldMk cId="2029632334" sldId="1093"/>
            <ac:spMk id="8" creationId="{FA4EB6BF-D355-683A-4061-1543345C8A07}"/>
          </ac:spMkLst>
        </pc:spChg>
        <pc:spChg chg="mod">
          <ac:chgData name="严 伟杰" userId="12717cc107ab2eea" providerId="LiveId" clId="{A3D594BB-B685-44C6-B933-82339E130EDE}" dt="2022-05-11T15:18:06.463" v="448" actId="1036"/>
          <ac:spMkLst>
            <pc:docMk/>
            <pc:sldMk cId="2029632334" sldId="1093"/>
            <ac:spMk id="10" creationId="{AB34A1E0-7507-112F-BC68-110328AB9DE4}"/>
          </ac:spMkLst>
        </pc:spChg>
        <pc:spChg chg="mod">
          <ac:chgData name="严 伟杰" userId="12717cc107ab2eea" providerId="LiveId" clId="{A3D594BB-B685-44C6-B933-82339E130EDE}" dt="2022-05-11T15:18:06.463" v="448" actId="1036"/>
          <ac:spMkLst>
            <pc:docMk/>
            <pc:sldMk cId="2029632334" sldId="1093"/>
            <ac:spMk id="13" creationId="{D8BFA0D3-EBE5-12D5-653E-1EA44AE461D8}"/>
          </ac:spMkLst>
        </pc:spChg>
        <pc:spChg chg="mod">
          <ac:chgData name="严 伟杰" userId="12717cc107ab2eea" providerId="LiveId" clId="{A3D594BB-B685-44C6-B933-82339E130EDE}" dt="2022-05-11T15:18:06.463" v="448" actId="1036"/>
          <ac:spMkLst>
            <pc:docMk/>
            <pc:sldMk cId="2029632334" sldId="1093"/>
            <ac:spMk id="14" creationId="{04706C96-3C9A-95E3-9141-581FF7274233}"/>
          </ac:spMkLst>
        </pc:spChg>
        <pc:spChg chg="del">
          <ac:chgData name="严 伟杰" userId="12717cc107ab2eea" providerId="LiveId" clId="{A3D594BB-B685-44C6-B933-82339E130EDE}" dt="2022-05-11T15:17:17.553" v="417" actId="21"/>
          <ac:spMkLst>
            <pc:docMk/>
            <pc:sldMk cId="2029632334" sldId="1093"/>
            <ac:spMk id="15" creationId="{BC82BA0F-4197-E617-06DF-2A877CAEC274}"/>
          </ac:spMkLst>
        </pc:spChg>
        <pc:spChg chg="add del">
          <ac:chgData name="严 伟杰" userId="12717cc107ab2eea" providerId="LiveId" clId="{A3D594BB-B685-44C6-B933-82339E130EDE}" dt="2022-05-11T15:17:44.550" v="441" actId="22"/>
          <ac:spMkLst>
            <pc:docMk/>
            <pc:sldMk cId="2029632334" sldId="1093"/>
            <ac:spMk id="16" creationId="{556F6475-278C-F615-9282-1397C2A1644A}"/>
          </ac:spMkLst>
        </pc:spChg>
        <pc:spChg chg="add mod">
          <ac:chgData name="严 伟杰" userId="12717cc107ab2eea" providerId="LiveId" clId="{A3D594BB-B685-44C6-B933-82339E130EDE}" dt="2022-05-11T15:18:02.320" v="446" actId="1036"/>
          <ac:spMkLst>
            <pc:docMk/>
            <pc:sldMk cId="2029632334" sldId="1093"/>
            <ac:spMk id="17" creationId="{FDE085F1-9039-2520-91F1-BBADBDFF29C1}"/>
          </ac:spMkLst>
        </pc:spChg>
        <pc:spChg chg="add mod">
          <ac:chgData name="严 伟杰" userId="12717cc107ab2eea" providerId="LiveId" clId="{A3D594BB-B685-44C6-B933-82339E130EDE}" dt="2022-05-11T15:22:24.148" v="551" actId="207"/>
          <ac:spMkLst>
            <pc:docMk/>
            <pc:sldMk cId="2029632334" sldId="1093"/>
            <ac:spMk id="19" creationId="{D2B52418-130C-D748-F8A0-407180CF7F62}"/>
          </ac:spMkLst>
        </pc:spChg>
        <pc:spChg chg="mod">
          <ac:chgData name="严 伟杰" userId="12717cc107ab2eea" providerId="LiveId" clId="{A3D594BB-B685-44C6-B933-82339E130EDE}" dt="2022-05-11T15:18:06.463" v="448" actId="1036"/>
          <ac:spMkLst>
            <pc:docMk/>
            <pc:sldMk cId="2029632334" sldId="1093"/>
            <ac:spMk id="21" creationId="{C0FC5E80-BBBE-3CE9-131B-6EE815ECD857}"/>
          </ac:spMkLst>
        </pc:spChg>
        <pc:spChg chg="mod">
          <ac:chgData name="严 伟杰" userId="12717cc107ab2eea" providerId="LiveId" clId="{A3D594BB-B685-44C6-B933-82339E130EDE}" dt="2022-05-11T15:18:06.463" v="448" actId="1036"/>
          <ac:spMkLst>
            <pc:docMk/>
            <pc:sldMk cId="2029632334" sldId="1093"/>
            <ac:spMk id="22" creationId="{F1EA1DBE-44B4-E851-2FFA-12B5999C1464}"/>
          </ac:spMkLst>
        </pc:spChg>
        <pc:spChg chg="add mod">
          <ac:chgData name="严 伟杰" userId="12717cc107ab2eea" providerId="LiveId" clId="{A3D594BB-B685-44C6-B933-82339E130EDE}" dt="2022-05-11T15:24:04.564" v="566" actId="14100"/>
          <ac:spMkLst>
            <pc:docMk/>
            <pc:sldMk cId="2029632334" sldId="1093"/>
            <ac:spMk id="23" creationId="{7FD4B31B-17DD-3B3C-65CC-E05424EB9D08}"/>
          </ac:spMkLst>
        </pc:spChg>
        <pc:spChg chg="mod">
          <ac:chgData name="严 伟杰" userId="12717cc107ab2eea" providerId="LiveId" clId="{A3D594BB-B685-44C6-B933-82339E130EDE}" dt="2022-05-11T15:18:06.463" v="448" actId="1036"/>
          <ac:spMkLst>
            <pc:docMk/>
            <pc:sldMk cId="2029632334" sldId="1093"/>
            <ac:spMk id="24" creationId="{34529398-174F-AF3A-4EFF-36ED23673DA0}"/>
          </ac:spMkLst>
        </pc:spChg>
        <pc:spChg chg="mod">
          <ac:chgData name="严 伟杰" userId="12717cc107ab2eea" providerId="LiveId" clId="{A3D594BB-B685-44C6-B933-82339E130EDE}" dt="2022-05-11T15:18:06.463" v="448" actId="1036"/>
          <ac:spMkLst>
            <pc:docMk/>
            <pc:sldMk cId="2029632334" sldId="1093"/>
            <ac:spMk id="25" creationId="{341FCE59-E920-8760-A12C-E056CDC06108}"/>
          </ac:spMkLst>
        </pc:spChg>
        <pc:spChg chg="del">
          <ac:chgData name="严 伟杰" userId="12717cc107ab2eea" providerId="LiveId" clId="{A3D594BB-B685-44C6-B933-82339E130EDE}" dt="2022-05-11T15:18:53.368" v="450" actId="478"/>
          <ac:spMkLst>
            <pc:docMk/>
            <pc:sldMk cId="2029632334" sldId="1093"/>
            <ac:spMk id="29" creationId="{A012C6DF-D338-49A2-49ED-B17EBED16B14}"/>
          </ac:spMkLst>
        </pc:spChg>
        <pc:graphicFrameChg chg="add mod modGraphic">
          <ac:chgData name="严 伟杰" userId="12717cc107ab2eea" providerId="LiveId" clId="{A3D594BB-B685-44C6-B933-82339E130EDE}" dt="2022-05-11T15:19:23.606" v="455" actId="403"/>
          <ac:graphicFrameMkLst>
            <pc:docMk/>
            <pc:sldMk cId="2029632334" sldId="1093"/>
            <ac:graphicFrameMk id="18" creationId="{D396B1D7-A17C-1ECA-3315-682BAD43FACD}"/>
          </ac:graphicFrameMkLst>
        </pc:graphicFrameChg>
        <pc:picChg chg="add mod">
          <ac:chgData name="严 伟杰" userId="12717cc107ab2eea" providerId="LiveId" clId="{A3D594BB-B685-44C6-B933-82339E130EDE}" dt="2022-05-11T15:22:49.889" v="557" actId="1076"/>
          <ac:picMkLst>
            <pc:docMk/>
            <pc:sldMk cId="2029632334" sldId="1093"/>
            <ac:picMk id="20" creationId="{B0A12654-87FB-1E85-E9AF-553683338FCB}"/>
          </ac:picMkLst>
        </pc:picChg>
        <pc:picChg chg="del">
          <ac:chgData name="严 伟杰" userId="12717cc107ab2eea" providerId="LiveId" clId="{A3D594BB-B685-44C6-B933-82339E130EDE}" dt="2022-05-11T15:17:18.694" v="418" actId="21"/>
          <ac:picMkLst>
            <pc:docMk/>
            <pc:sldMk cId="2029632334" sldId="1093"/>
            <ac:picMk id="27" creationId="{90CF8127-A29B-6679-12EB-2EE6456D5A80}"/>
          </ac:picMkLst>
        </pc:picChg>
      </pc:sldChg>
      <pc:sldChg chg="del">
        <pc:chgData name="严 伟杰" userId="12717cc107ab2eea" providerId="LiveId" clId="{A3D594BB-B685-44C6-B933-82339E130EDE}" dt="2022-05-11T08:41:03.246" v="0" actId="2696"/>
        <pc:sldMkLst>
          <pc:docMk/>
          <pc:sldMk cId="1228533757" sldId="1094"/>
        </pc:sldMkLst>
      </pc:sldChg>
      <pc:sldChg chg="del">
        <pc:chgData name="严 伟杰" userId="12717cc107ab2eea" providerId="LiveId" clId="{A3D594BB-B685-44C6-B933-82339E130EDE}" dt="2022-05-11T08:41:36.488" v="6" actId="2696"/>
        <pc:sldMkLst>
          <pc:docMk/>
          <pc:sldMk cId="1975008365" sldId="1095"/>
        </pc:sldMkLst>
      </pc:sldChg>
      <pc:sldChg chg="addSp delSp modSp del mod modTransition">
        <pc:chgData name="严 伟杰" userId="12717cc107ab2eea" providerId="LiveId" clId="{A3D594BB-B685-44C6-B933-82339E130EDE}" dt="2022-05-11T15:25:16.275" v="573" actId="2696"/>
        <pc:sldMkLst>
          <pc:docMk/>
          <pc:sldMk cId="1530543812" sldId="1097"/>
        </pc:sldMkLst>
        <pc:spChg chg="add mod">
          <ac:chgData name="严 伟杰" userId="12717cc107ab2eea" providerId="LiveId" clId="{A3D594BB-B685-44C6-B933-82339E130EDE}" dt="2022-05-11T12:07:45.814" v="342"/>
          <ac:spMkLst>
            <pc:docMk/>
            <pc:sldMk cId="1530543812" sldId="1097"/>
            <ac:spMk id="7" creationId="{D5C7BD34-B533-4D3D-FE72-BF769A80DF20}"/>
          </ac:spMkLst>
        </pc:spChg>
        <pc:spChg chg="del">
          <ac:chgData name="严 伟杰" userId="12717cc107ab2eea" providerId="LiveId" clId="{A3D594BB-B685-44C6-B933-82339E130EDE}" dt="2022-05-11T12:07:45.577" v="341" actId="478"/>
          <ac:spMkLst>
            <pc:docMk/>
            <pc:sldMk cId="1530543812" sldId="1097"/>
            <ac:spMk id="13" creationId="{76B2AC9E-768D-D45D-3C69-CE3A614D2D15}"/>
          </ac:spMkLst>
        </pc:spChg>
      </pc:sldChg>
      <pc:sldChg chg="modSp mod modTransition modNotesTx">
        <pc:chgData name="严 伟杰" userId="12717cc107ab2eea" providerId="LiveId" clId="{A3D594BB-B685-44C6-B933-82339E130EDE}" dt="2022-05-16T08:27:35.673" v="2869" actId="20577"/>
        <pc:sldMkLst>
          <pc:docMk/>
          <pc:sldMk cId="2226808060" sldId="1098"/>
        </pc:sldMkLst>
        <pc:spChg chg="mod">
          <ac:chgData name="严 伟杰" userId="12717cc107ab2eea" providerId="LiveId" clId="{A3D594BB-B685-44C6-B933-82339E130EDE}" dt="2022-05-11T15:16:25.013" v="400" actId="20577"/>
          <ac:spMkLst>
            <pc:docMk/>
            <pc:sldMk cId="2226808060" sldId="1098"/>
            <ac:spMk id="107" creationId="{E48224B6-624B-F6A3-7D5A-D2F2449E44D2}"/>
          </ac:spMkLst>
        </pc:spChg>
        <pc:spChg chg="mod">
          <ac:chgData name="严 伟杰" userId="12717cc107ab2eea" providerId="LiveId" clId="{A3D594BB-B685-44C6-B933-82339E130EDE}" dt="2022-05-11T15:16:32.792" v="415"/>
          <ac:spMkLst>
            <pc:docMk/>
            <pc:sldMk cId="2226808060" sldId="1098"/>
            <ac:spMk id="110" creationId="{82184B1E-C0D8-DFE3-54AE-CA32C0945D3D}"/>
          </ac:spMkLst>
        </pc:spChg>
      </pc:sldChg>
      <pc:sldChg chg="modSp del mod modTransition">
        <pc:chgData name="严 伟杰" userId="12717cc107ab2eea" providerId="LiveId" clId="{A3D594BB-B685-44C6-B933-82339E130EDE}" dt="2022-05-11T15:36:30.112" v="942" actId="2696"/>
        <pc:sldMkLst>
          <pc:docMk/>
          <pc:sldMk cId="3473725835" sldId="1099"/>
        </pc:sldMkLst>
        <pc:spChg chg="mod">
          <ac:chgData name="严 伟杰" userId="12717cc107ab2eea" providerId="LiveId" clId="{A3D594BB-B685-44C6-B933-82339E130EDE}" dt="2022-05-11T10:41:59.236" v="266" actId="20577"/>
          <ac:spMkLst>
            <pc:docMk/>
            <pc:sldMk cId="3473725835" sldId="1099"/>
            <ac:spMk id="4" creationId="{3159F72D-EE15-DD07-B8B2-D12D8BA45F7D}"/>
          </ac:spMkLst>
        </pc:spChg>
        <pc:spChg chg="mod">
          <ac:chgData name="严 伟杰" userId="12717cc107ab2eea" providerId="LiveId" clId="{A3D594BB-B685-44C6-B933-82339E130EDE}" dt="2022-05-11T15:26:00.940" v="653"/>
          <ac:spMkLst>
            <pc:docMk/>
            <pc:sldMk cId="3473725835" sldId="1099"/>
            <ac:spMk id="13" creationId="{76B2AC9E-768D-D45D-3C69-CE3A614D2D15}"/>
          </ac:spMkLst>
        </pc:spChg>
      </pc:sldChg>
      <pc:sldChg chg="addSp delSp modSp mod modTransition modNotesTx">
        <pc:chgData name="严 伟杰" userId="12717cc107ab2eea" providerId="LiveId" clId="{A3D594BB-B685-44C6-B933-82339E130EDE}" dt="2022-05-16T08:45:54.166" v="3392" actId="20577"/>
        <pc:sldMkLst>
          <pc:docMk/>
          <pc:sldMk cId="169326915" sldId="1100"/>
        </pc:sldMkLst>
        <pc:spChg chg="mod">
          <ac:chgData name="严 伟杰" userId="12717cc107ab2eea" providerId="LiveId" clId="{A3D594BB-B685-44C6-B933-82339E130EDE}" dt="2022-05-13T02:46:42.903" v="1968"/>
          <ac:spMkLst>
            <pc:docMk/>
            <pc:sldMk cId="169326915" sldId="1100"/>
            <ac:spMk id="4" creationId="{3159F72D-EE15-DD07-B8B2-D12D8BA45F7D}"/>
          </ac:spMkLst>
        </pc:spChg>
        <pc:spChg chg="add mod">
          <ac:chgData name="严 伟杰" userId="12717cc107ab2eea" providerId="LiveId" clId="{A3D594BB-B685-44C6-B933-82339E130EDE}" dt="2022-05-12T06:14:26.335" v="1491" actId="1035"/>
          <ac:spMkLst>
            <pc:docMk/>
            <pc:sldMk cId="169326915" sldId="1100"/>
            <ac:spMk id="6" creationId="{A845A1FD-ED0B-1EDB-4C81-09A379840062}"/>
          </ac:spMkLst>
        </pc:spChg>
        <pc:spChg chg="add mod">
          <ac:chgData name="严 伟杰" userId="12717cc107ab2eea" providerId="LiveId" clId="{A3D594BB-B685-44C6-B933-82339E130EDE}" dt="2022-05-11T15:53:44.425" v="1022"/>
          <ac:spMkLst>
            <pc:docMk/>
            <pc:sldMk cId="169326915" sldId="1100"/>
            <ac:spMk id="9" creationId="{BDE09532-06C2-FE1D-36C6-18B462776B98}"/>
          </ac:spMkLst>
        </pc:spChg>
        <pc:spChg chg="del mod">
          <ac:chgData name="严 伟杰" userId="12717cc107ab2eea" providerId="LiveId" clId="{A3D594BB-B685-44C6-B933-82339E130EDE}" dt="2022-05-11T15:52:31.775" v="1012" actId="478"/>
          <ac:spMkLst>
            <pc:docMk/>
            <pc:sldMk cId="169326915" sldId="1100"/>
            <ac:spMk id="13" creationId="{76B2AC9E-768D-D45D-3C69-CE3A614D2D15}"/>
          </ac:spMkLst>
        </pc:spChg>
        <pc:spChg chg="del mod">
          <ac:chgData name="严 伟杰" userId="12717cc107ab2eea" providerId="LiveId" clId="{A3D594BB-B685-44C6-B933-82339E130EDE}" dt="2022-05-11T16:07:17.258" v="1134" actId="478"/>
          <ac:spMkLst>
            <pc:docMk/>
            <pc:sldMk cId="169326915" sldId="1100"/>
            <ac:spMk id="16" creationId="{5F88DCBE-D883-C570-09B5-54862FE81536}"/>
          </ac:spMkLst>
        </pc:spChg>
        <pc:spChg chg="del">
          <ac:chgData name="严 伟杰" userId="12717cc107ab2eea" providerId="LiveId" clId="{A3D594BB-B685-44C6-B933-82339E130EDE}" dt="2022-05-11T16:07:20.224" v="1136" actId="478"/>
          <ac:spMkLst>
            <pc:docMk/>
            <pc:sldMk cId="169326915" sldId="1100"/>
            <ac:spMk id="18" creationId="{01B1FC06-294B-A717-94B3-EEEC37766576}"/>
          </ac:spMkLst>
        </pc:spChg>
        <pc:spChg chg="del">
          <ac:chgData name="严 伟杰" userId="12717cc107ab2eea" providerId="LiveId" clId="{A3D594BB-B685-44C6-B933-82339E130EDE}" dt="2022-05-11T16:07:18.933" v="1135" actId="478"/>
          <ac:spMkLst>
            <pc:docMk/>
            <pc:sldMk cId="169326915" sldId="1100"/>
            <ac:spMk id="20" creationId="{CF994EDF-B865-4F41-23DD-62F99DA4978A}"/>
          </ac:spMkLst>
        </pc:spChg>
        <pc:spChg chg="del">
          <ac:chgData name="严 伟杰" userId="12717cc107ab2eea" providerId="LiveId" clId="{A3D594BB-B685-44C6-B933-82339E130EDE}" dt="2022-05-11T16:07:21.256" v="1137" actId="478"/>
          <ac:spMkLst>
            <pc:docMk/>
            <pc:sldMk cId="169326915" sldId="1100"/>
            <ac:spMk id="21" creationId="{50C45D99-C594-9416-FA07-ACC4FE3F2D9A}"/>
          </ac:spMkLst>
        </pc:spChg>
        <pc:picChg chg="add mod">
          <ac:chgData name="严 伟杰" userId="12717cc107ab2eea" providerId="LiveId" clId="{A3D594BB-B685-44C6-B933-82339E130EDE}" dt="2022-05-11T16:33:48.628" v="1297" actId="14100"/>
          <ac:picMkLst>
            <pc:docMk/>
            <pc:sldMk cId="169326915" sldId="1100"/>
            <ac:picMk id="5" creationId="{0748BD98-E038-3A6F-2F65-0A7656E28D98}"/>
          </ac:picMkLst>
        </pc:picChg>
        <pc:picChg chg="del">
          <ac:chgData name="严 伟杰" userId="12717cc107ab2eea" providerId="LiveId" clId="{A3D594BB-B685-44C6-B933-82339E130EDE}" dt="2022-05-11T15:56:13.805" v="1026" actId="478"/>
          <ac:picMkLst>
            <pc:docMk/>
            <pc:sldMk cId="169326915" sldId="1100"/>
            <ac:picMk id="12" creationId="{B588ABF8-A498-DC12-1A44-280D817D04F8}"/>
          </ac:picMkLst>
        </pc:picChg>
      </pc:sldChg>
      <pc:sldChg chg="del modTransition">
        <pc:chgData name="严 伟杰" userId="12717cc107ab2eea" providerId="LiveId" clId="{A3D594BB-B685-44C6-B933-82339E130EDE}" dt="2022-05-11T15:36:30.112" v="942" actId="2696"/>
        <pc:sldMkLst>
          <pc:docMk/>
          <pc:sldMk cId="1317763701" sldId="1101"/>
        </pc:sldMkLst>
      </pc:sldChg>
      <pc:sldChg chg="modTransition modNotesTx">
        <pc:chgData name="严 伟杰" userId="12717cc107ab2eea" providerId="LiveId" clId="{A3D594BB-B685-44C6-B933-82339E130EDE}" dt="2022-05-16T08:24:50.407" v="2828"/>
        <pc:sldMkLst>
          <pc:docMk/>
          <pc:sldMk cId="723215126" sldId="1104"/>
        </pc:sldMkLst>
      </pc:sldChg>
      <pc:sldChg chg="addSp delSp modSp mod modTransition modAnim modNotesTx">
        <pc:chgData name="严 伟杰" userId="12717cc107ab2eea" providerId="LiveId" clId="{A3D594BB-B685-44C6-B933-82339E130EDE}" dt="2022-05-16T08:32:08.592" v="3002" actId="20577"/>
        <pc:sldMkLst>
          <pc:docMk/>
          <pc:sldMk cId="2855925112" sldId="1105"/>
        </pc:sldMkLst>
        <pc:spChg chg="mod">
          <ac:chgData name="严 伟杰" userId="12717cc107ab2eea" providerId="LiveId" clId="{A3D594BB-B685-44C6-B933-82339E130EDE}" dt="2022-05-12T02:02:12.445" v="1473"/>
          <ac:spMkLst>
            <pc:docMk/>
            <pc:sldMk cId="2855925112" sldId="1105"/>
            <ac:spMk id="4" creationId="{3159F72D-EE15-DD07-B8B2-D12D8BA45F7D}"/>
          </ac:spMkLst>
        </pc:spChg>
        <pc:spChg chg="mod">
          <ac:chgData name="严 伟杰" userId="12717cc107ab2eea" providerId="LiveId" clId="{A3D594BB-B685-44C6-B933-82339E130EDE}" dt="2022-05-11T15:28:13.123" v="726"/>
          <ac:spMkLst>
            <pc:docMk/>
            <pc:sldMk cId="2855925112" sldId="1105"/>
            <ac:spMk id="13" creationId="{76B2AC9E-768D-D45D-3C69-CE3A614D2D15}"/>
          </ac:spMkLst>
        </pc:spChg>
        <pc:spChg chg="add del mod">
          <ac:chgData name="严 伟杰" userId="12717cc107ab2eea" providerId="LiveId" clId="{A3D594BB-B685-44C6-B933-82339E130EDE}" dt="2022-05-11T15:31:04.514" v="761" actId="478"/>
          <ac:spMkLst>
            <pc:docMk/>
            <pc:sldMk cId="2855925112" sldId="1105"/>
            <ac:spMk id="18" creationId="{15073C7C-7F23-3757-38B5-B7105C0E9654}"/>
          </ac:spMkLst>
        </pc:spChg>
        <pc:spChg chg="add mod">
          <ac:chgData name="严 伟杰" userId="12717cc107ab2eea" providerId="LiveId" clId="{A3D594BB-B685-44C6-B933-82339E130EDE}" dt="2022-05-11T15:30:43.025" v="756"/>
          <ac:spMkLst>
            <pc:docMk/>
            <pc:sldMk cId="2855925112" sldId="1105"/>
            <ac:spMk id="19" creationId="{6ABEA619-43A3-1581-082E-9955DD8C0AA0}"/>
          </ac:spMkLst>
        </pc:spChg>
        <pc:spChg chg="add mod">
          <ac:chgData name="严 伟杰" userId="12717cc107ab2eea" providerId="LiveId" clId="{A3D594BB-B685-44C6-B933-82339E130EDE}" dt="2022-05-11T15:32:09.995" v="770" actId="1036"/>
          <ac:spMkLst>
            <pc:docMk/>
            <pc:sldMk cId="2855925112" sldId="1105"/>
            <ac:spMk id="20" creationId="{79651E0D-EE74-4F39-EA13-16AA5864302F}"/>
          </ac:spMkLst>
        </pc:spChg>
        <pc:spChg chg="add del mod">
          <ac:chgData name="严 伟杰" userId="12717cc107ab2eea" providerId="LiveId" clId="{A3D594BB-B685-44C6-B933-82339E130EDE}" dt="2022-05-11T15:31:04.923" v="762" actId="478"/>
          <ac:spMkLst>
            <pc:docMk/>
            <pc:sldMk cId="2855925112" sldId="1105"/>
            <ac:spMk id="34" creationId="{6CB9BD96-6E86-8ACE-77E0-1FB9E3F48D85}"/>
          </ac:spMkLst>
        </pc:spChg>
        <pc:spChg chg="del">
          <ac:chgData name="严 伟杰" userId="12717cc107ab2eea" providerId="LiveId" clId="{A3D594BB-B685-44C6-B933-82339E130EDE}" dt="2022-05-11T15:29:47.335" v="746" actId="478"/>
          <ac:spMkLst>
            <pc:docMk/>
            <pc:sldMk cId="2855925112" sldId="1105"/>
            <ac:spMk id="35" creationId="{EA59D090-0A15-1837-3CA3-1CBA3F7D45FD}"/>
          </ac:spMkLst>
        </pc:spChg>
        <pc:spChg chg="del mod">
          <ac:chgData name="严 伟杰" userId="12717cc107ab2eea" providerId="LiveId" clId="{A3D594BB-B685-44C6-B933-82339E130EDE}" dt="2022-05-11T15:30:47.596" v="757" actId="21"/>
          <ac:spMkLst>
            <pc:docMk/>
            <pc:sldMk cId="2855925112" sldId="1105"/>
            <ac:spMk id="36" creationId="{3DB9A55A-4017-78BA-AE6E-D65F17CEE402}"/>
          </ac:spMkLst>
        </pc:spChg>
        <pc:spChg chg="del mod">
          <ac:chgData name="严 伟杰" userId="12717cc107ab2eea" providerId="LiveId" clId="{A3D594BB-B685-44C6-B933-82339E130EDE}" dt="2022-05-11T15:30:47.596" v="757" actId="21"/>
          <ac:spMkLst>
            <pc:docMk/>
            <pc:sldMk cId="2855925112" sldId="1105"/>
            <ac:spMk id="37" creationId="{BE403773-97D1-8562-A8A9-BE96E31FD6DE}"/>
          </ac:spMkLst>
        </pc:spChg>
      </pc:sldChg>
      <pc:sldChg chg="addSp delSp modSp mod modTransition modNotesTx">
        <pc:chgData name="严 伟杰" userId="12717cc107ab2eea" providerId="LiveId" clId="{A3D594BB-B685-44C6-B933-82339E130EDE}" dt="2022-05-16T08:32:50.281" v="3006" actId="20577"/>
        <pc:sldMkLst>
          <pc:docMk/>
          <pc:sldMk cId="1194784833" sldId="1106"/>
        </pc:sldMkLst>
        <pc:spChg chg="del">
          <ac:chgData name="严 伟杰" userId="12717cc107ab2eea" providerId="LiveId" clId="{A3D594BB-B685-44C6-B933-82339E130EDE}" dt="2022-05-11T15:28:23.896" v="727" actId="478"/>
          <ac:spMkLst>
            <pc:docMk/>
            <pc:sldMk cId="1194784833" sldId="1106"/>
            <ac:spMk id="13" creationId="{76B2AC9E-768D-D45D-3C69-CE3A614D2D15}"/>
          </ac:spMkLst>
        </pc:spChg>
        <pc:spChg chg="add mod">
          <ac:chgData name="严 伟杰" userId="12717cc107ab2eea" providerId="LiveId" clId="{A3D594BB-B685-44C6-B933-82339E130EDE}" dt="2022-05-11T15:28:24.178" v="728"/>
          <ac:spMkLst>
            <pc:docMk/>
            <pc:sldMk cId="1194784833" sldId="1106"/>
            <ac:spMk id="22" creationId="{5B897904-8F04-138F-7CEC-3901CCBD2295}"/>
          </ac:spMkLst>
        </pc:spChg>
        <pc:spChg chg="add mod">
          <ac:chgData name="严 伟杰" userId="12717cc107ab2eea" providerId="LiveId" clId="{A3D594BB-B685-44C6-B933-82339E130EDE}" dt="2022-05-12T01:55:45.355" v="1451" actId="20577"/>
          <ac:spMkLst>
            <pc:docMk/>
            <pc:sldMk cId="1194784833" sldId="1106"/>
            <ac:spMk id="23" creationId="{B5DC9ECD-048F-6E2F-F342-46791C44ACA7}"/>
          </ac:spMkLst>
        </pc:spChg>
      </pc:sldChg>
      <pc:sldChg chg="addSp delSp modSp mod modTransition modNotesTx">
        <pc:chgData name="严 伟杰" userId="12717cc107ab2eea" providerId="LiveId" clId="{A3D594BB-B685-44C6-B933-82339E130EDE}" dt="2022-05-16T08:35:13.496" v="3013" actId="20577"/>
        <pc:sldMkLst>
          <pc:docMk/>
          <pc:sldMk cId="1594768172" sldId="1107"/>
        </pc:sldMkLst>
        <pc:spChg chg="del">
          <ac:chgData name="严 伟杰" userId="12717cc107ab2eea" providerId="LiveId" clId="{A3D594BB-B685-44C6-B933-82339E130EDE}" dt="2022-05-11T15:28:26.854" v="729" actId="478"/>
          <ac:spMkLst>
            <pc:docMk/>
            <pc:sldMk cId="1594768172" sldId="1107"/>
            <ac:spMk id="13" creationId="{76B2AC9E-768D-D45D-3C69-CE3A614D2D15}"/>
          </ac:spMkLst>
        </pc:spChg>
        <pc:spChg chg="add mod">
          <ac:chgData name="严 伟杰" userId="12717cc107ab2eea" providerId="LiveId" clId="{A3D594BB-B685-44C6-B933-82339E130EDE}" dt="2022-05-11T15:28:27.152" v="730"/>
          <ac:spMkLst>
            <pc:docMk/>
            <pc:sldMk cId="1594768172" sldId="1107"/>
            <ac:spMk id="45" creationId="{406AE7D0-8600-CE79-A87A-E0025CCA7A4F}"/>
          </ac:spMkLst>
        </pc:spChg>
      </pc:sldChg>
      <pc:sldChg chg="addSp delSp modSp mod modTransition">
        <pc:chgData name="严 伟杰" userId="12717cc107ab2eea" providerId="LiveId" clId="{A3D594BB-B685-44C6-B933-82339E130EDE}" dt="2022-05-11T15:28:29.980" v="732"/>
        <pc:sldMkLst>
          <pc:docMk/>
          <pc:sldMk cId="1139574469" sldId="1109"/>
        </pc:sldMkLst>
        <pc:spChg chg="del">
          <ac:chgData name="严 伟杰" userId="12717cc107ab2eea" providerId="LiveId" clId="{A3D594BB-B685-44C6-B933-82339E130EDE}" dt="2022-05-11T15:28:29.655" v="731" actId="478"/>
          <ac:spMkLst>
            <pc:docMk/>
            <pc:sldMk cId="1139574469" sldId="1109"/>
            <ac:spMk id="13" creationId="{76B2AC9E-768D-D45D-3C69-CE3A614D2D15}"/>
          </ac:spMkLst>
        </pc:spChg>
        <pc:spChg chg="add mod">
          <ac:chgData name="严 伟杰" userId="12717cc107ab2eea" providerId="LiveId" clId="{A3D594BB-B685-44C6-B933-82339E130EDE}" dt="2022-05-11T15:28:29.980" v="732"/>
          <ac:spMkLst>
            <pc:docMk/>
            <pc:sldMk cId="1139574469" sldId="1109"/>
            <ac:spMk id="51" creationId="{BF8FF846-BD52-2B3C-0B8A-FF1F63F5553F}"/>
          </ac:spMkLst>
        </pc:spChg>
      </pc:sldChg>
      <pc:sldChg chg="addSp delSp modSp add del mod modTransition modAnim">
        <pc:chgData name="严 伟杰" userId="12717cc107ab2eea" providerId="LiveId" clId="{A3D594BB-B685-44C6-B933-82339E130EDE}" dt="2022-05-12T02:00:03.147" v="1463" actId="2696"/>
        <pc:sldMkLst>
          <pc:docMk/>
          <pc:sldMk cId="3947445702" sldId="1110"/>
        </pc:sldMkLst>
        <pc:spChg chg="add mod">
          <ac:chgData name="严 伟杰" userId="12717cc107ab2eea" providerId="LiveId" clId="{A3D594BB-B685-44C6-B933-82339E130EDE}" dt="2022-05-11T15:28:35.341" v="734"/>
          <ac:spMkLst>
            <pc:docMk/>
            <pc:sldMk cId="3947445702" sldId="1110"/>
            <ac:spMk id="5" creationId="{4D1A65DC-268D-18DB-05AD-33FBBFE5378D}"/>
          </ac:spMkLst>
        </pc:spChg>
        <pc:spChg chg="del">
          <ac:chgData name="严 伟杰" userId="12717cc107ab2eea" providerId="LiveId" clId="{A3D594BB-B685-44C6-B933-82339E130EDE}" dt="2022-05-11T15:28:34.901" v="733" actId="478"/>
          <ac:spMkLst>
            <pc:docMk/>
            <pc:sldMk cId="3947445702" sldId="1110"/>
            <ac:spMk id="13" creationId="{76B2AC9E-768D-D45D-3C69-CE3A614D2D15}"/>
          </ac:spMkLst>
        </pc:spChg>
        <pc:picChg chg="add del mod">
          <ac:chgData name="严 伟杰" userId="12717cc107ab2eea" providerId="LiveId" clId="{A3D594BB-B685-44C6-B933-82339E130EDE}" dt="2022-05-11T15:47:31.921" v="978" actId="478"/>
          <ac:picMkLst>
            <pc:docMk/>
            <pc:sldMk cId="3947445702" sldId="1110"/>
            <ac:picMk id="7" creationId="{F373B5A6-9B37-AA6F-B4E0-540AE3E1B4E6}"/>
          </ac:picMkLst>
        </pc:picChg>
      </pc:sldChg>
      <pc:sldChg chg="addSp delSp modSp mod modTransition modNotesTx">
        <pc:chgData name="严 伟杰" userId="12717cc107ab2eea" providerId="LiveId" clId="{A3D594BB-B685-44C6-B933-82339E130EDE}" dt="2022-05-16T08:35:31.462" v="3014"/>
        <pc:sldMkLst>
          <pc:docMk/>
          <pc:sldMk cId="1985159087" sldId="1111"/>
        </pc:sldMkLst>
        <pc:spChg chg="add mod">
          <ac:chgData name="严 伟杰" userId="12717cc107ab2eea" providerId="LiveId" clId="{A3D594BB-B685-44C6-B933-82339E130EDE}" dt="2022-05-11T15:28:37.975" v="736"/>
          <ac:spMkLst>
            <pc:docMk/>
            <pc:sldMk cId="1985159087" sldId="1111"/>
            <ac:spMk id="6" creationId="{201D80CC-F1F4-F038-4813-AB4184ADF8EE}"/>
          </ac:spMkLst>
        </pc:spChg>
        <pc:spChg chg="del">
          <ac:chgData name="严 伟杰" userId="12717cc107ab2eea" providerId="LiveId" clId="{A3D594BB-B685-44C6-B933-82339E130EDE}" dt="2022-05-11T15:28:37.756" v="735" actId="478"/>
          <ac:spMkLst>
            <pc:docMk/>
            <pc:sldMk cId="1985159087" sldId="1111"/>
            <ac:spMk id="13" creationId="{76B2AC9E-768D-D45D-3C69-CE3A614D2D15}"/>
          </ac:spMkLst>
        </pc:spChg>
      </pc:sldChg>
      <pc:sldChg chg="addSp delSp modSp del mod modTransition">
        <pc:chgData name="严 伟杰" userId="12717cc107ab2eea" providerId="LiveId" clId="{A3D594BB-B685-44C6-B933-82339E130EDE}" dt="2022-05-12T02:00:09.037" v="1464" actId="2696"/>
        <pc:sldMkLst>
          <pc:docMk/>
          <pc:sldMk cId="3888968887" sldId="1112"/>
        </pc:sldMkLst>
        <pc:spChg chg="add mod">
          <ac:chgData name="严 伟杰" userId="12717cc107ab2eea" providerId="LiveId" clId="{A3D594BB-B685-44C6-B933-82339E130EDE}" dt="2022-05-11T15:28:40.610" v="738"/>
          <ac:spMkLst>
            <pc:docMk/>
            <pc:sldMk cId="3888968887" sldId="1112"/>
            <ac:spMk id="5" creationId="{BC69A299-2C44-7ED8-D4DD-CC3803633255}"/>
          </ac:spMkLst>
        </pc:spChg>
        <pc:spChg chg="del">
          <ac:chgData name="严 伟杰" userId="12717cc107ab2eea" providerId="LiveId" clId="{A3D594BB-B685-44C6-B933-82339E130EDE}" dt="2022-05-11T15:28:40.390" v="737" actId="478"/>
          <ac:spMkLst>
            <pc:docMk/>
            <pc:sldMk cId="3888968887" sldId="1112"/>
            <ac:spMk id="13" creationId="{76B2AC9E-768D-D45D-3C69-CE3A614D2D15}"/>
          </ac:spMkLst>
        </pc:spChg>
      </pc:sldChg>
      <pc:sldChg chg="addSp delSp modSp del mod modTransition">
        <pc:chgData name="严 伟杰" userId="12717cc107ab2eea" providerId="LiveId" clId="{A3D594BB-B685-44C6-B933-82339E130EDE}" dt="2022-05-12T02:00:09.037" v="1464" actId="2696"/>
        <pc:sldMkLst>
          <pc:docMk/>
          <pc:sldMk cId="1455008196" sldId="1113"/>
        </pc:sldMkLst>
        <pc:spChg chg="add mod">
          <ac:chgData name="严 伟杰" userId="12717cc107ab2eea" providerId="LiveId" clId="{A3D594BB-B685-44C6-B933-82339E130EDE}" dt="2022-05-11T15:28:43.873" v="740"/>
          <ac:spMkLst>
            <pc:docMk/>
            <pc:sldMk cId="1455008196" sldId="1113"/>
            <ac:spMk id="6" creationId="{11DC3172-FE75-F5DE-F549-D0EE511EFD3D}"/>
          </ac:spMkLst>
        </pc:spChg>
        <pc:spChg chg="del">
          <ac:chgData name="严 伟杰" userId="12717cc107ab2eea" providerId="LiveId" clId="{A3D594BB-B685-44C6-B933-82339E130EDE}" dt="2022-05-11T15:28:43.637" v="739" actId="478"/>
          <ac:spMkLst>
            <pc:docMk/>
            <pc:sldMk cId="1455008196" sldId="1113"/>
            <ac:spMk id="13" creationId="{76B2AC9E-768D-D45D-3C69-CE3A614D2D15}"/>
          </ac:spMkLst>
        </pc:spChg>
      </pc:sldChg>
      <pc:sldChg chg="addSp delSp modSp mod modTransition modNotesTx">
        <pc:chgData name="严 伟杰" userId="12717cc107ab2eea" providerId="LiveId" clId="{A3D594BB-B685-44C6-B933-82339E130EDE}" dt="2022-05-16T08:35:59.678" v="3019" actId="20577"/>
        <pc:sldMkLst>
          <pc:docMk/>
          <pc:sldMk cId="1130200216" sldId="1114"/>
        </pc:sldMkLst>
        <pc:spChg chg="del">
          <ac:chgData name="严 伟杰" userId="12717cc107ab2eea" providerId="LiveId" clId="{A3D594BB-B685-44C6-B933-82339E130EDE}" dt="2022-05-11T15:28:47.269" v="741" actId="478"/>
          <ac:spMkLst>
            <pc:docMk/>
            <pc:sldMk cId="1130200216" sldId="1114"/>
            <ac:spMk id="13" creationId="{76B2AC9E-768D-D45D-3C69-CE3A614D2D15}"/>
          </ac:spMkLst>
        </pc:spChg>
        <pc:spChg chg="add mod">
          <ac:chgData name="严 伟杰" userId="12717cc107ab2eea" providerId="LiveId" clId="{A3D594BB-B685-44C6-B933-82339E130EDE}" dt="2022-05-11T15:28:47.525" v="742"/>
          <ac:spMkLst>
            <pc:docMk/>
            <pc:sldMk cId="1130200216" sldId="1114"/>
            <ac:spMk id="26" creationId="{C3F7FF92-E494-A60F-F05F-CB004837AB16}"/>
          </ac:spMkLst>
        </pc:spChg>
      </pc:sldChg>
      <pc:sldChg chg="addSp delSp modSp mod modTransition modNotesTx">
        <pc:chgData name="严 伟杰" userId="12717cc107ab2eea" providerId="LiveId" clId="{A3D594BB-B685-44C6-B933-82339E130EDE}" dt="2022-05-16T08:36:10.899" v="3029" actId="20577"/>
        <pc:sldMkLst>
          <pc:docMk/>
          <pc:sldMk cId="2650009960" sldId="1115"/>
        </pc:sldMkLst>
        <pc:spChg chg="del">
          <ac:chgData name="严 伟杰" userId="12717cc107ab2eea" providerId="LiveId" clId="{A3D594BB-B685-44C6-B933-82339E130EDE}" dt="2022-05-11T15:28:50.929" v="743" actId="478"/>
          <ac:spMkLst>
            <pc:docMk/>
            <pc:sldMk cId="2650009960" sldId="1115"/>
            <ac:spMk id="13" creationId="{76B2AC9E-768D-D45D-3C69-CE3A614D2D15}"/>
          </ac:spMkLst>
        </pc:spChg>
        <pc:spChg chg="add mod">
          <ac:chgData name="严 伟杰" userId="12717cc107ab2eea" providerId="LiveId" clId="{A3D594BB-B685-44C6-B933-82339E130EDE}" dt="2022-05-11T15:28:51.123" v="744"/>
          <ac:spMkLst>
            <pc:docMk/>
            <pc:sldMk cId="2650009960" sldId="1115"/>
            <ac:spMk id="26" creationId="{7B7EE9B0-6776-5988-AA56-0309383C3406}"/>
          </ac:spMkLst>
        </pc:spChg>
      </pc:sldChg>
      <pc:sldChg chg="del modTransition">
        <pc:chgData name="严 伟杰" userId="12717cc107ab2eea" providerId="LiveId" clId="{A3D594BB-B685-44C6-B933-82339E130EDE}" dt="2022-05-11T11:14:30.827" v="280" actId="2696"/>
        <pc:sldMkLst>
          <pc:docMk/>
          <pc:sldMk cId="3069902377" sldId="1116"/>
        </pc:sldMkLst>
      </pc:sldChg>
      <pc:sldChg chg="addSp delSp modSp mod modTransition modNotesTx">
        <pc:chgData name="严 伟杰" userId="12717cc107ab2eea" providerId="LiveId" clId="{A3D594BB-B685-44C6-B933-82339E130EDE}" dt="2022-05-16T09:16:17.403" v="4047" actId="20577"/>
        <pc:sldMkLst>
          <pc:docMk/>
          <pc:sldMk cId="1241745544" sldId="1117"/>
        </pc:sldMkLst>
        <pc:spChg chg="add mod">
          <ac:chgData name="严 伟杰" userId="12717cc107ab2eea" providerId="LiveId" clId="{A3D594BB-B685-44C6-B933-82339E130EDE}" dt="2022-05-11T15:37:44.179" v="970"/>
          <ac:spMkLst>
            <pc:docMk/>
            <pc:sldMk cId="1241745544" sldId="1117"/>
            <ac:spMk id="6" creationId="{98A266B1-4C8A-2795-02E6-331099387536}"/>
          </ac:spMkLst>
        </pc:spChg>
        <pc:spChg chg="mod">
          <ac:chgData name="严 伟杰" userId="12717cc107ab2eea" providerId="LiveId" clId="{A3D594BB-B685-44C6-B933-82339E130EDE}" dt="2022-05-12T06:28:11.830" v="1600" actId="20577"/>
          <ac:spMkLst>
            <pc:docMk/>
            <pc:sldMk cId="1241745544" sldId="1117"/>
            <ac:spMk id="7" creationId="{1E610284-3F4E-A284-4A38-412BD1324ABD}"/>
          </ac:spMkLst>
        </pc:spChg>
        <pc:spChg chg="del">
          <ac:chgData name="严 伟杰" userId="12717cc107ab2eea" providerId="LiveId" clId="{A3D594BB-B685-44C6-B933-82339E130EDE}" dt="2022-05-11T15:37:43.989" v="969" actId="478"/>
          <ac:spMkLst>
            <pc:docMk/>
            <pc:sldMk cId="1241745544" sldId="1117"/>
            <ac:spMk id="13" creationId="{76B2AC9E-768D-D45D-3C69-CE3A614D2D15}"/>
          </ac:spMkLst>
        </pc:spChg>
        <pc:picChg chg="del mod">
          <ac:chgData name="严 伟杰" userId="12717cc107ab2eea" providerId="LiveId" clId="{A3D594BB-B685-44C6-B933-82339E130EDE}" dt="2022-05-12T06:28:18.905" v="1602" actId="478"/>
          <ac:picMkLst>
            <pc:docMk/>
            <pc:sldMk cId="1241745544" sldId="1117"/>
            <ac:picMk id="8" creationId="{3372E028-D059-C98C-1FEF-D63888A579A2}"/>
          </ac:picMkLst>
        </pc:picChg>
        <pc:picChg chg="add del mod">
          <ac:chgData name="严 伟杰" userId="12717cc107ab2eea" providerId="LiveId" clId="{A3D594BB-B685-44C6-B933-82339E130EDE}" dt="2022-05-11T15:51:30.179" v="983"/>
          <ac:picMkLst>
            <pc:docMk/>
            <pc:sldMk cId="1241745544" sldId="1117"/>
            <ac:picMk id="9" creationId="{98471E48-D239-07A9-6FB7-63B549165123}"/>
          </ac:picMkLst>
        </pc:picChg>
        <pc:picChg chg="add mod">
          <ac:chgData name="严 伟杰" userId="12717cc107ab2eea" providerId="LiveId" clId="{A3D594BB-B685-44C6-B933-82339E130EDE}" dt="2022-05-12T06:28:26.686" v="1606" actId="1076"/>
          <ac:picMkLst>
            <pc:docMk/>
            <pc:sldMk cId="1241745544" sldId="1117"/>
            <ac:picMk id="9" creationId="{9FE44C3F-5380-0FFF-1376-8F87D8783A2B}"/>
          </ac:picMkLst>
        </pc:picChg>
      </pc:sldChg>
      <pc:sldChg chg="addSp delSp modSp del mod modTransition">
        <pc:chgData name="严 伟杰" userId="12717cc107ab2eea" providerId="LiveId" clId="{A3D594BB-B685-44C6-B933-82339E130EDE}" dt="2022-05-13T01:40:38.201" v="1794" actId="2696"/>
        <pc:sldMkLst>
          <pc:docMk/>
          <pc:sldMk cId="3015767246" sldId="1118"/>
        </pc:sldMkLst>
        <pc:spChg chg="mod">
          <ac:chgData name="严 伟杰" userId="12717cc107ab2eea" providerId="LiveId" clId="{A3D594BB-B685-44C6-B933-82339E130EDE}" dt="2022-05-12T06:31:29.547" v="1672"/>
          <ac:spMkLst>
            <pc:docMk/>
            <pc:sldMk cId="3015767246" sldId="1118"/>
            <ac:spMk id="7" creationId="{1E610284-3F4E-A284-4A38-412BD1324ABD}"/>
          </ac:spMkLst>
        </pc:spChg>
        <pc:spChg chg="del">
          <ac:chgData name="严 伟杰" userId="12717cc107ab2eea" providerId="LiveId" clId="{A3D594BB-B685-44C6-B933-82339E130EDE}" dt="2022-05-11T15:37:39.592" v="965" actId="478"/>
          <ac:spMkLst>
            <pc:docMk/>
            <pc:sldMk cId="3015767246" sldId="1118"/>
            <ac:spMk id="13" creationId="{76B2AC9E-768D-D45D-3C69-CE3A614D2D15}"/>
          </ac:spMkLst>
        </pc:spChg>
        <pc:spChg chg="add mod">
          <ac:chgData name="严 伟杰" userId="12717cc107ab2eea" providerId="LiveId" clId="{A3D594BB-B685-44C6-B933-82339E130EDE}" dt="2022-05-11T15:37:41.163" v="968" actId="1036"/>
          <ac:spMkLst>
            <pc:docMk/>
            <pc:sldMk cId="3015767246" sldId="1118"/>
            <ac:spMk id="14" creationId="{F3935C48-3375-716D-C20D-359D36EE551F}"/>
          </ac:spMkLst>
        </pc:spChg>
      </pc:sldChg>
      <pc:sldChg chg="addSp delSp modSp del mod modTransition">
        <pc:chgData name="严 伟杰" userId="12717cc107ab2eea" providerId="LiveId" clId="{A3D594BB-B685-44C6-B933-82339E130EDE}" dt="2022-05-13T01:40:41.742" v="1795" actId="2696"/>
        <pc:sldMkLst>
          <pc:docMk/>
          <pc:sldMk cId="836527809" sldId="1119"/>
        </pc:sldMkLst>
        <pc:spChg chg="mod">
          <ac:chgData name="严 伟杰" userId="12717cc107ab2eea" providerId="LiveId" clId="{A3D594BB-B685-44C6-B933-82339E130EDE}" dt="2022-05-12T06:31:13.649" v="1661" actId="20577"/>
          <ac:spMkLst>
            <pc:docMk/>
            <pc:sldMk cId="836527809" sldId="1119"/>
            <ac:spMk id="7" creationId="{1E610284-3F4E-A284-4A38-412BD1324ABD}"/>
          </ac:spMkLst>
        </pc:spChg>
        <pc:spChg chg="del">
          <ac:chgData name="严 伟杰" userId="12717cc107ab2eea" providerId="LiveId" clId="{A3D594BB-B685-44C6-B933-82339E130EDE}" dt="2022-05-11T15:37:12.864" v="945" actId="478"/>
          <ac:spMkLst>
            <pc:docMk/>
            <pc:sldMk cId="836527809" sldId="1119"/>
            <ac:spMk id="13" creationId="{76B2AC9E-768D-D45D-3C69-CE3A614D2D15}"/>
          </ac:spMkLst>
        </pc:spChg>
        <pc:spChg chg="add del mod">
          <ac:chgData name="严 伟杰" userId="12717cc107ab2eea" providerId="LiveId" clId="{A3D594BB-B685-44C6-B933-82339E130EDE}" dt="2022-05-11T15:37:11.735" v="944"/>
          <ac:spMkLst>
            <pc:docMk/>
            <pc:sldMk cId="836527809" sldId="1119"/>
            <ac:spMk id="15" creationId="{34779FCD-455A-F277-7A62-6CF08CE31BE0}"/>
          </ac:spMkLst>
        </pc:spChg>
        <pc:spChg chg="add mod">
          <ac:chgData name="严 伟杰" userId="12717cc107ab2eea" providerId="LiveId" clId="{A3D594BB-B685-44C6-B933-82339E130EDE}" dt="2022-05-11T15:37:25.306" v="964"/>
          <ac:spMkLst>
            <pc:docMk/>
            <pc:sldMk cId="836527809" sldId="1119"/>
            <ac:spMk id="16" creationId="{0F2B5554-1F5C-B658-C4AE-E84C2A51DF2F}"/>
          </ac:spMkLst>
        </pc:spChg>
      </pc:sldChg>
      <pc:sldChg chg="addSp delSp modSp del mod modTransition">
        <pc:chgData name="严 伟杰" userId="12717cc107ab2eea" providerId="LiveId" clId="{A3D594BB-B685-44C6-B933-82339E130EDE}" dt="2022-05-12T06:28:34.245" v="1607" actId="2696"/>
        <pc:sldMkLst>
          <pc:docMk/>
          <pc:sldMk cId="446848920" sldId="1120"/>
        </pc:sldMkLst>
        <pc:spChg chg="add mod">
          <ac:chgData name="严 伟杰" userId="12717cc107ab2eea" providerId="LiveId" clId="{A3D594BB-B685-44C6-B933-82339E130EDE}" dt="2022-05-11T15:37:47.838" v="972"/>
          <ac:spMkLst>
            <pc:docMk/>
            <pc:sldMk cId="446848920" sldId="1120"/>
            <ac:spMk id="6" creationId="{3BFF9991-C555-1232-36B5-ECC801E5489A}"/>
          </ac:spMkLst>
        </pc:spChg>
        <pc:spChg chg="del">
          <ac:chgData name="严 伟杰" userId="12717cc107ab2eea" providerId="LiveId" clId="{A3D594BB-B685-44C6-B933-82339E130EDE}" dt="2022-05-11T15:37:47.537" v="971" actId="478"/>
          <ac:spMkLst>
            <pc:docMk/>
            <pc:sldMk cId="446848920" sldId="1120"/>
            <ac:spMk id="13" creationId="{76B2AC9E-768D-D45D-3C69-CE3A614D2D15}"/>
          </ac:spMkLst>
        </pc:spChg>
        <pc:picChg chg="del">
          <ac:chgData name="严 伟杰" userId="12717cc107ab2eea" providerId="LiveId" clId="{A3D594BB-B685-44C6-B933-82339E130EDE}" dt="2022-05-11T09:00:37.061" v="18" actId="478"/>
          <ac:picMkLst>
            <pc:docMk/>
            <pc:sldMk cId="446848920" sldId="1120"/>
            <ac:picMk id="4" creationId="{28AA6D6B-AFAD-8D39-865F-2331C82C9B1C}"/>
          </ac:picMkLst>
        </pc:picChg>
        <pc:picChg chg="add mod">
          <ac:chgData name="严 伟杰" userId="12717cc107ab2eea" providerId="LiveId" clId="{A3D594BB-B685-44C6-B933-82339E130EDE}" dt="2022-05-11T15:51:18.163" v="981" actId="1076"/>
          <ac:picMkLst>
            <pc:docMk/>
            <pc:sldMk cId="446848920" sldId="1120"/>
            <ac:picMk id="5" creationId="{27557576-6708-1C86-77EF-5DE85A5DA7AB}"/>
          </ac:picMkLst>
        </pc:picChg>
      </pc:sldChg>
      <pc:sldChg chg="modSp del mod modTransition">
        <pc:chgData name="严 伟杰" userId="12717cc107ab2eea" providerId="LiveId" clId="{A3D594BB-B685-44C6-B933-82339E130EDE}" dt="2022-05-11T16:39:09.034" v="1350" actId="2696"/>
        <pc:sldMkLst>
          <pc:docMk/>
          <pc:sldMk cId="1690146467" sldId="1121"/>
        </pc:sldMkLst>
        <pc:spChg chg="mod">
          <ac:chgData name="严 伟杰" userId="12717cc107ab2eea" providerId="LiveId" clId="{A3D594BB-B685-44C6-B933-82339E130EDE}" dt="2022-05-11T10:51:30.524" v="274" actId="20577"/>
          <ac:spMkLst>
            <pc:docMk/>
            <pc:sldMk cId="1690146467" sldId="1121"/>
            <ac:spMk id="4" creationId="{3159F72D-EE15-DD07-B8B2-D12D8BA45F7D}"/>
          </ac:spMkLst>
        </pc:spChg>
        <pc:picChg chg="mod">
          <ac:chgData name="严 伟杰" userId="12717cc107ab2eea" providerId="LiveId" clId="{A3D594BB-B685-44C6-B933-82339E130EDE}" dt="2022-05-11T10:51:35.056" v="276" actId="1035"/>
          <ac:picMkLst>
            <pc:docMk/>
            <pc:sldMk cId="1690146467" sldId="1121"/>
            <ac:picMk id="3" creationId="{2F4896D8-E29F-CA35-FD43-A883F004E9DA}"/>
          </ac:picMkLst>
        </pc:picChg>
      </pc:sldChg>
      <pc:sldChg chg="del modTransition">
        <pc:chgData name="严 伟杰" userId="12717cc107ab2eea" providerId="LiveId" clId="{A3D594BB-B685-44C6-B933-82339E130EDE}" dt="2022-05-11T16:39:06.141" v="1349" actId="2696"/>
        <pc:sldMkLst>
          <pc:docMk/>
          <pc:sldMk cId="2695623095" sldId="1122"/>
        </pc:sldMkLst>
      </pc:sldChg>
      <pc:sldChg chg="modSp del mod modTransition">
        <pc:chgData name="严 伟杰" userId="12717cc107ab2eea" providerId="LiveId" clId="{A3D594BB-B685-44C6-B933-82339E130EDE}" dt="2022-05-11T16:40:32.444" v="1383" actId="2696"/>
        <pc:sldMkLst>
          <pc:docMk/>
          <pc:sldMk cId="1673757292" sldId="1123"/>
        </pc:sldMkLst>
        <pc:spChg chg="mod">
          <ac:chgData name="严 伟杰" userId="12717cc107ab2eea" providerId="LiveId" clId="{A3D594BB-B685-44C6-B933-82339E130EDE}" dt="2022-05-11T16:40:16.834" v="1382"/>
          <ac:spMkLst>
            <pc:docMk/>
            <pc:sldMk cId="1673757292" sldId="1123"/>
            <ac:spMk id="4" creationId="{3159F72D-EE15-DD07-B8B2-D12D8BA45F7D}"/>
          </ac:spMkLst>
        </pc:spChg>
        <pc:spChg chg="mod">
          <ac:chgData name="严 伟杰" userId="12717cc107ab2eea" providerId="LiveId" clId="{A3D594BB-B685-44C6-B933-82339E130EDE}" dt="2022-05-11T16:40:02.614" v="1364" actId="20577"/>
          <ac:spMkLst>
            <pc:docMk/>
            <pc:sldMk cId="1673757292" sldId="1123"/>
            <ac:spMk id="13" creationId="{76B2AC9E-768D-D45D-3C69-CE3A614D2D15}"/>
          </ac:spMkLst>
        </pc:spChg>
      </pc:sldChg>
      <pc:sldChg chg="modSp mod modTransition modNotesTx">
        <pc:chgData name="严 伟杰" userId="12717cc107ab2eea" providerId="LiveId" clId="{A3D594BB-B685-44C6-B933-82339E130EDE}" dt="2022-05-16T09:17:34.070" v="4056" actId="20577"/>
        <pc:sldMkLst>
          <pc:docMk/>
          <pc:sldMk cId="4217446088" sldId="1124"/>
        </pc:sldMkLst>
        <pc:spChg chg="mod">
          <ac:chgData name="严 伟杰" userId="12717cc107ab2eea" providerId="LiveId" clId="{A3D594BB-B685-44C6-B933-82339E130EDE}" dt="2022-05-16T09:17:34.070" v="4056" actId="20577"/>
          <ac:spMkLst>
            <pc:docMk/>
            <pc:sldMk cId="4217446088" sldId="1124"/>
            <ac:spMk id="10" creationId="{EB464FC1-4B97-FDFA-8705-CA93E7FAA425}"/>
          </ac:spMkLst>
        </pc:spChg>
        <pc:spChg chg="mod">
          <ac:chgData name="严 伟杰" userId="12717cc107ab2eea" providerId="LiveId" clId="{A3D594BB-B685-44C6-B933-82339E130EDE}" dt="2022-05-11T16:41:01.320" v="1419"/>
          <ac:spMkLst>
            <pc:docMk/>
            <pc:sldMk cId="4217446088" sldId="1124"/>
            <ac:spMk id="13" creationId="{76B2AC9E-768D-D45D-3C69-CE3A614D2D15}"/>
          </ac:spMkLst>
        </pc:spChg>
      </pc:sldChg>
      <pc:sldChg chg="addSp delSp modSp mod modTransition modNotesTx">
        <pc:chgData name="严 伟杰" userId="12717cc107ab2eea" providerId="LiveId" clId="{A3D594BB-B685-44C6-B933-82339E130EDE}" dt="2022-05-16T08:50:41.624" v="3541" actId="20577"/>
        <pc:sldMkLst>
          <pc:docMk/>
          <pc:sldMk cId="2133621437" sldId="1125"/>
        </pc:sldMkLst>
        <pc:spChg chg="add mod">
          <ac:chgData name="严 伟杰" userId="12717cc107ab2eea" providerId="LiveId" clId="{A3D594BB-B685-44C6-B933-82339E130EDE}" dt="2022-05-11T16:41:15.090" v="1421"/>
          <ac:spMkLst>
            <pc:docMk/>
            <pc:sldMk cId="2133621437" sldId="1125"/>
            <ac:spMk id="6" creationId="{2063567C-63B4-B14B-0868-3D0B0EF0FE2F}"/>
          </ac:spMkLst>
        </pc:spChg>
        <pc:spChg chg="mod">
          <ac:chgData name="严 伟杰" userId="12717cc107ab2eea" providerId="LiveId" clId="{A3D594BB-B685-44C6-B933-82339E130EDE}" dt="2022-05-13T07:35:08.734" v="2035"/>
          <ac:spMkLst>
            <pc:docMk/>
            <pc:sldMk cId="2133621437" sldId="1125"/>
            <ac:spMk id="7" creationId="{2B96CF63-AADD-81A4-70D7-A27A127ABF88}"/>
          </ac:spMkLst>
        </pc:spChg>
        <pc:spChg chg="del">
          <ac:chgData name="严 伟杰" userId="12717cc107ab2eea" providerId="LiveId" clId="{A3D594BB-B685-44C6-B933-82339E130EDE}" dt="2022-05-11T16:41:14.811" v="1420" actId="478"/>
          <ac:spMkLst>
            <pc:docMk/>
            <pc:sldMk cId="2133621437" sldId="1125"/>
            <ac:spMk id="13" creationId="{76B2AC9E-768D-D45D-3C69-CE3A614D2D15}"/>
          </ac:spMkLst>
        </pc:spChg>
      </pc:sldChg>
      <pc:sldChg chg="addSp delSp modSp mod modTransition modNotesTx">
        <pc:chgData name="严 伟杰" userId="12717cc107ab2eea" providerId="LiveId" clId="{A3D594BB-B685-44C6-B933-82339E130EDE}" dt="2022-05-16T08:51:15.449" v="3558" actId="20577"/>
        <pc:sldMkLst>
          <pc:docMk/>
          <pc:sldMk cId="1561199204" sldId="1126"/>
        </pc:sldMkLst>
        <pc:spChg chg="add mod">
          <ac:chgData name="严 伟杰" userId="12717cc107ab2eea" providerId="LiveId" clId="{A3D594BB-B685-44C6-B933-82339E130EDE}" dt="2022-05-11T16:41:19.479" v="1423"/>
          <ac:spMkLst>
            <pc:docMk/>
            <pc:sldMk cId="1561199204" sldId="1126"/>
            <ac:spMk id="5" creationId="{54A45BBC-6C66-071E-562D-7FE218ADF87E}"/>
          </ac:spMkLst>
        </pc:spChg>
        <pc:spChg chg="del">
          <ac:chgData name="严 伟杰" userId="12717cc107ab2eea" providerId="LiveId" clId="{A3D594BB-B685-44C6-B933-82339E130EDE}" dt="2022-05-11T16:41:19.198" v="1422" actId="478"/>
          <ac:spMkLst>
            <pc:docMk/>
            <pc:sldMk cId="1561199204" sldId="1126"/>
            <ac:spMk id="13" creationId="{76B2AC9E-768D-D45D-3C69-CE3A614D2D15}"/>
          </ac:spMkLst>
        </pc:spChg>
      </pc:sldChg>
      <pc:sldChg chg="addSp delSp modSp mod modTransition modNotesTx">
        <pc:chgData name="严 伟杰" userId="12717cc107ab2eea" providerId="LiveId" clId="{A3D594BB-B685-44C6-B933-82339E130EDE}" dt="2022-05-16T08:52:05.941" v="3589" actId="20577"/>
        <pc:sldMkLst>
          <pc:docMk/>
          <pc:sldMk cId="3787541863" sldId="1127"/>
        </pc:sldMkLst>
        <pc:spChg chg="add mod">
          <ac:chgData name="严 伟杰" userId="12717cc107ab2eea" providerId="LiveId" clId="{A3D594BB-B685-44C6-B933-82339E130EDE}" dt="2022-05-11T16:41:45.115" v="1425"/>
          <ac:spMkLst>
            <pc:docMk/>
            <pc:sldMk cId="3787541863" sldId="1127"/>
            <ac:spMk id="6" creationId="{BBE31ABA-D871-3268-C524-70EC25BEF8A5}"/>
          </ac:spMkLst>
        </pc:spChg>
        <pc:spChg chg="del">
          <ac:chgData name="严 伟杰" userId="12717cc107ab2eea" providerId="LiveId" clId="{A3D594BB-B685-44C6-B933-82339E130EDE}" dt="2022-05-11T16:41:44.021" v="1424" actId="478"/>
          <ac:spMkLst>
            <pc:docMk/>
            <pc:sldMk cId="3787541863" sldId="1127"/>
            <ac:spMk id="13" creationId="{76B2AC9E-768D-D45D-3C69-CE3A614D2D15}"/>
          </ac:spMkLst>
        </pc:spChg>
      </pc:sldChg>
      <pc:sldChg chg="addSp delSp modSp mod modTransition modNotesTx">
        <pc:chgData name="严 伟杰" userId="12717cc107ab2eea" providerId="LiveId" clId="{A3D594BB-B685-44C6-B933-82339E130EDE}" dt="2022-05-16T08:53:45.932" v="3653" actId="20577"/>
        <pc:sldMkLst>
          <pc:docMk/>
          <pc:sldMk cId="1335840702" sldId="1128"/>
        </pc:sldMkLst>
        <pc:spChg chg="add mod">
          <ac:chgData name="严 伟杰" userId="12717cc107ab2eea" providerId="LiveId" clId="{A3D594BB-B685-44C6-B933-82339E130EDE}" dt="2022-05-11T16:41:52.271" v="1427"/>
          <ac:spMkLst>
            <pc:docMk/>
            <pc:sldMk cId="1335840702" sldId="1128"/>
            <ac:spMk id="5" creationId="{5E27D10C-72D1-A20D-3635-3E4B7CC07E30}"/>
          </ac:spMkLst>
        </pc:spChg>
        <pc:spChg chg="del">
          <ac:chgData name="严 伟杰" userId="12717cc107ab2eea" providerId="LiveId" clId="{A3D594BB-B685-44C6-B933-82339E130EDE}" dt="2022-05-11T16:41:51.959" v="1426" actId="478"/>
          <ac:spMkLst>
            <pc:docMk/>
            <pc:sldMk cId="1335840702" sldId="1128"/>
            <ac:spMk id="13" creationId="{76B2AC9E-768D-D45D-3C69-CE3A614D2D15}"/>
          </ac:spMkLst>
        </pc:spChg>
        <pc:picChg chg="mod">
          <ac:chgData name="严 伟杰" userId="12717cc107ab2eea" providerId="LiveId" clId="{A3D594BB-B685-44C6-B933-82339E130EDE}" dt="2022-05-16T08:52:24.434" v="3592" actId="14100"/>
          <ac:picMkLst>
            <pc:docMk/>
            <pc:sldMk cId="1335840702" sldId="1128"/>
            <ac:picMk id="3" creationId="{4FC9890F-78C5-31E0-9473-1D6126D50CCA}"/>
          </ac:picMkLst>
        </pc:picChg>
      </pc:sldChg>
      <pc:sldChg chg="addSp delSp modSp mod modTransition modNotesTx">
        <pc:chgData name="严 伟杰" userId="12717cc107ab2eea" providerId="LiveId" clId="{A3D594BB-B685-44C6-B933-82339E130EDE}" dt="2022-05-16T09:18:50.187" v="4060" actId="20577"/>
        <pc:sldMkLst>
          <pc:docMk/>
          <pc:sldMk cId="3039177821" sldId="1129"/>
        </pc:sldMkLst>
        <pc:spChg chg="mod">
          <ac:chgData name="严 伟杰" userId="12717cc107ab2eea" providerId="LiveId" clId="{A3D594BB-B685-44C6-B933-82339E130EDE}" dt="2022-05-12T01:56:45.947" v="1460" actId="20577"/>
          <ac:spMkLst>
            <pc:docMk/>
            <pc:sldMk cId="3039177821" sldId="1129"/>
            <ac:spMk id="4" creationId="{3159F72D-EE15-DD07-B8B2-D12D8BA45F7D}"/>
          </ac:spMkLst>
        </pc:spChg>
        <pc:spChg chg="add mod">
          <ac:chgData name="严 伟杰" userId="12717cc107ab2eea" providerId="LiveId" clId="{A3D594BB-B685-44C6-B933-82339E130EDE}" dt="2022-05-11T16:42:20.633" v="1442"/>
          <ac:spMkLst>
            <pc:docMk/>
            <pc:sldMk cId="3039177821" sldId="1129"/>
            <ac:spMk id="5" creationId="{58C7CE23-658C-112E-EF24-6F2E5CB8F64E}"/>
          </ac:spMkLst>
        </pc:spChg>
        <pc:spChg chg="del">
          <ac:chgData name="严 伟杰" userId="12717cc107ab2eea" providerId="LiveId" clId="{A3D594BB-B685-44C6-B933-82339E130EDE}" dt="2022-05-11T16:41:59.580" v="1428" actId="478"/>
          <ac:spMkLst>
            <pc:docMk/>
            <pc:sldMk cId="3039177821" sldId="1129"/>
            <ac:spMk id="13" creationId="{76B2AC9E-768D-D45D-3C69-CE3A614D2D15}"/>
          </ac:spMkLst>
        </pc:spChg>
      </pc:sldChg>
      <pc:sldChg chg="addSp delSp modSp mod modTransition modNotesTx">
        <pc:chgData name="严 伟杰" userId="12717cc107ab2eea" providerId="LiveId" clId="{A3D594BB-B685-44C6-B933-82339E130EDE}" dt="2022-05-16T08:55:08.532" v="3690"/>
        <pc:sldMkLst>
          <pc:docMk/>
          <pc:sldMk cId="3007753279" sldId="1130"/>
        </pc:sldMkLst>
        <pc:spChg chg="add del mod">
          <ac:chgData name="严 伟杰" userId="12717cc107ab2eea" providerId="LiveId" clId="{A3D594BB-B685-44C6-B933-82339E130EDE}" dt="2022-05-11T16:42:25.711" v="1443" actId="478"/>
          <ac:spMkLst>
            <pc:docMk/>
            <pc:sldMk cId="3007753279" sldId="1130"/>
            <ac:spMk id="5" creationId="{A0B0B683-D065-0921-A836-D1453B413106}"/>
          </ac:spMkLst>
        </pc:spChg>
        <pc:spChg chg="add mod">
          <ac:chgData name="严 伟杰" userId="12717cc107ab2eea" providerId="LiveId" clId="{A3D594BB-B685-44C6-B933-82339E130EDE}" dt="2022-05-11T16:42:25.922" v="1444"/>
          <ac:spMkLst>
            <pc:docMk/>
            <pc:sldMk cId="3007753279" sldId="1130"/>
            <ac:spMk id="6" creationId="{A5AD6F2C-BE52-F97A-0B11-7FF50A5CB9E1}"/>
          </ac:spMkLst>
        </pc:spChg>
        <pc:spChg chg="del">
          <ac:chgData name="严 伟杰" userId="12717cc107ab2eea" providerId="LiveId" clId="{A3D594BB-B685-44C6-B933-82339E130EDE}" dt="2022-05-11T16:42:04.778" v="1430" actId="478"/>
          <ac:spMkLst>
            <pc:docMk/>
            <pc:sldMk cId="3007753279" sldId="1130"/>
            <ac:spMk id="13" creationId="{76B2AC9E-768D-D45D-3C69-CE3A614D2D15}"/>
          </ac:spMkLst>
        </pc:spChg>
      </pc:sldChg>
      <pc:sldChg chg="addSp delSp modSp mod modTransition modNotesTx">
        <pc:chgData name="严 伟杰" userId="12717cc107ab2eea" providerId="LiveId" clId="{A3D594BB-B685-44C6-B933-82339E130EDE}" dt="2022-05-16T08:56:24.959" v="3740" actId="20577"/>
        <pc:sldMkLst>
          <pc:docMk/>
          <pc:sldMk cId="367855577" sldId="1131"/>
        </pc:sldMkLst>
        <pc:spChg chg="add mod">
          <ac:chgData name="严 伟杰" userId="12717cc107ab2eea" providerId="LiveId" clId="{A3D594BB-B685-44C6-B933-82339E130EDE}" dt="2022-05-11T16:42:40.946" v="1446"/>
          <ac:spMkLst>
            <pc:docMk/>
            <pc:sldMk cId="367855577" sldId="1131"/>
            <ac:spMk id="8" creationId="{4A22A1DA-4DF5-E0A5-6544-E968F720CFFA}"/>
          </ac:spMkLst>
        </pc:spChg>
        <pc:spChg chg="del">
          <ac:chgData name="严 伟杰" userId="12717cc107ab2eea" providerId="LiveId" clId="{A3D594BB-B685-44C6-B933-82339E130EDE}" dt="2022-05-11T16:42:40.661" v="1445" actId="478"/>
          <ac:spMkLst>
            <pc:docMk/>
            <pc:sldMk cId="367855577" sldId="1131"/>
            <ac:spMk id="13" creationId="{76B2AC9E-768D-D45D-3C69-CE3A614D2D15}"/>
          </ac:spMkLst>
        </pc:spChg>
      </pc:sldChg>
      <pc:sldChg chg="addSp delSp modSp mod modTransition modNotesTx">
        <pc:chgData name="严 伟杰" userId="12717cc107ab2eea" providerId="LiveId" clId="{A3D594BB-B685-44C6-B933-82339E130EDE}" dt="2022-05-16T08:56:05.555" v="3714"/>
        <pc:sldMkLst>
          <pc:docMk/>
          <pc:sldMk cId="2294285109" sldId="1132"/>
        </pc:sldMkLst>
        <pc:spChg chg="add mod">
          <ac:chgData name="严 伟杰" userId="12717cc107ab2eea" providerId="LiveId" clId="{A3D594BB-B685-44C6-B933-82339E130EDE}" dt="2022-05-11T16:42:43.654" v="1448"/>
          <ac:spMkLst>
            <pc:docMk/>
            <pc:sldMk cId="2294285109" sldId="1132"/>
            <ac:spMk id="9" creationId="{269E32C8-59B1-F46E-2BB0-265EF3A946C4}"/>
          </ac:spMkLst>
        </pc:spChg>
        <pc:spChg chg="del">
          <ac:chgData name="严 伟杰" userId="12717cc107ab2eea" providerId="LiveId" clId="{A3D594BB-B685-44C6-B933-82339E130EDE}" dt="2022-05-11T16:42:43.451" v="1447" actId="478"/>
          <ac:spMkLst>
            <pc:docMk/>
            <pc:sldMk cId="2294285109" sldId="1132"/>
            <ac:spMk id="13" creationId="{76B2AC9E-768D-D45D-3C69-CE3A614D2D15}"/>
          </ac:spMkLst>
        </pc:spChg>
      </pc:sldChg>
      <pc:sldChg chg="addSp delSp modSp mod modTransition">
        <pc:chgData name="严 伟杰" userId="12717cc107ab2eea" providerId="LiveId" clId="{A3D594BB-B685-44C6-B933-82339E130EDE}" dt="2022-05-11T16:42:47.125" v="1450"/>
        <pc:sldMkLst>
          <pc:docMk/>
          <pc:sldMk cId="1315814116" sldId="1133"/>
        </pc:sldMkLst>
        <pc:spChg chg="add mod">
          <ac:chgData name="严 伟杰" userId="12717cc107ab2eea" providerId="LiveId" clId="{A3D594BB-B685-44C6-B933-82339E130EDE}" dt="2022-05-11T16:42:47.125" v="1450"/>
          <ac:spMkLst>
            <pc:docMk/>
            <pc:sldMk cId="1315814116" sldId="1133"/>
            <ac:spMk id="8" creationId="{715D90C3-4445-8A7A-895B-07223FD8AABE}"/>
          </ac:spMkLst>
        </pc:spChg>
        <pc:spChg chg="del">
          <ac:chgData name="严 伟杰" userId="12717cc107ab2eea" providerId="LiveId" clId="{A3D594BB-B685-44C6-B933-82339E130EDE}" dt="2022-05-11T16:42:46.908" v="1449" actId="478"/>
          <ac:spMkLst>
            <pc:docMk/>
            <pc:sldMk cId="1315814116" sldId="1133"/>
            <ac:spMk id="13" creationId="{76B2AC9E-768D-D45D-3C69-CE3A614D2D15}"/>
          </ac:spMkLst>
        </pc:spChg>
      </pc:sldChg>
      <pc:sldChg chg="modTransition modNotesTx">
        <pc:chgData name="严 伟杰" userId="12717cc107ab2eea" providerId="LiveId" clId="{A3D594BB-B685-44C6-B933-82339E130EDE}" dt="2022-05-16T08:56:46.034" v="3741"/>
        <pc:sldMkLst>
          <pc:docMk/>
          <pc:sldMk cId="4273156656" sldId="1134"/>
        </pc:sldMkLst>
      </pc:sldChg>
      <pc:sldChg chg="del">
        <pc:chgData name="严 伟杰" userId="12717cc107ab2eea" providerId="LiveId" clId="{A3D594BB-B685-44C6-B933-82339E130EDE}" dt="2022-05-11T08:43:05.377" v="14" actId="2696"/>
        <pc:sldMkLst>
          <pc:docMk/>
          <pc:sldMk cId="1181159955" sldId="1135"/>
        </pc:sldMkLst>
      </pc:sldChg>
      <pc:sldChg chg="modSp mod modTransition modNotesTx">
        <pc:chgData name="严 伟杰" userId="12717cc107ab2eea" providerId="LiveId" clId="{A3D594BB-B685-44C6-B933-82339E130EDE}" dt="2022-05-16T08:57:15.657" v="3793" actId="20577"/>
        <pc:sldMkLst>
          <pc:docMk/>
          <pc:sldMk cId="1144626951" sldId="1136"/>
        </pc:sldMkLst>
        <pc:spChg chg="mod">
          <ac:chgData name="严 伟杰" userId="12717cc107ab2eea" providerId="LiveId" clId="{A3D594BB-B685-44C6-B933-82339E130EDE}" dt="2022-05-14T07:38:15.250" v="2564" actId="20577"/>
          <ac:spMkLst>
            <pc:docMk/>
            <pc:sldMk cId="1144626951" sldId="1136"/>
            <ac:spMk id="5" creationId="{CDD681D6-0783-E7C6-9EBB-BAB0A5A57165}"/>
          </ac:spMkLst>
        </pc:spChg>
        <pc:graphicFrameChg chg="modGraphic">
          <ac:chgData name="严 伟杰" userId="12717cc107ab2eea" providerId="LiveId" clId="{A3D594BB-B685-44C6-B933-82339E130EDE}" dt="2022-05-14T07:33:57.502" v="2424" actId="14100"/>
          <ac:graphicFrameMkLst>
            <pc:docMk/>
            <pc:sldMk cId="1144626951" sldId="1136"/>
            <ac:graphicFrameMk id="2" creationId="{267CDA75-E31C-1388-4AC5-1D9F4F41AB93}"/>
          </ac:graphicFrameMkLst>
        </pc:graphicFrameChg>
      </pc:sldChg>
      <pc:sldChg chg="addSp delSp modSp mod modTransition modAnim modNotesTx">
        <pc:chgData name="严 伟杰" userId="12717cc107ab2eea" providerId="LiveId" clId="{A3D594BB-B685-44C6-B933-82339E130EDE}" dt="2022-05-16T09:21:58.442" v="4114" actId="20577"/>
        <pc:sldMkLst>
          <pc:docMk/>
          <pc:sldMk cId="4024457453" sldId="1137"/>
        </pc:sldMkLst>
        <pc:spChg chg="del">
          <ac:chgData name="严 伟杰" userId="12717cc107ab2eea" providerId="LiveId" clId="{A3D594BB-B685-44C6-B933-82339E130EDE}" dt="2022-05-12T06:19:33.955" v="1508" actId="478"/>
          <ac:spMkLst>
            <pc:docMk/>
            <pc:sldMk cId="4024457453" sldId="1137"/>
            <ac:spMk id="8" creationId="{CFCEAD94-DB6F-B612-7755-2BD7A73FCC83}"/>
          </ac:spMkLst>
        </pc:spChg>
        <pc:spChg chg="add mod">
          <ac:chgData name="严 伟杰" userId="12717cc107ab2eea" providerId="LiveId" clId="{A3D594BB-B685-44C6-B933-82339E130EDE}" dt="2022-05-12T06:24:20.277" v="1595" actId="1076"/>
          <ac:spMkLst>
            <pc:docMk/>
            <pc:sldMk cId="4024457453" sldId="1137"/>
            <ac:spMk id="11" creationId="{7024A831-4499-B7DD-0291-66FE7ED53A11}"/>
          </ac:spMkLst>
        </pc:spChg>
        <pc:spChg chg="mod">
          <ac:chgData name="严 伟杰" userId="12717cc107ab2eea" providerId="LiveId" clId="{A3D594BB-B685-44C6-B933-82339E130EDE}" dt="2022-05-12T06:20:45.596" v="1538"/>
          <ac:spMkLst>
            <pc:docMk/>
            <pc:sldMk cId="4024457453" sldId="1137"/>
            <ac:spMk id="25" creationId="{692FD994-D773-D784-02DF-757CFA3B0CCA}"/>
          </ac:spMkLst>
        </pc:spChg>
        <pc:picChg chg="mod">
          <ac:chgData name="严 伟杰" userId="12717cc107ab2eea" providerId="LiveId" clId="{A3D594BB-B685-44C6-B933-82339E130EDE}" dt="2022-05-14T07:20:13.338" v="2143" actId="1037"/>
          <ac:picMkLst>
            <pc:docMk/>
            <pc:sldMk cId="4024457453" sldId="1137"/>
            <ac:picMk id="6" creationId="{C40969FB-9268-1433-42AF-835FBC685AE3}"/>
          </ac:picMkLst>
        </pc:picChg>
        <pc:picChg chg="mod">
          <ac:chgData name="严 伟杰" userId="12717cc107ab2eea" providerId="LiveId" clId="{A3D594BB-B685-44C6-B933-82339E130EDE}" dt="2022-05-14T07:20:04.798" v="2142" actId="1038"/>
          <ac:picMkLst>
            <pc:docMk/>
            <pc:sldMk cId="4024457453" sldId="1137"/>
            <ac:picMk id="7" creationId="{747B80DB-6C61-9A07-95D5-204EF1F323BA}"/>
          </ac:picMkLst>
        </pc:picChg>
        <pc:picChg chg="add mod">
          <ac:chgData name="严 伟杰" userId="12717cc107ab2eea" providerId="LiveId" clId="{A3D594BB-B685-44C6-B933-82339E130EDE}" dt="2022-05-14T07:20:17.164" v="2145" actId="1037"/>
          <ac:picMkLst>
            <pc:docMk/>
            <pc:sldMk cId="4024457453" sldId="1137"/>
            <ac:picMk id="9" creationId="{16C1BBF6-A10E-1D90-6B0B-99A26580BF6B}"/>
          </ac:picMkLst>
        </pc:picChg>
        <pc:picChg chg="add mod">
          <ac:chgData name="严 伟杰" userId="12717cc107ab2eea" providerId="LiveId" clId="{A3D594BB-B685-44C6-B933-82339E130EDE}" dt="2022-05-14T07:20:29.743" v="2154" actId="1038"/>
          <ac:picMkLst>
            <pc:docMk/>
            <pc:sldMk cId="4024457453" sldId="1137"/>
            <ac:picMk id="10" creationId="{2BC0363F-FB33-9F72-A4B2-D7EBF1A7961D}"/>
          </ac:picMkLst>
        </pc:picChg>
      </pc:sldChg>
      <pc:sldChg chg="del modTransition">
        <pc:chgData name="严 伟杰" userId="12717cc107ab2eea" providerId="LiveId" clId="{A3D594BB-B685-44C6-B933-82339E130EDE}" dt="2022-05-12T06:24:36.931" v="1597" actId="2696"/>
        <pc:sldMkLst>
          <pc:docMk/>
          <pc:sldMk cId="679004122" sldId="1138"/>
        </pc:sldMkLst>
      </pc:sldChg>
      <pc:sldChg chg="modSp mod modTransition modNotesTx">
        <pc:chgData name="严 伟杰" userId="12717cc107ab2eea" providerId="LiveId" clId="{A3D594BB-B685-44C6-B933-82339E130EDE}" dt="2022-05-16T09:14:15.757" v="4030" actId="20577"/>
        <pc:sldMkLst>
          <pc:docMk/>
          <pc:sldMk cId="4246614123" sldId="1139"/>
        </pc:sldMkLst>
        <pc:spChg chg="mod">
          <ac:chgData name="严 伟杰" userId="12717cc107ab2eea" providerId="LiveId" clId="{A3D594BB-B685-44C6-B933-82339E130EDE}" dt="2022-05-12T06:25:00.839" v="1598" actId="20577"/>
          <ac:spMkLst>
            <pc:docMk/>
            <pc:sldMk cId="4246614123" sldId="1139"/>
            <ac:spMk id="11" creationId="{5C59950C-9C48-5FB5-6DB1-CAEA74614FD0}"/>
          </ac:spMkLst>
        </pc:spChg>
        <pc:spChg chg="mod">
          <ac:chgData name="严 伟杰" userId="12717cc107ab2eea" providerId="LiveId" clId="{A3D594BB-B685-44C6-B933-82339E130EDE}" dt="2022-05-13T07:07:31.001" v="1981"/>
          <ac:spMkLst>
            <pc:docMk/>
            <pc:sldMk cId="4246614123" sldId="1139"/>
            <ac:spMk id="25" creationId="{692FD994-D773-D784-02DF-757CFA3B0CCA}"/>
          </ac:spMkLst>
        </pc:spChg>
      </pc:sldChg>
      <pc:sldChg chg="modSp mod modTransition modNotesTx">
        <pc:chgData name="严 伟杰" userId="12717cc107ab2eea" providerId="LiveId" clId="{A3D594BB-B685-44C6-B933-82339E130EDE}" dt="2022-05-16T09:11:30.338" v="4007" actId="20577"/>
        <pc:sldMkLst>
          <pc:docMk/>
          <pc:sldMk cId="47360752" sldId="1140"/>
        </pc:sldMkLst>
        <pc:spChg chg="mod">
          <ac:chgData name="严 伟杰" userId="12717cc107ab2eea" providerId="LiveId" clId="{A3D594BB-B685-44C6-B933-82339E130EDE}" dt="2022-05-11T10:22:54.217" v="168" actId="1076"/>
          <ac:spMkLst>
            <pc:docMk/>
            <pc:sldMk cId="47360752" sldId="1140"/>
            <ac:spMk id="7" creationId="{26426F47-EF39-AACE-9AAE-72A4FED5F537}"/>
          </ac:spMkLst>
        </pc:spChg>
        <pc:graphicFrameChg chg="modGraphic">
          <ac:chgData name="严 伟杰" userId="12717cc107ab2eea" providerId="LiveId" clId="{A3D594BB-B685-44C6-B933-82339E130EDE}" dt="2022-05-11T10:22:48.776" v="167" actId="207"/>
          <ac:graphicFrameMkLst>
            <pc:docMk/>
            <pc:sldMk cId="47360752" sldId="1140"/>
            <ac:graphicFrameMk id="3" creationId="{DE956558-8551-7E45-6ED6-AB304E49960B}"/>
          </ac:graphicFrameMkLst>
        </pc:graphicFrameChg>
      </pc:sldChg>
      <pc:sldChg chg="del mod modTransition modShow">
        <pc:chgData name="严 伟杰" userId="12717cc107ab2eea" providerId="LiveId" clId="{A3D594BB-B685-44C6-B933-82339E130EDE}" dt="2022-05-13T07:17:28.363" v="2007" actId="2696"/>
        <pc:sldMkLst>
          <pc:docMk/>
          <pc:sldMk cId="2346651865" sldId="1141"/>
        </pc:sldMkLst>
      </pc:sldChg>
      <pc:sldChg chg="addSp delSp add del mod modTransition modNotesTx">
        <pc:chgData name="严 伟杰" userId="12717cc107ab2eea" providerId="LiveId" clId="{A3D594BB-B685-44C6-B933-82339E130EDE}" dt="2022-05-16T09:20:57.204" v="4063" actId="20577"/>
        <pc:sldMkLst>
          <pc:docMk/>
          <pc:sldMk cId="2028845199" sldId="1142"/>
        </pc:sldMkLst>
        <pc:spChg chg="add del">
          <ac:chgData name="严 伟杰" userId="12717cc107ab2eea" providerId="LiveId" clId="{A3D594BB-B685-44C6-B933-82339E130EDE}" dt="2022-05-13T07:20:42.854" v="2015" actId="478"/>
          <ac:spMkLst>
            <pc:docMk/>
            <pc:sldMk cId="2028845199" sldId="1142"/>
            <ac:spMk id="10" creationId="{A8E7F1EA-D71C-9B8C-8841-32AD67B1F720}"/>
          </ac:spMkLst>
        </pc:spChg>
      </pc:sldChg>
      <pc:sldChg chg="modTransition modNotesTx">
        <pc:chgData name="严 伟杰" userId="12717cc107ab2eea" providerId="LiveId" clId="{A3D594BB-B685-44C6-B933-82339E130EDE}" dt="2022-05-16T09:21:34.137" v="4084" actId="20577"/>
        <pc:sldMkLst>
          <pc:docMk/>
          <pc:sldMk cId="2616559948" sldId="1143"/>
        </pc:sldMkLst>
      </pc:sldChg>
      <pc:sldChg chg="modSp modTransition modNotesTx">
        <pc:chgData name="严 伟杰" userId="12717cc107ab2eea" providerId="LiveId" clId="{A3D594BB-B685-44C6-B933-82339E130EDE}" dt="2022-05-16T09:08:13.584" v="3915" actId="20577"/>
        <pc:sldMkLst>
          <pc:docMk/>
          <pc:sldMk cId="1112528669" sldId="1144"/>
        </pc:sldMkLst>
        <pc:spChg chg="mod">
          <ac:chgData name="严 伟杰" userId="12717cc107ab2eea" providerId="LiveId" clId="{A3D594BB-B685-44C6-B933-82339E130EDE}" dt="2022-05-14T07:19:31.143" v="2133"/>
          <ac:spMkLst>
            <pc:docMk/>
            <pc:sldMk cId="1112528669" sldId="1144"/>
            <ac:spMk id="7" creationId="{AEE28B13-8C43-176C-F161-AD022F9FD369}"/>
          </ac:spMkLst>
        </pc:spChg>
      </pc:sldChg>
      <pc:sldChg chg="modSp mod modTransition modNotesTx">
        <pc:chgData name="严 伟杰" userId="12717cc107ab2eea" providerId="LiveId" clId="{A3D594BB-B685-44C6-B933-82339E130EDE}" dt="2022-05-16T09:23:35.199" v="4131" actId="20577"/>
        <pc:sldMkLst>
          <pc:docMk/>
          <pc:sldMk cId="3620528922" sldId="1145"/>
        </pc:sldMkLst>
        <pc:spChg chg="mod">
          <ac:chgData name="严 伟杰" userId="12717cc107ab2eea" providerId="LiveId" clId="{A3D594BB-B685-44C6-B933-82339E130EDE}" dt="2022-05-14T09:40:07.144" v="2820"/>
          <ac:spMkLst>
            <pc:docMk/>
            <pc:sldMk cId="3620528922" sldId="1145"/>
            <ac:spMk id="25" creationId="{692FD994-D773-D784-02DF-757CFA3B0CCA}"/>
          </ac:spMkLst>
        </pc:spChg>
      </pc:sldChg>
      <pc:sldChg chg="add del">
        <pc:chgData name="严 伟杰" userId="12717cc107ab2eea" providerId="LiveId" clId="{A3D594BB-B685-44C6-B933-82339E130EDE}" dt="2022-05-11T15:25:12.516" v="572" actId="2696"/>
        <pc:sldMkLst>
          <pc:docMk/>
          <pc:sldMk cId="2266664579" sldId="1146"/>
        </pc:sldMkLst>
      </pc:sldChg>
      <pc:sldChg chg="addSp delSp modSp add mod modAnim modNotesTx">
        <pc:chgData name="严 伟杰" userId="12717cc107ab2eea" providerId="LiveId" clId="{A3D594BB-B685-44C6-B933-82339E130EDE}" dt="2022-05-18T07:23:46.833" v="4169"/>
        <pc:sldMkLst>
          <pc:docMk/>
          <pc:sldMk cId="3903193632" sldId="1146"/>
        </pc:sldMkLst>
        <pc:spChg chg="del">
          <ac:chgData name="严 伟杰" userId="12717cc107ab2eea" providerId="LiveId" clId="{A3D594BB-B685-44C6-B933-82339E130EDE}" dt="2022-05-12T02:02:24.569" v="1474" actId="478"/>
          <ac:spMkLst>
            <pc:docMk/>
            <pc:sldMk cId="3903193632" sldId="1146"/>
            <ac:spMk id="4" creationId="{3159F72D-EE15-DD07-B8B2-D12D8BA45F7D}"/>
          </ac:spMkLst>
        </pc:spChg>
        <pc:spChg chg="add del mod">
          <ac:chgData name="严 伟杰" userId="12717cc107ab2eea" providerId="LiveId" clId="{A3D594BB-B685-44C6-B933-82339E130EDE}" dt="2022-05-11T15:33:29.013" v="792" actId="478"/>
          <ac:spMkLst>
            <pc:docMk/>
            <pc:sldMk cId="3903193632" sldId="1146"/>
            <ac:spMk id="18" creationId="{84192991-B156-62D5-E259-F0C34A1ED96A}"/>
          </ac:spMkLst>
        </pc:spChg>
        <pc:spChg chg="add mod">
          <ac:chgData name="严 伟杰" userId="12717cc107ab2eea" providerId="LiveId" clId="{A3D594BB-B685-44C6-B933-82339E130EDE}" dt="2022-05-18T07:23:46.833" v="4169"/>
          <ac:spMkLst>
            <pc:docMk/>
            <pc:sldMk cId="3903193632" sldId="1146"/>
            <ac:spMk id="19" creationId="{300D71D0-6678-27EE-D333-CD3B0D0B8069}"/>
          </ac:spMkLst>
        </pc:spChg>
        <pc:spChg chg="add mod">
          <ac:chgData name="严 伟杰" userId="12717cc107ab2eea" providerId="LiveId" clId="{A3D594BB-B685-44C6-B933-82339E130EDE}" dt="2022-05-12T02:02:24.765" v="1475"/>
          <ac:spMkLst>
            <pc:docMk/>
            <pc:sldMk cId="3903193632" sldId="1146"/>
            <ac:spMk id="20" creationId="{BBBD4436-6BB4-293F-D73D-A648D161BF24}"/>
          </ac:spMkLst>
        </pc:spChg>
      </pc:sldChg>
      <pc:sldChg chg="add del">
        <pc:chgData name="严 伟杰" userId="12717cc107ab2eea" providerId="LiveId" clId="{A3D594BB-B685-44C6-B933-82339E130EDE}" dt="2022-05-12T06:24:34.264" v="1596" actId="2696"/>
        <pc:sldMkLst>
          <pc:docMk/>
          <pc:sldMk cId="1164033132" sldId="1147"/>
        </pc:sldMkLst>
      </pc:sldChg>
      <pc:sldChg chg="addSp delSp modSp add mod modNotesTx">
        <pc:chgData name="严 伟杰" userId="12717cc107ab2eea" providerId="LiveId" clId="{A3D594BB-B685-44C6-B933-82339E130EDE}" dt="2022-05-16T08:41:37.508" v="3237" actId="20577"/>
        <pc:sldMkLst>
          <pc:docMk/>
          <pc:sldMk cId="1216909940" sldId="1147"/>
        </pc:sldMkLst>
        <pc:spChg chg="mod">
          <ac:chgData name="严 伟杰" userId="12717cc107ab2eea" providerId="LiveId" clId="{A3D594BB-B685-44C6-B933-82339E130EDE}" dt="2022-05-13T01:39:10.459" v="1778" actId="207"/>
          <ac:spMkLst>
            <pc:docMk/>
            <pc:sldMk cId="1216909940" sldId="1147"/>
            <ac:spMk id="7" creationId="{1E610284-3F4E-A284-4A38-412BD1324ABD}"/>
          </ac:spMkLst>
        </pc:spChg>
        <pc:spChg chg="mod">
          <ac:chgData name="严 伟杰" userId="12717cc107ab2eea" providerId="LiveId" clId="{A3D594BB-B685-44C6-B933-82339E130EDE}" dt="2022-05-13T01:33:54.023" v="1710" actId="1076"/>
          <ac:spMkLst>
            <pc:docMk/>
            <pc:sldMk cId="1216909940" sldId="1147"/>
            <ac:spMk id="17" creationId="{CBB4B02E-1C59-72F5-7468-59CB8130A3A3}"/>
          </ac:spMkLst>
        </pc:spChg>
        <pc:spChg chg="add mod">
          <ac:chgData name="严 伟杰" userId="12717cc107ab2eea" providerId="LiveId" clId="{A3D594BB-B685-44C6-B933-82339E130EDE}" dt="2022-05-13T01:39:31.668" v="1782" actId="1076"/>
          <ac:spMkLst>
            <pc:docMk/>
            <pc:sldMk cId="1216909940" sldId="1147"/>
            <ac:spMk id="20" creationId="{A2F04BE4-2B2C-7E2C-971E-A9234BE83C92}"/>
          </ac:spMkLst>
        </pc:spChg>
        <pc:spChg chg="add mod">
          <ac:chgData name="严 伟杰" userId="12717cc107ab2eea" providerId="LiveId" clId="{A3D594BB-B685-44C6-B933-82339E130EDE}" dt="2022-05-13T01:40:18.629" v="1786" actId="14100"/>
          <ac:spMkLst>
            <pc:docMk/>
            <pc:sldMk cId="1216909940" sldId="1147"/>
            <ac:spMk id="24" creationId="{F5E9456D-9FD8-492D-989E-29969768BB9C}"/>
          </ac:spMkLst>
        </pc:spChg>
        <pc:spChg chg="add mod">
          <ac:chgData name="严 伟杰" userId="12717cc107ab2eea" providerId="LiveId" clId="{A3D594BB-B685-44C6-B933-82339E130EDE}" dt="2022-05-13T01:39:18.756" v="1779" actId="1036"/>
          <ac:spMkLst>
            <pc:docMk/>
            <pc:sldMk cId="1216909940" sldId="1147"/>
            <ac:spMk id="25" creationId="{D7738CF2-6FED-F6A5-DA51-4A98971740D4}"/>
          </ac:spMkLst>
        </pc:spChg>
        <pc:spChg chg="add mod">
          <ac:chgData name="严 伟杰" userId="12717cc107ab2eea" providerId="LiveId" clId="{A3D594BB-B685-44C6-B933-82339E130EDE}" dt="2022-05-13T01:39:44.789" v="1783" actId="1076"/>
          <ac:spMkLst>
            <pc:docMk/>
            <pc:sldMk cId="1216909940" sldId="1147"/>
            <ac:spMk id="27" creationId="{3D0C9F39-2B56-4475-3A96-63FEC272D3C1}"/>
          </ac:spMkLst>
        </pc:spChg>
        <pc:spChg chg="mod">
          <ac:chgData name="严 伟杰" userId="12717cc107ab2eea" providerId="LiveId" clId="{A3D594BB-B685-44C6-B933-82339E130EDE}" dt="2022-05-13T01:32:01.337" v="1690" actId="1035"/>
          <ac:spMkLst>
            <pc:docMk/>
            <pc:sldMk cId="1216909940" sldId="1147"/>
            <ac:spMk id="28" creationId="{081D41B9-FD15-D543-DF08-C31B3E40232D}"/>
          </ac:spMkLst>
        </pc:spChg>
        <pc:spChg chg="add mod">
          <ac:chgData name="严 伟杰" userId="12717cc107ab2eea" providerId="LiveId" clId="{A3D594BB-B685-44C6-B933-82339E130EDE}" dt="2022-05-13T01:40:11.130" v="1785" actId="1076"/>
          <ac:spMkLst>
            <pc:docMk/>
            <pc:sldMk cId="1216909940" sldId="1147"/>
            <ac:spMk id="30" creationId="{50D3CF4C-B365-B7FB-68DE-A19DD9EE20FB}"/>
          </ac:spMkLst>
        </pc:spChg>
        <pc:spChg chg="mod">
          <ac:chgData name="严 伟杰" userId="12717cc107ab2eea" providerId="LiveId" clId="{A3D594BB-B685-44C6-B933-82339E130EDE}" dt="2022-05-13T01:33:14.777" v="1702"/>
          <ac:spMkLst>
            <pc:docMk/>
            <pc:sldMk cId="1216909940" sldId="1147"/>
            <ac:spMk id="36" creationId="{8721B8C3-EBF4-CE6B-6AB7-69D3BDA5489A}"/>
          </ac:spMkLst>
        </pc:spChg>
        <pc:spChg chg="del">
          <ac:chgData name="严 伟杰" userId="12717cc107ab2eea" providerId="LiveId" clId="{A3D594BB-B685-44C6-B933-82339E130EDE}" dt="2022-05-13T01:34:29.829" v="1743" actId="478"/>
          <ac:spMkLst>
            <pc:docMk/>
            <pc:sldMk cId="1216909940" sldId="1147"/>
            <ac:spMk id="41" creationId="{4C9A252E-F270-040B-46C9-C3D22F133C8D}"/>
          </ac:spMkLst>
        </pc:spChg>
        <pc:spChg chg="del">
          <ac:chgData name="严 伟杰" userId="12717cc107ab2eea" providerId="LiveId" clId="{A3D594BB-B685-44C6-B933-82339E130EDE}" dt="2022-05-13T01:34:31.295" v="1744" actId="478"/>
          <ac:spMkLst>
            <pc:docMk/>
            <pc:sldMk cId="1216909940" sldId="1147"/>
            <ac:spMk id="42" creationId="{EBB44059-A28F-3C09-9CC6-B40B8A4F996F}"/>
          </ac:spMkLst>
        </pc:spChg>
        <pc:spChg chg="mod">
          <ac:chgData name="严 伟杰" userId="12717cc107ab2eea" providerId="LiveId" clId="{A3D594BB-B685-44C6-B933-82339E130EDE}" dt="2022-05-13T01:32:50.010" v="1697" actId="1076"/>
          <ac:spMkLst>
            <pc:docMk/>
            <pc:sldMk cId="1216909940" sldId="1147"/>
            <ac:spMk id="45" creationId="{9ED3F3B0-D7B9-AAE4-BCDA-419A940B3EC0}"/>
          </ac:spMkLst>
        </pc:spChg>
        <pc:spChg chg="mod">
          <ac:chgData name="严 伟杰" userId="12717cc107ab2eea" providerId="LiveId" clId="{A3D594BB-B685-44C6-B933-82339E130EDE}" dt="2022-05-13T01:32:54.112" v="1698" actId="1076"/>
          <ac:spMkLst>
            <pc:docMk/>
            <pc:sldMk cId="1216909940" sldId="1147"/>
            <ac:spMk id="47" creationId="{0C0E1556-D200-8D0A-2C70-E856CC9647AA}"/>
          </ac:spMkLst>
        </pc:spChg>
        <pc:picChg chg="add mod">
          <ac:chgData name="严 伟杰" userId="12717cc107ab2eea" providerId="LiveId" clId="{A3D594BB-B685-44C6-B933-82339E130EDE}" dt="2022-05-13T01:32:40.095" v="1696" actId="1076"/>
          <ac:picMkLst>
            <pc:docMk/>
            <pc:sldMk cId="1216909940" sldId="1147"/>
            <ac:picMk id="3" creationId="{3713A2E8-FC9F-CBBE-D577-692BBA58BEBE}"/>
          </ac:picMkLst>
        </pc:picChg>
        <pc:picChg chg="add mod">
          <ac:chgData name="严 伟杰" userId="12717cc107ab2eea" providerId="LiveId" clId="{A3D594BB-B685-44C6-B933-82339E130EDE}" dt="2022-05-13T01:33:40.636" v="1709" actId="1076"/>
          <ac:picMkLst>
            <pc:docMk/>
            <pc:sldMk cId="1216909940" sldId="1147"/>
            <ac:picMk id="5" creationId="{2088E9F9-1779-2316-9B5B-A66ABAB6E834}"/>
          </ac:picMkLst>
        </pc:picChg>
        <pc:picChg chg="add mod">
          <ac:chgData name="严 伟杰" userId="12717cc107ab2eea" providerId="LiveId" clId="{A3D594BB-B685-44C6-B933-82339E130EDE}" dt="2022-05-13T01:40:21.110" v="1790" actId="1038"/>
          <ac:picMkLst>
            <pc:docMk/>
            <pc:sldMk cId="1216909940" sldId="1147"/>
            <ac:picMk id="9" creationId="{3A5930E3-8734-AAE7-D312-DF38CA84EC9C}"/>
          </ac:picMkLst>
        </pc:picChg>
        <pc:picChg chg="add mod">
          <ac:chgData name="严 伟杰" userId="12717cc107ab2eea" providerId="LiveId" clId="{A3D594BB-B685-44C6-B933-82339E130EDE}" dt="2022-05-13T01:40:23.945" v="1793" actId="1038"/>
          <ac:picMkLst>
            <pc:docMk/>
            <pc:sldMk cId="1216909940" sldId="1147"/>
            <ac:picMk id="23" creationId="{0AEFC356-EDC3-7A6A-F27D-E039AB1D3DC1}"/>
          </ac:picMkLst>
        </pc:picChg>
        <pc:picChg chg="add mod">
          <ac:chgData name="严 伟杰" userId="12717cc107ab2eea" providerId="LiveId" clId="{A3D594BB-B685-44C6-B933-82339E130EDE}" dt="2022-05-13T01:39:44.789" v="1783" actId="1076"/>
          <ac:picMkLst>
            <pc:docMk/>
            <pc:sldMk cId="1216909940" sldId="1147"/>
            <ac:picMk id="29" creationId="{08435259-E98F-9A9E-2A04-0E3F3E70121E}"/>
          </ac:picMkLst>
        </pc:picChg>
        <pc:picChg chg="mod">
          <ac:chgData name="严 伟杰" userId="12717cc107ab2eea" providerId="LiveId" clId="{A3D594BB-B685-44C6-B933-82339E130EDE}" dt="2022-05-13T01:32:01.337" v="1690" actId="1035"/>
          <ac:picMkLst>
            <pc:docMk/>
            <pc:sldMk cId="1216909940" sldId="1147"/>
            <ac:picMk id="33" creationId="{B0147A98-9420-46E1-FEF4-EE0A906A23DC}"/>
          </ac:picMkLst>
        </pc:picChg>
        <pc:picChg chg="del">
          <ac:chgData name="严 伟杰" userId="12717cc107ab2eea" providerId="LiveId" clId="{A3D594BB-B685-44C6-B933-82339E130EDE}" dt="2022-05-13T01:32:06.396" v="1691" actId="21"/>
          <ac:picMkLst>
            <pc:docMk/>
            <pc:sldMk cId="1216909940" sldId="1147"/>
            <ac:picMk id="35" creationId="{4AB31310-01A4-89B1-14CA-2BEA40A3B0FB}"/>
          </ac:picMkLst>
        </pc:picChg>
        <pc:picChg chg="del mod">
          <ac:chgData name="严 伟杰" userId="12717cc107ab2eea" providerId="LiveId" clId="{A3D594BB-B685-44C6-B933-82339E130EDE}" dt="2022-05-13T01:33:35.441" v="1708" actId="478"/>
          <ac:picMkLst>
            <pc:docMk/>
            <pc:sldMk cId="1216909940" sldId="1147"/>
            <ac:picMk id="38" creationId="{DC90B8B2-CF4C-1E5C-744C-6B5716450F4D}"/>
          </ac:picMkLst>
        </pc:picChg>
      </pc:sldChg>
      <pc:sldChg chg="add del">
        <pc:chgData name="严 伟杰" userId="12717cc107ab2eea" providerId="LiveId" clId="{A3D594BB-B685-44C6-B933-82339E130EDE}" dt="2022-05-11T16:07:26.428" v="1138" actId="2696"/>
        <pc:sldMkLst>
          <pc:docMk/>
          <pc:sldMk cId="1783909865" sldId="1147"/>
        </pc:sldMkLst>
      </pc:sldChg>
      <pc:sldChg chg="add del">
        <pc:chgData name="严 伟杰" userId="12717cc107ab2eea" providerId="LiveId" clId="{A3D594BB-B685-44C6-B933-82339E130EDE}" dt="2022-05-11T15:31:55.834" v="764" actId="2696"/>
        <pc:sldMkLst>
          <pc:docMk/>
          <pc:sldMk cId="2655708266" sldId="1147"/>
        </pc:sldMkLst>
      </pc:sldChg>
      <pc:sldChg chg="add del">
        <pc:chgData name="严 伟杰" userId="12717cc107ab2eea" providerId="LiveId" clId="{A3D594BB-B685-44C6-B933-82339E130EDE}" dt="2022-05-11T15:46:56.215" v="974"/>
        <pc:sldMkLst>
          <pc:docMk/>
          <pc:sldMk cId="3403797596" sldId="1147"/>
        </pc:sldMkLst>
      </pc:sldChg>
      <pc:sldChg chg="add del">
        <pc:chgData name="严 伟杰" userId="12717cc107ab2eea" providerId="LiveId" clId="{A3D594BB-B685-44C6-B933-82339E130EDE}" dt="2022-05-13T07:20:14.013" v="2013" actId="2696"/>
        <pc:sldMkLst>
          <pc:docMk/>
          <pc:sldMk cId="3065540310" sldId="1148"/>
        </pc:sldMkLst>
      </pc:sldChg>
      <pc:sldChg chg="add del">
        <pc:chgData name="严 伟杰" userId="12717cc107ab2eea" providerId="LiveId" clId="{A3D594BB-B685-44C6-B933-82339E130EDE}" dt="2022-05-13T07:19:41.463" v="2011" actId="2890"/>
        <pc:sldMkLst>
          <pc:docMk/>
          <pc:sldMk cId="1020760069" sldId="114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21653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5624510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Arial" panose="020B0604020202090204" pitchFamily="34" charset="0"/>
              </a:rPr>
              <a:t>各位老师好，我叫严伟杰，指导老师是王芳老师。我的毕业论文题目是</a:t>
            </a:r>
            <a:r>
              <a:rPr lang="zh-CN" altLang="zh-CN" sz="1800" dirty="0">
                <a:effectLst/>
                <a:ea typeface="等线" panose="02010600030101010101" pitchFamily="2" charset="-122"/>
                <a:cs typeface="Times New Roman" panose="02020603050405020304" pitchFamily="18" charset="0"/>
              </a:rPr>
              <a:t>差量压缩的相似性检测方法优化研究。</a:t>
            </a:r>
            <a:endParaRPr lang="en-US" altLang="zh-CN" dirty="0">
              <a:latin typeface="Arial" panose="020B0604020202090204" pitchFamily="34" charset="0"/>
            </a:endParaRPr>
          </a:p>
          <a:p>
            <a:endParaRPr lang="zh-CN" altLang="en-US" dirty="0"/>
          </a:p>
        </p:txBody>
      </p:sp>
    </p:spTree>
    <p:extLst>
      <p:ext uri="{BB962C8B-B14F-4D97-AF65-F5344CB8AC3E}">
        <p14:creationId xmlns:p14="http://schemas.microsoft.com/office/powerpoint/2010/main" val="16585365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266700" algn="just" defTabSz="914400" rtl="0" eaLnBrk="0" fontAlgn="base" latinLnBrk="0" hangingPunct="0">
              <a:lnSpc>
                <a:spcPct val="100000"/>
              </a:lnSpc>
              <a:spcBef>
                <a:spcPct val="30000"/>
              </a:spcBef>
              <a:spcAft>
                <a:spcPct val="0"/>
              </a:spcAft>
              <a:buClrTx/>
              <a:buSzTx/>
              <a:buFontTx/>
              <a:buNone/>
              <a:tabLst/>
              <a:defRP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这里是目录部分，接下来我将从以下五个方面来进行陈述</a:t>
            </a:r>
          </a:p>
          <a:p>
            <a:pPr indent="266700"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3881144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首先是研究背景，目前存在的问题主要是全球数据总量飞速增长以及冗余数据的广泛存在，相应的解决措施是冗余数据消除技术，即数据去重和差量压缩</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3</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2079806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数据去重主要针对重复文件和数据块，而差量压缩针对相似文件和数据块，二者可以联合起来进行去重。而这又需要用到相似性检测技术。</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4</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2351898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dirty="0">
                <a:effectLst/>
                <a:ea typeface="等线" panose="02010600030101010101" pitchFamily="2" charset="-122"/>
                <a:cs typeface="Times New Roman" panose="02020603050405020304" pitchFamily="18" charset="0"/>
              </a:rPr>
              <a:t>相似性检测技术可以用于选取相似对象进行差量压缩，现有的方法可以分为基于空间局部性和基于特征值计算两种，前者利用备份数据流的空间局部性检测相似数据</a:t>
            </a:r>
            <a:r>
              <a:rPr lang="zh-CN" altLang="en-US" sz="1800" dirty="0">
                <a:effectLst/>
                <a:ea typeface="等线" panose="02010600030101010101" pitchFamily="2" charset="-122"/>
                <a:cs typeface="Times New Roman" panose="02020603050405020304" pitchFamily="18" charset="0"/>
              </a:rPr>
              <a:t>，后者</a:t>
            </a:r>
            <a:r>
              <a:rPr lang="zh-CN" altLang="zh-CN" sz="1800" dirty="0">
                <a:effectLst/>
                <a:ea typeface="等线" panose="02010600030101010101" pitchFamily="2" charset="-122"/>
                <a:cs typeface="Times New Roman" panose="02020603050405020304" pitchFamily="18" charset="0"/>
              </a:rPr>
              <a:t>主要使用特征值来代替数据内容进行相似度判断，分为特征提取和特征匹配两个步骤。目前广泛使用的是基于特征值计算的方法。</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5</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664882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dirty="0">
                <a:effectLst/>
                <a:ea typeface="等线" panose="02010600030101010101" pitchFamily="2" charset="-122"/>
                <a:cs typeface="Times New Roman" panose="02020603050405020304" pitchFamily="18" charset="0"/>
              </a:rPr>
              <a:t>下面给出了当前基于特征值计算的方法的情况对比。</a:t>
            </a:r>
            <a:r>
              <a:rPr lang="en-US" altLang="zh-CN" sz="1800" dirty="0">
                <a:effectLst/>
                <a:ea typeface="等线" panose="02010600030101010101" pitchFamily="2" charset="-122"/>
                <a:cs typeface="Times New Roman" panose="02020603050405020304" pitchFamily="18" charset="0"/>
              </a:rPr>
              <a:t>Super-feature</a:t>
            </a:r>
            <a:r>
              <a:rPr lang="zh-CN" altLang="zh-CN" sz="1800" dirty="0">
                <a:effectLst/>
                <a:ea typeface="等线" panose="02010600030101010101" pitchFamily="2" charset="-122"/>
                <a:cs typeface="Times New Roman" panose="02020603050405020304" pitchFamily="18" charset="0"/>
              </a:rPr>
              <a:t>是最常用的相似性检测方法，它提出的超级特征值策略被后来的方法广泛使用。但是它具有很大的计算开销，后面的方法主要是针对此进行改进。现有的工作主要存在以下几个问题：一是虽然降低了计算开销，但速率依旧较慢，同时也降低了检测效果，二是普遍只采用特征值计算的方式进行检测，存在检测不充分的情况，三是没有针对现代处理器中的</a:t>
            </a:r>
            <a:r>
              <a:rPr lang="en-US" altLang="zh-CN" sz="1800" dirty="0">
                <a:effectLst/>
                <a:ea typeface="等线" panose="02010600030101010101" pitchFamily="2" charset="-122"/>
                <a:cs typeface="Times New Roman" panose="02020603050405020304" pitchFamily="18" charset="0"/>
              </a:rPr>
              <a:t> SIMD</a:t>
            </a:r>
            <a:r>
              <a:rPr lang="zh-CN" altLang="zh-CN" sz="1800" dirty="0">
                <a:effectLst/>
                <a:ea typeface="等线" panose="02010600030101010101" pitchFamily="2" charset="-122"/>
                <a:cs typeface="Times New Roman" panose="02020603050405020304" pitchFamily="18" charset="0"/>
              </a:rPr>
              <a:t>扩展部件进行优化，造成了计算资源的浪费。</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6</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285873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latin typeface="微软雅黑" panose="020B0503020204020204" pitchFamily="34" charset="-122"/>
                <a:ea typeface="微软雅黑" panose="020B0503020204020204" pitchFamily="34" charset="-122"/>
              </a:rPr>
              <a:t>接下来是研究内容，本文分别从特征提取和特征匹配两个角度对相似性检测方法进行优化研究，提出了</a:t>
            </a:r>
            <a:r>
              <a:rPr lang="en-US" altLang="zh-CN" dirty="0">
                <a:latin typeface="微软雅黑" panose="020B0503020204020204" pitchFamily="34" charset="-122"/>
                <a:ea typeface="微软雅黑" panose="020B0503020204020204" pitchFamily="34" charset="-122"/>
              </a:rPr>
              <a:t>PFE</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LAFM</a:t>
            </a:r>
            <a:r>
              <a:rPr lang="zh-CN" altLang="en-US" dirty="0">
                <a:latin typeface="微软雅黑" panose="020B0503020204020204" pitchFamily="34" charset="-122"/>
                <a:ea typeface="微软雅黑" panose="020B0503020204020204" pitchFamily="34" charset="-122"/>
              </a:rPr>
              <a:t>两种技术以及相应的优化策略。</a:t>
            </a: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7</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16963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dirty="0">
                <a:effectLst/>
                <a:ea typeface="等线" panose="02010600030101010101" pitchFamily="2" charset="-122"/>
                <a:cs typeface="Times New Roman" panose="02020603050405020304" pitchFamily="18" charset="0"/>
              </a:rPr>
              <a:t>首先是</a:t>
            </a:r>
            <a:r>
              <a:rPr lang="en-US" altLang="zh-CN" sz="1800" dirty="0">
                <a:effectLst/>
                <a:ea typeface="等线" panose="02010600030101010101" pitchFamily="2" charset="-122"/>
                <a:cs typeface="Times New Roman" panose="02020603050405020304" pitchFamily="18" charset="0"/>
              </a:rPr>
              <a:t>PFE</a:t>
            </a:r>
            <a:r>
              <a:rPr lang="zh-CN" altLang="zh-CN" sz="1800" dirty="0">
                <a:effectLst/>
                <a:ea typeface="等线" panose="02010600030101010101" pitchFamily="2" charset="-122"/>
                <a:cs typeface="Times New Roman" panose="02020603050405020304" pitchFamily="18" charset="0"/>
              </a:rPr>
              <a:t>的相关工作，特征提取可以分成两个阶段：数据特征化和特征值选取。数据特征化主要是指的是滑动哈希算法，从下面的计算过程可以看出，当前指纹需要通过上一个指纹和相应的字节计算生成，具有内容依赖性。特征值选取指的是在指纹计算的同时执行的计算操作。下面给出了两种</a:t>
            </a:r>
            <a:r>
              <a:rPr lang="zh-CN" altLang="en-US" sz="1800" dirty="0">
                <a:effectLst/>
                <a:ea typeface="等线" panose="02010600030101010101" pitchFamily="2" charset="-122"/>
                <a:cs typeface="Times New Roman" panose="02020603050405020304" pitchFamily="18" charset="0"/>
              </a:rPr>
              <a:t>相似性检测</a:t>
            </a:r>
            <a:r>
              <a:rPr lang="zh-CN" altLang="zh-CN" sz="1800" dirty="0">
                <a:effectLst/>
                <a:ea typeface="等线" panose="02010600030101010101" pitchFamily="2" charset="-122"/>
                <a:cs typeface="Times New Roman" panose="02020603050405020304" pitchFamily="18" charset="0"/>
              </a:rPr>
              <a:t>方法的特征值选取阶段的计算开销。可以看到，</a:t>
            </a:r>
            <a:r>
              <a:rPr lang="en-US" altLang="zh-CN" sz="1800" dirty="0">
                <a:effectLst/>
                <a:ea typeface="等线" panose="02010600030101010101" pitchFamily="2" charset="-122"/>
                <a:cs typeface="Times New Roman" panose="02020603050405020304" pitchFamily="18" charset="0"/>
              </a:rPr>
              <a:t>Finesse</a:t>
            </a:r>
            <a:r>
              <a:rPr lang="zh-CN" altLang="zh-CN" sz="1800" dirty="0">
                <a:effectLst/>
                <a:ea typeface="等线" panose="02010600030101010101" pitchFamily="2" charset="-122"/>
                <a:cs typeface="Times New Roman" panose="02020603050405020304" pitchFamily="18" charset="0"/>
              </a:rPr>
              <a:t>这个阶段的计算开销已经很小了，但是</a:t>
            </a:r>
            <a:r>
              <a:rPr lang="zh-CN" altLang="en-US" sz="1800" dirty="0">
                <a:effectLst/>
                <a:ea typeface="等线" panose="02010600030101010101" pitchFamily="2" charset="-122"/>
                <a:cs typeface="Times New Roman" panose="02020603050405020304" pitchFamily="18" charset="0"/>
              </a:rPr>
              <a:t>测试结果显示</a:t>
            </a:r>
            <a:r>
              <a:rPr lang="en-US" altLang="zh-CN" sz="1800" dirty="0">
                <a:effectLst/>
                <a:ea typeface="等线" panose="02010600030101010101" pitchFamily="2" charset="-122"/>
                <a:cs typeface="Times New Roman" panose="02020603050405020304" pitchFamily="18" charset="0"/>
              </a:rPr>
              <a:t>Finesse</a:t>
            </a:r>
            <a:r>
              <a:rPr lang="zh-CN" altLang="zh-CN" sz="1800" dirty="0">
                <a:effectLst/>
                <a:ea typeface="等线" panose="02010600030101010101" pitchFamily="2" charset="-122"/>
                <a:cs typeface="Times New Roman" panose="02020603050405020304" pitchFamily="18" charset="0"/>
              </a:rPr>
              <a:t>的特征提取速率依旧很慢，这是因为这种串行计算发生限制了特征提取速率。</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8</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416020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en-US" sz="1200" i="0" kern="1200" dirty="0">
                <a:solidFill>
                  <a:schemeClr val="tx1"/>
                </a:solidFill>
                <a:effectLst/>
                <a:latin typeface="Arial" panose="020B0604020202020204" pitchFamily="34" charset="0"/>
                <a:ea typeface="宋体" panose="02010600030101010101" pitchFamily="2" charset="-122"/>
                <a:cs typeface="+mn-cs"/>
              </a:rPr>
              <a:t>为此，本文提出了基于</a:t>
            </a:r>
            <a:r>
              <a:rPr lang="en-US" altLang="zh-CN" sz="1200" i="0" kern="1200" dirty="0">
                <a:solidFill>
                  <a:schemeClr val="tx1"/>
                </a:solidFill>
                <a:effectLst/>
                <a:latin typeface="Arial" panose="020B0604020202020204" pitchFamily="34" charset="0"/>
                <a:ea typeface="宋体" panose="02010600030101010101" pitchFamily="2" charset="-122"/>
                <a:cs typeface="+mn-cs"/>
              </a:rPr>
              <a:t>AVX-512</a:t>
            </a:r>
            <a:r>
              <a:rPr lang="zh-CN" altLang="en-US" sz="1200" i="0" kern="1200" dirty="0">
                <a:solidFill>
                  <a:schemeClr val="tx1"/>
                </a:solidFill>
                <a:effectLst/>
                <a:latin typeface="Arial" panose="020B0604020202020204" pitchFamily="34" charset="0"/>
                <a:ea typeface="宋体" panose="02010600030101010101" pitchFamily="2" charset="-122"/>
                <a:cs typeface="+mn-cs"/>
              </a:rPr>
              <a:t>指令集的并行特征提取算法</a:t>
            </a:r>
            <a:r>
              <a:rPr lang="en-US" altLang="zh-CN" sz="1200" i="0" kern="1200" dirty="0">
                <a:solidFill>
                  <a:schemeClr val="tx1"/>
                </a:solidFill>
                <a:effectLst/>
                <a:latin typeface="Arial" panose="020B0604020202020204" pitchFamily="34" charset="0"/>
                <a:ea typeface="宋体" panose="02010600030101010101" pitchFamily="2" charset="-122"/>
                <a:cs typeface="+mn-cs"/>
              </a:rPr>
              <a:t>PFE</a:t>
            </a:r>
            <a:r>
              <a:rPr lang="zh-CN" altLang="zh-CN" sz="1800" dirty="0">
                <a:effectLst/>
                <a:ea typeface="等线" panose="02010600030101010101" pitchFamily="2" charset="-122"/>
                <a:cs typeface="Times New Roman" panose="02020603050405020304" pitchFamily="18" charset="0"/>
              </a:rPr>
              <a:t>来实现特征提取过程的并行化</a:t>
            </a:r>
            <a:r>
              <a:rPr lang="zh-CN" altLang="en-US" sz="1800" dirty="0">
                <a:effectLst/>
                <a:ea typeface="等线" panose="02010600030101010101" pitchFamily="2" charset="-122"/>
                <a:cs typeface="Times New Roman" panose="02020603050405020304" pitchFamily="18" charset="0"/>
              </a:rPr>
              <a:t>。主要</a:t>
            </a:r>
            <a:r>
              <a:rPr lang="zh-CN" altLang="zh-CN" sz="1800" dirty="0">
                <a:effectLst/>
                <a:ea typeface="等线" panose="02010600030101010101" pitchFamily="2" charset="-122"/>
                <a:cs typeface="Times New Roman" panose="02020603050405020304" pitchFamily="18" charset="0"/>
              </a:rPr>
              <a:t>分为五个步骤，第一步计算数据块各个并行子区域的范围。由于指纹计算的内容依赖性，如果平均分块会导致边界处的指纹出现错误</a:t>
            </a:r>
            <a:r>
              <a:rPr lang="zh-CN" altLang="en-US" sz="1800" dirty="0">
                <a:effectLst/>
                <a:ea typeface="等线" panose="02010600030101010101" pitchFamily="2" charset="-122"/>
                <a:cs typeface="Times New Roman" panose="02020603050405020304" pitchFamily="18" charset="0"/>
              </a:rPr>
              <a:t>，也就是图中的红色区域</a:t>
            </a:r>
            <a:r>
              <a:rPr lang="zh-CN" altLang="zh-CN" sz="1800" dirty="0">
                <a:effectLst/>
                <a:ea typeface="等线" panose="02010600030101010101" pitchFamily="2" charset="-122"/>
                <a:cs typeface="Times New Roman" panose="02020603050405020304" pitchFamily="18" charset="0"/>
              </a:rPr>
              <a:t>。这是因为它们丢失了上一个子块末尾处的指纹和字节消息。</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9</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034128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en-US" altLang="zh-CN" sz="1200" dirty="0">
                <a:effectLst/>
                <a:ea typeface="等线" panose="02010600030101010101" pitchFamily="2" charset="-122"/>
                <a:cs typeface="Times New Roman" panose="02020603050405020304" pitchFamily="18" charset="0"/>
              </a:rPr>
              <a:t>PFE</a:t>
            </a:r>
            <a:r>
              <a:rPr lang="zh-CN" altLang="zh-CN" sz="1200" dirty="0">
                <a:effectLst/>
                <a:ea typeface="等线" panose="02010600030101010101" pitchFamily="2" charset="-122"/>
                <a:cs typeface="Times New Roman" panose="02020603050405020304" pitchFamily="18" charset="0"/>
              </a:rPr>
              <a:t>采用了重叠子块划分策略，使得每对相邻的子块之间都存在一个重叠区域，通过多计算一部分指纹，从而保证特征提取结果的不变性。</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10</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674038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第二步是读取数据到向量寄存器中。滑动窗口初始位于各个子区域的首部，</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11</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2455504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PFE</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将接下来计算</a:t>
            </a:r>
            <a:r>
              <a:rPr lang="zh-CN" altLang="en-US" sz="1200" kern="100" dirty="0">
                <a:effectLst/>
                <a:latin typeface="等线" panose="02010600030101010101" pitchFamily="2" charset="-122"/>
                <a:ea typeface="等线" panose="02010600030101010101" pitchFamily="2" charset="-122"/>
                <a:cs typeface="Times New Roman" panose="02020603050405020304" pitchFamily="18" charset="0"/>
              </a:rPr>
              <a:t>所需</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的数据内容进行分解，利用</a:t>
            </a: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gather</a:t>
            </a:r>
            <a:r>
              <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rPr>
              <a:t>指令分别读取到向量寄存器中。</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12</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2953758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13</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626120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dirty="0">
                <a:effectLst/>
                <a:ea typeface="等线" panose="02010600030101010101" pitchFamily="2" charset="-122"/>
                <a:cs typeface="Times New Roman" panose="02020603050405020304" pitchFamily="18" charset="0"/>
              </a:rPr>
              <a:t>第三步是计算指纹并更新特征值。</a:t>
            </a:r>
            <a:r>
              <a:rPr lang="en-US" altLang="zh-CN" sz="1800" dirty="0">
                <a:effectLst/>
                <a:ea typeface="等线" panose="02010600030101010101" pitchFamily="2" charset="-122"/>
                <a:cs typeface="Times New Roman" panose="02020603050405020304" pitchFamily="18" charset="0"/>
              </a:rPr>
              <a:t>PFE</a:t>
            </a:r>
            <a:r>
              <a:rPr lang="zh-CN" altLang="zh-CN" sz="1800" dirty="0">
                <a:effectLst/>
                <a:ea typeface="等线" panose="02010600030101010101" pitchFamily="2" charset="-122"/>
                <a:cs typeface="Times New Roman" panose="02020603050405020304" pitchFamily="18" charset="0"/>
              </a:rPr>
              <a:t>利用</a:t>
            </a:r>
            <a:r>
              <a:rPr lang="en-US" altLang="zh-CN" sz="1800" dirty="0">
                <a:effectLst/>
                <a:ea typeface="等线" panose="02010600030101010101" pitchFamily="2" charset="-122"/>
                <a:cs typeface="Times New Roman" panose="02020603050405020304" pitchFamily="18" charset="0"/>
              </a:rPr>
              <a:t>and</a:t>
            </a:r>
            <a:r>
              <a:rPr lang="zh-CN" altLang="zh-CN" sz="1800" dirty="0">
                <a:effectLst/>
                <a:ea typeface="等线" panose="02010600030101010101" pitchFamily="2" charset="-122"/>
                <a:cs typeface="Times New Roman" panose="02020603050405020304" pitchFamily="18" charset="0"/>
              </a:rPr>
              <a:t>指令从向量寄存器中选出特定的字节完成运算。</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14</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3491493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第三步计算完成后，滑动窗口会向右滑动，同时回到第二步，继续读取数据</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15</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043161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dirty="0">
                <a:effectLst/>
                <a:ea typeface="等线" panose="02010600030101010101" pitchFamily="2" charset="-122"/>
                <a:cs typeface="Times New Roman" panose="02020603050405020304" pitchFamily="18" charset="0"/>
              </a:rPr>
              <a:t>最终</a:t>
            </a:r>
            <a:r>
              <a:rPr lang="zh-CN" altLang="en-US" sz="1800" dirty="0">
                <a:effectLst/>
                <a:ea typeface="等线" panose="02010600030101010101" pitchFamily="2" charset="-122"/>
                <a:cs typeface="Times New Roman" panose="02020603050405020304" pitchFamily="18" charset="0"/>
              </a:rPr>
              <a:t>滑动窗口</a:t>
            </a:r>
            <a:r>
              <a:rPr lang="zh-CN" altLang="zh-CN" sz="1800" dirty="0">
                <a:effectLst/>
                <a:ea typeface="等线" panose="02010600030101010101" pitchFamily="2" charset="-122"/>
                <a:cs typeface="Times New Roman" panose="02020603050405020304" pitchFamily="18" charset="0"/>
              </a:rPr>
              <a:t>抵达边界时完成计算</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16</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64767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en-US" altLang="zh-CN" sz="1200" i="0" kern="1200" dirty="0">
                <a:solidFill>
                  <a:schemeClr val="tx1"/>
                </a:solidFill>
                <a:effectLst/>
                <a:latin typeface="Arial" panose="020B0604020202020204" pitchFamily="34" charset="0"/>
                <a:ea typeface="宋体" panose="02010600030101010101" pitchFamily="2" charset="-122"/>
                <a:cs typeface="+mn-cs"/>
              </a:rPr>
              <a:t>PFE</a:t>
            </a:r>
            <a:r>
              <a:rPr lang="zh-CN" altLang="en-US" sz="1200" i="0" kern="1200" dirty="0">
                <a:solidFill>
                  <a:schemeClr val="tx1"/>
                </a:solidFill>
                <a:effectLst/>
                <a:latin typeface="Arial" panose="020B0604020202020204" pitchFamily="34" charset="0"/>
                <a:ea typeface="宋体" panose="02010600030101010101" pitchFamily="2" charset="-122"/>
                <a:cs typeface="+mn-cs"/>
              </a:rPr>
              <a:t>主要是针对</a:t>
            </a:r>
            <a:r>
              <a:rPr lang="zh-CN" altLang="zh-CN" sz="1800" dirty="0">
                <a:effectLst/>
                <a:ea typeface="等线" panose="02010600030101010101" pitchFamily="2" charset="-122"/>
                <a:cs typeface="Times New Roman" panose="02020603050405020304" pitchFamily="18" charset="0"/>
              </a:rPr>
              <a:t>特征提取过程的整体并行化</a:t>
            </a:r>
            <a:r>
              <a:rPr lang="zh-CN" altLang="en-US" sz="1800" dirty="0">
                <a:effectLst/>
                <a:ea typeface="等线" panose="02010600030101010101" pitchFamily="2" charset="-122"/>
                <a:cs typeface="Times New Roman" panose="02020603050405020304" pitchFamily="18" charset="0"/>
              </a:rPr>
              <a:t>，</a:t>
            </a:r>
            <a:r>
              <a:rPr lang="zh-CN" altLang="zh-CN" sz="1800" dirty="0">
                <a:effectLst/>
                <a:ea typeface="等线" panose="02010600030101010101" pitchFamily="2" charset="-122"/>
                <a:cs typeface="Times New Roman" panose="02020603050405020304" pitchFamily="18" charset="0"/>
              </a:rPr>
              <a:t>接下来描述</a:t>
            </a:r>
            <a:r>
              <a:rPr lang="en-US" altLang="zh-CN" sz="1800" dirty="0">
                <a:effectLst/>
                <a:ea typeface="等线" panose="02010600030101010101" pitchFamily="2" charset="-122"/>
                <a:cs typeface="Times New Roman" panose="02020603050405020304" pitchFamily="18" charset="0"/>
              </a:rPr>
              <a:t>PFE</a:t>
            </a:r>
            <a:r>
              <a:rPr lang="zh-CN" altLang="zh-CN" sz="1800" dirty="0">
                <a:effectLst/>
                <a:ea typeface="等线" panose="02010600030101010101" pitchFamily="2" charset="-122"/>
                <a:cs typeface="Times New Roman" panose="02020603050405020304" pitchFamily="18" charset="0"/>
              </a:rPr>
              <a:t>针对不同特征提取策略的优化</a:t>
            </a:r>
            <a:r>
              <a:rPr lang="zh-CN" altLang="en-US" sz="1800" dirty="0">
                <a:effectLst/>
                <a:ea typeface="等线" panose="02010600030101010101" pitchFamily="2" charset="-122"/>
                <a:cs typeface="Times New Roman" panose="02020603050405020304" pitchFamily="18" charset="0"/>
              </a:rPr>
              <a:t>。</a:t>
            </a:r>
            <a:r>
              <a:rPr lang="zh-CN" altLang="zh-CN" sz="1800" dirty="0">
                <a:effectLst/>
                <a:ea typeface="等线" panose="02010600030101010101" pitchFamily="2" charset="-122"/>
                <a:cs typeface="Times New Roman" panose="02020603050405020304" pitchFamily="18" charset="0"/>
              </a:rPr>
              <a:t>首先是线性变换策略</a:t>
            </a:r>
            <a:r>
              <a:rPr lang="zh-CN" altLang="en-US" sz="1800" dirty="0">
                <a:effectLst/>
                <a:ea typeface="等线" panose="02010600030101010101" pitchFamily="2" charset="-122"/>
                <a:cs typeface="Times New Roman" panose="02020603050405020304" pitchFamily="18" charset="0"/>
              </a:rPr>
              <a:t>的优化</a:t>
            </a:r>
            <a:r>
              <a:rPr lang="zh-CN" altLang="zh-CN" sz="1800" dirty="0">
                <a:effectLst/>
                <a:ea typeface="等线" panose="02010600030101010101" pitchFamily="2" charset="-122"/>
                <a:cs typeface="Times New Roman" panose="02020603050405020304" pitchFamily="18" charset="0"/>
              </a:rPr>
              <a:t>，</a:t>
            </a:r>
            <a:r>
              <a:rPr lang="zh-CN" altLang="en-US" sz="1800" dirty="0">
                <a:effectLst/>
                <a:ea typeface="等线" panose="02010600030101010101" pitchFamily="2" charset="-122"/>
                <a:cs typeface="Times New Roman" panose="02020603050405020304" pitchFamily="18" charset="0"/>
              </a:rPr>
              <a:t>首先</a:t>
            </a:r>
            <a:r>
              <a:rPr lang="zh-CN" altLang="zh-CN" sz="1800" dirty="0">
                <a:effectLst/>
                <a:ea typeface="等线" panose="02010600030101010101" pitchFamily="2" charset="-122"/>
                <a:cs typeface="Times New Roman" panose="02020603050405020304" pitchFamily="18" charset="0"/>
              </a:rPr>
              <a:t>，由于</a:t>
            </a:r>
            <a:r>
              <a:rPr lang="en-US" altLang="zh-CN" sz="1800" dirty="0">
                <a:effectLst/>
                <a:ea typeface="等线" panose="02010600030101010101" pitchFamily="2" charset="-122"/>
                <a:cs typeface="Times New Roman" panose="02020603050405020304" pitchFamily="18" charset="0"/>
              </a:rPr>
              <a:t>Rabin</a:t>
            </a:r>
            <a:r>
              <a:rPr lang="zh-CN" altLang="zh-CN" sz="1800" dirty="0">
                <a:effectLst/>
                <a:ea typeface="等线" panose="02010600030101010101" pitchFamily="2" charset="-122"/>
                <a:cs typeface="Times New Roman" panose="02020603050405020304" pitchFamily="18" charset="0"/>
              </a:rPr>
              <a:t>指纹是</a:t>
            </a:r>
            <a:r>
              <a:rPr lang="en-US" altLang="zh-CN" sz="1800" dirty="0">
                <a:effectLst/>
                <a:ea typeface="等线" panose="02010600030101010101" pitchFamily="2" charset="-122"/>
                <a:cs typeface="Times New Roman" panose="02020603050405020304" pitchFamily="18" charset="0"/>
              </a:rPr>
              <a:t>64</a:t>
            </a:r>
            <a:r>
              <a:rPr lang="zh-CN" altLang="zh-CN" sz="1800" dirty="0">
                <a:effectLst/>
                <a:ea typeface="等线" panose="02010600030101010101" pitchFamily="2" charset="-122"/>
                <a:cs typeface="Times New Roman" panose="02020603050405020304" pitchFamily="18" charset="0"/>
              </a:rPr>
              <a:t>位，这使得</a:t>
            </a:r>
            <a:r>
              <a:rPr lang="en-US" altLang="zh-CN" sz="1800" dirty="0">
                <a:effectLst/>
                <a:ea typeface="等线" panose="02010600030101010101" pitchFamily="2" charset="-122"/>
                <a:cs typeface="Times New Roman" panose="02020603050405020304" pitchFamily="18" charset="0"/>
              </a:rPr>
              <a:t>PFE</a:t>
            </a:r>
            <a:r>
              <a:rPr lang="zh-CN" altLang="zh-CN" sz="1800" dirty="0">
                <a:effectLst/>
                <a:ea typeface="等线" panose="02010600030101010101" pitchFamily="2" charset="-122"/>
                <a:cs typeface="Times New Roman" panose="02020603050405020304" pitchFamily="18" charset="0"/>
              </a:rPr>
              <a:t>最多支持</a:t>
            </a:r>
            <a:r>
              <a:rPr lang="en-US" altLang="zh-CN" sz="1800" dirty="0">
                <a:effectLst/>
                <a:ea typeface="等线" panose="02010600030101010101" pitchFamily="2" charset="-122"/>
                <a:cs typeface="Times New Roman" panose="02020603050405020304" pitchFamily="18" charset="0"/>
              </a:rPr>
              <a:t>8</a:t>
            </a:r>
            <a:r>
              <a:rPr lang="zh-CN" altLang="zh-CN" sz="1800" dirty="0">
                <a:effectLst/>
                <a:ea typeface="等线" panose="02010600030101010101" pitchFamily="2" charset="-122"/>
                <a:cs typeface="Times New Roman" panose="02020603050405020304" pitchFamily="18" charset="0"/>
              </a:rPr>
              <a:t>路并行。</a:t>
            </a:r>
            <a:r>
              <a:rPr lang="zh-CN" altLang="en-US" sz="1800" dirty="0">
                <a:effectLst/>
                <a:ea typeface="等线" panose="02010600030101010101" pitchFamily="2" charset="-122"/>
                <a:cs typeface="Times New Roman" panose="02020603050405020304" pitchFamily="18" charset="0"/>
              </a:rPr>
              <a:t>其次</a:t>
            </a:r>
            <a:r>
              <a:rPr lang="zh-CN" altLang="zh-CN" sz="1800" dirty="0">
                <a:effectLst/>
                <a:ea typeface="等线" panose="02010600030101010101" pitchFamily="2" charset="-122"/>
                <a:cs typeface="Times New Roman" panose="02020603050405020304" pitchFamily="18" charset="0"/>
              </a:rPr>
              <a:t>，由于并行化，每次线性变换实际需要两次比较操作，</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dirty="0">
                <a:effectLst/>
                <a:ea typeface="等线" panose="02010600030101010101" pitchFamily="2" charset="-122"/>
                <a:cs typeface="Times New Roman" panose="02020603050405020304" pitchFamily="18" charset="0"/>
              </a:rPr>
              <a:t>针对这两个问题，</a:t>
            </a:r>
            <a:r>
              <a:rPr lang="en-US" altLang="zh-CN" sz="1800" dirty="0">
                <a:effectLst/>
                <a:ea typeface="等线" panose="02010600030101010101" pitchFamily="2" charset="-122"/>
                <a:cs typeface="Times New Roman" panose="02020603050405020304" pitchFamily="18" charset="0"/>
              </a:rPr>
              <a:t>PFE</a:t>
            </a:r>
            <a:r>
              <a:rPr lang="zh-CN" altLang="en-US" sz="1800" dirty="0">
                <a:effectLst/>
                <a:ea typeface="等线" panose="02010600030101010101" pitchFamily="2" charset="-122"/>
                <a:cs typeface="Times New Roman" panose="02020603050405020304" pitchFamily="18" charset="0"/>
              </a:rPr>
              <a:t>首先</a:t>
            </a:r>
            <a:r>
              <a:rPr lang="zh-CN" altLang="zh-CN" sz="1800" dirty="0">
                <a:effectLst/>
                <a:ea typeface="等线" panose="02010600030101010101" pitchFamily="2" charset="-122"/>
                <a:cs typeface="Times New Roman" panose="02020603050405020304" pitchFamily="18" charset="0"/>
              </a:rPr>
              <a:t>将指纹</a:t>
            </a:r>
            <a:r>
              <a:rPr lang="zh-CN" altLang="en-US" sz="1800" dirty="0">
                <a:effectLst/>
                <a:ea typeface="等线" panose="02010600030101010101" pitchFamily="2" charset="-122"/>
                <a:cs typeface="Times New Roman" panose="02020603050405020304" pitchFamily="18" charset="0"/>
              </a:rPr>
              <a:t>直接</a:t>
            </a:r>
            <a:r>
              <a:rPr lang="zh-CN" altLang="zh-CN" sz="1800" dirty="0">
                <a:effectLst/>
                <a:ea typeface="等线" panose="02010600030101010101" pitchFamily="2" charset="-122"/>
                <a:cs typeface="Times New Roman" panose="02020603050405020304" pitchFamily="18" charset="0"/>
              </a:rPr>
              <a:t>截断为</a:t>
            </a:r>
            <a:r>
              <a:rPr lang="en-US" altLang="zh-CN" sz="1800" dirty="0">
                <a:effectLst/>
                <a:ea typeface="等线" panose="02010600030101010101" pitchFamily="2" charset="-122"/>
                <a:cs typeface="Times New Roman" panose="02020603050405020304" pitchFamily="18" charset="0"/>
              </a:rPr>
              <a:t>32</a:t>
            </a:r>
            <a:r>
              <a:rPr lang="zh-CN" altLang="zh-CN" sz="1800" dirty="0">
                <a:effectLst/>
                <a:ea typeface="等线" panose="02010600030101010101" pitchFamily="2" charset="-122"/>
                <a:cs typeface="Times New Roman" panose="02020603050405020304" pitchFamily="18" charset="0"/>
              </a:rPr>
              <a:t>位</a:t>
            </a:r>
            <a:r>
              <a:rPr lang="zh-CN" altLang="en-US" sz="1800" dirty="0">
                <a:effectLst/>
                <a:ea typeface="等线" panose="02010600030101010101" pitchFamily="2" charset="-122"/>
                <a:cs typeface="Times New Roman" panose="02020603050405020304" pitchFamily="18" charset="0"/>
              </a:rPr>
              <a:t>进行</a:t>
            </a:r>
            <a:r>
              <a:rPr lang="zh-CN" altLang="zh-CN" sz="1800" dirty="0">
                <a:effectLst/>
                <a:ea typeface="等线" panose="02010600030101010101" pitchFamily="2" charset="-122"/>
                <a:cs typeface="Times New Roman" panose="02020603050405020304" pitchFamily="18" charset="0"/>
              </a:rPr>
              <a:t>计算。这是因为从计算公式可以看出，实际上参与比较的是结果的后</a:t>
            </a:r>
            <a:r>
              <a:rPr lang="en-US" altLang="zh-CN" sz="1800" dirty="0">
                <a:effectLst/>
                <a:ea typeface="等线" panose="02010600030101010101" pitchFamily="2" charset="-122"/>
                <a:cs typeface="Times New Roman" panose="02020603050405020304" pitchFamily="18" charset="0"/>
              </a:rPr>
              <a:t>32</a:t>
            </a:r>
            <a:r>
              <a:rPr lang="zh-CN" altLang="zh-CN" sz="1800" dirty="0">
                <a:effectLst/>
                <a:ea typeface="等线" panose="02010600030101010101" pitchFamily="2" charset="-122"/>
                <a:cs typeface="Times New Roman" panose="02020603050405020304" pitchFamily="18" charset="0"/>
              </a:rPr>
              <a:t>位，这样可以</a:t>
            </a:r>
            <a:r>
              <a:rPr lang="zh-CN" altLang="en-US" sz="1800" dirty="0">
                <a:effectLst/>
                <a:ea typeface="等线" panose="02010600030101010101" pitchFamily="2" charset="-122"/>
                <a:cs typeface="Times New Roman" panose="02020603050405020304" pitchFamily="18" charset="0"/>
              </a:rPr>
              <a:t>消除求模运算，</a:t>
            </a:r>
            <a:r>
              <a:rPr lang="zh-CN" altLang="zh-CN" sz="1800" dirty="0">
                <a:effectLst/>
                <a:ea typeface="等线" panose="02010600030101010101" pitchFamily="2" charset="-122"/>
                <a:cs typeface="Times New Roman" panose="02020603050405020304" pitchFamily="18" charset="0"/>
              </a:rPr>
              <a:t>实现更大的并行度。其次，</a:t>
            </a:r>
            <a:r>
              <a:rPr lang="en-US" altLang="zh-CN" sz="1800" dirty="0">
                <a:effectLst/>
                <a:ea typeface="等线" panose="02010600030101010101" pitchFamily="2" charset="-122"/>
                <a:cs typeface="Times New Roman" panose="02020603050405020304" pitchFamily="18" charset="0"/>
              </a:rPr>
              <a:t>PFE</a:t>
            </a:r>
            <a:r>
              <a:rPr lang="zh-CN" altLang="en-US" sz="1800" dirty="0">
                <a:effectLst/>
                <a:ea typeface="等线" panose="02010600030101010101" pitchFamily="2" charset="-122"/>
                <a:cs typeface="Times New Roman" panose="02020603050405020304" pitchFamily="18" charset="0"/>
              </a:rPr>
              <a:t>利用向量寄存器记录了当前线性变换操作的最大值</a:t>
            </a:r>
            <a:r>
              <a:rPr lang="zh-CN" altLang="zh-CN" sz="1800" dirty="0">
                <a:effectLst/>
                <a:ea typeface="等线" panose="02010600030101010101" pitchFamily="2" charset="-122"/>
                <a:cs typeface="Times New Roman" panose="02020603050405020304" pitchFamily="18" charset="0"/>
              </a:rPr>
              <a:t>，使得每次只需要一次并行的最大值比较操作即可。</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17</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834782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接下来是子区域最大值策略的优化。从右边的图可以看出，数据块特征值的数量等于子区域的数量。一般来说，</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Finesse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每个数据块提取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12</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个特征值，这会导致向量寄存器的浪费。</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为此</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本文提出了新的特征提取方案</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，并以新的方式组织超级特征值</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每个数据块</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提取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或者</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16</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个特征值，</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，从而</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最大程度地利用向量寄存器</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18</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659671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接下来是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LAFM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的相关工作。</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Super-feature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的检测原理是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Broder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定理，根据</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SIDC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的参数配置，即使是相似度较高的数据块，也存在一定概率被遗漏。</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Finesse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的检测原理是特征局部性理论，它只能检测长度和内容都很接近的相似数据块。</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这是</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因为插入数据后，特征值很容易会发生偏移，如右下角的图所示。以上分析说明了相似数据检测不充分的情况普遍存在。</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19</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1117203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en-US" sz="1200" i="0" kern="1200" dirty="0">
                <a:solidFill>
                  <a:schemeClr val="tx1"/>
                </a:solidFill>
                <a:effectLst/>
                <a:latin typeface="Arial" panose="020B0604020202020204" pitchFamily="34" charset="0"/>
                <a:ea typeface="宋体" panose="02010600030101010101" pitchFamily="2" charset="-122"/>
                <a:cs typeface="+mn-cs"/>
              </a:rPr>
              <a:t>为此，本文</a:t>
            </a:r>
            <a:r>
              <a:rPr lang="zh-CN" altLang="zh-CN" sz="1800" dirty="0">
                <a:effectLst/>
                <a:ea typeface="等线" panose="02010600030101010101" pitchFamily="2" charset="-122"/>
                <a:cs typeface="Times New Roman" panose="02020603050405020304" pitchFamily="18" charset="0"/>
              </a:rPr>
              <a:t>提出了</a:t>
            </a:r>
            <a:r>
              <a:rPr lang="zh-CN" altLang="en-US" sz="1800" dirty="0">
                <a:effectLst/>
                <a:ea typeface="等线" panose="02010600030101010101" pitchFamily="2" charset="-122"/>
                <a:cs typeface="Times New Roman" panose="02020603050405020304" pitchFamily="18" charset="0"/>
              </a:rPr>
              <a:t>基于局部性感知的特征匹配技术</a:t>
            </a:r>
            <a:r>
              <a:rPr lang="en-US" altLang="zh-CN" sz="1800" dirty="0">
                <a:effectLst/>
                <a:ea typeface="等线" panose="02010600030101010101" pitchFamily="2" charset="-122"/>
                <a:cs typeface="Times New Roman" panose="02020603050405020304" pitchFamily="18" charset="0"/>
              </a:rPr>
              <a:t>LAFM</a:t>
            </a:r>
            <a:r>
              <a:rPr lang="zh-CN" altLang="en-US" sz="1800" dirty="0">
                <a:effectLst/>
                <a:ea typeface="等线" panose="02010600030101010101" pitchFamily="2" charset="-122"/>
                <a:cs typeface="Times New Roman" panose="02020603050405020304" pitchFamily="18" charset="0"/>
              </a:rPr>
              <a:t>，</a:t>
            </a:r>
            <a:r>
              <a:rPr lang="zh-CN" altLang="zh-CN" sz="1800" dirty="0">
                <a:effectLst/>
                <a:ea typeface="等线" panose="02010600030101010101" pitchFamily="2" charset="-122"/>
                <a:cs typeface="Times New Roman" panose="02020603050405020304" pitchFamily="18" charset="0"/>
              </a:rPr>
              <a:t>将基于特征值计算的方法和基于空间局部性的方法结合起来，从而提高检测效果。</a:t>
            </a:r>
            <a:endParaRPr lang="en-US" altLang="zh-CN" sz="1800" dirty="0">
              <a:effectLst/>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dirty="0">
                <a:effectLst/>
                <a:ea typeface="等线" panose="02010600030101010101" pitchFamily="2" charset="-122"/>
                <a:cs typeface="Times New Roman" panose="02020603050405020304" pitchFamily="18" charset="0"/>
              </a:rPr>
              <a:t>数据去重</a:t>
            </a:r>
            <a:r>
              <a:rPr lang="zh-CN" altLang="en-US" sz="1800" dirty="0">
                <a:effectLst/>
                <a:ea typeface="等线" panose="02010600030101010101" pitchFamily="2" charset="-122"/>
                <a:cs typeface="Times New Roman" panose="02020603050405020304" pitchFamily="18" charset="0"/>
              </a:rPr>
              <a:t>可以</a:t>
            </a:r>
            <a:r>
              <a:rPr lang="zh-CN" altLang="zh-CN" sz="1800" dirty="0">
                <a:effectLst/>
                <a:ea typeface="等线" panose="02010600030101010101" pitchFamily="2" charset="-122"/>
                <a:cs typeface="Times New Roman" panose="02020603050405020304" pitchFamily="18" charset="0"/>
              </a:rPr>
              <a:t>检测</a:t>
            </a:r>
            <a:r>
              <a:rPr lang="zh-CN" altLang="en-US" sz="1800" dirty="0">
                <a:effectLst/>
                <a:ea typeface="等线" panose="02010600030101010101" pitchFamily="2" charset="-122"/>
                <a:cs typeface="Times New Roman" panose="02020603050405020304" pitchFamily="18" charset="0"/>
              </a:rPr>
              <a:t>出</a:t>
            </a:r>
            <a:r>
              <a:rPr lang="zh-CN" altLang="zh-CN" sz="1800" dirty="0">
                <a:effectLst/>
                <a:ea typeface="等线" panose="02010600030101010101" pitchFamily="2" charset="-122"/>
                <a:cs typeface="Times New Roman" panose="02020603050405020304" pitchFamily="18" charset="0"/>
              </a:rPr>
              <a:t>重复数据块，基于特征值计算的相似性检测方法</a:t>
            </a:r>
            <a:r>
              <a:rPr lang="zh-CN" altLang="en-US" sz="1800" dirty="0">
                <a:effectLst/>
                <a:ea typeface="等线" panose="02010600030101010101" pitchFamily="2" charset="-122"/>
                <a:cs typeface="Times New Roman" panose="02020603050405020304" pitchFamily="18" charset="0"/>
              </a:rPr>
              <a:t>可以</a:t>
            </a:r>
            <a:r>
              <a:rPr lang="zh-CN" altLang="zh-CN" sz="1800" dirty="0">
                <a:effectLst/>
                <a:ea typeface="等线" panose="02010600030101010101" pitchFamily="2" charset="-122"/>
                <a:cs typeface="Times New Roman" panose="02020603050405020304" pitchFamily="18" charset="0"/>
              </a:rPr>
              <a:t>检测出高度相似块，它们</a:t>
            </a:r>
            <a:r>
              <a:rPr lang="zh-CN" altLang="en-US" sz="1800" dirty="0">
                <a:effectLst/>
                <a:ea typeface="等线" panose="02010600030101010101" pitchFamily="2" charset="-122"/>
                <a:cs typeface="Times New Roman" panose="02020603050405020304" pitchFamily="18" charset="0"/>
              </a:rPr>
              <a:t>具有明显的空间局部性特征，被</a:t>
            </a:r>
            <a:r>
              <a:rPr lang="zh-CN" altLang="zh-CN" sz="1800" dirty="0">
                <a:effectLst/>
                <a:ea typeface="等线" panose="02010600030101010101" pitchFamily="2" charset="-122"/>
                <a:cs typeface="Times New Roman" panose="02020603050405020304" pitchFamily="18" charset="0"/>
              </a:rPr>
              <a:t>统称为特征数据块。</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20</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159845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en-US" sz="1200" i="0" kern="1200" dirty="0">
                <a:solidFill>
                  <a:schemeClr val="tx1"/>
                </a:solidFill>
                <a:effectLst/>
                <a:latin typeface="Arial" panose="020B0604020202020204" pitchFamily="34" charset="0"/>
                <a:ea typeface="宋体" panose="02010600030101010101" pitchFamily="2" charset="-122"/>
                <a:cs typeface="+mn-cs"/>
              </a:rPr>
              <a:t>算法的核心思想是</a:t>
            </a:r>
            <a:r>
              <a:rPr lang="zh-CN" altLang="zh-CN" sz="1800" dirty="0">
                <a:effectLst/>
                <a:ea typeface="等线" panose="02010600030101010101" pitchFamily="2" charset="-122"/>
                <a:cs typeface="Times New Roman" panose="02020603050405020304" pitchFamily="18" charset="0"/>
              </a:rPr>
              <a:t>利用特征数据块间的空间局部性来遍历检测潜在的备选相似数据块，这些备选块的真实相似程度由差量压缩结果判断</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21</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0630707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dirty="0">
                <a:effectLst/>
                <a:ea typeface="等线" panose="02010600030101010101" pitchFamily="2" charset="-122"/>
                <a:cs typeface="Times New Roman" panose="02020603050405020304" pitchFamily="18" charset="0"/>
              </a:rPr>
              <a:t>之后本文在</a:t>
            </a:r>
            <a:r>
              <a:rPr lang="en-US" altLang="zh-CN" sz="1800" dirty="0">
                <a:effectLst/>
                <a:ea typeface="等线" panose="02010600030101010101" pitchFamily="2" charset="-122"/>
                <a:cs typeface="Times New Roman" panose="02020603050405020304" pitchFamily="18" charset="0"/>
              </a:rPr>
              <a:t>LAFM</a:t>
            </a:r>
            <a:r>
              <a:rPr lang="zh-CN" altLang="zh-CN" sz="1800" dirty="0">
                <a:effectLst/>
                <a:ea typeface="等线" panose="02010600030101010101" pitchFamily="2" charset="-122"/>
                <a:cs typeface="Times New Roman" panose="02020603050405020304" pitchFamily="18" charset="0"/>
              </a:rPr>
              <a:t>的基础上进一步提出了基于</a:t>
            </a:r>
            <a:r>
              <a:rPr lang="en-US" altLang="zh-CN" sz="1800" dirty="0">
                <a:effectLst/>
                <a:ea typeface="等线" panose="02010600030101010101" pitchFamily="2" charset="-122"/>
                <a:cs typeface="Times New Roman" panose="02020603050405020304" pitchFamily="18" charset="0"/>
              </a:rPr>
              <a:t>LAFM</a:t>
            </a:r>
            <a:r>
              <a:rPr lang="zh-CN" altLang="zh-CN" sz="1800" dirty="0">
                <a:effectLst/>
                <a:ea typeface="等线" panose="02010600030101010101" pitchFamily="2" charset="-122"/>
                <a:cs typeface="Times New Roman" panose="02020603050405020304" pitchFamily="18" charset="0"/>
              </a:rPr>
              <a:t>的去重系统</a:t>
            </a:r>
            <a:r>
              <a:rPr lang="en-US" altLang="zh-CN" sz="1800" dirty="0">
                <a:effectLst/>
                <a:ea typeface="等线" panose="02010600030101010101" pitchFamily="2" charset="-122"/>
                <a:cs typeface="Times New Roman" panose="02020603050405020304" pitchFamily="18" charset="0"/>
              </a:rPr>
              <a:t>LBS</a:t>
            </a:r>
            <a:r>
              <a:rPr lang="zh-CN" altLang="zh-CN" sz="1800" dirty="0">
                <a:effectLst/>
                <a:ea typeface="等线" panose="02010600030101010101" pitchFamily="2" charset="-122"/>
                <a:cs typeface="Times New Roman" panose="02020603050405020304" pitchFamily="18" charset="0"/>
              </a:rPr>
              <a:t>。系统分为四个模块，各阶段流水化执行。</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22</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456238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dirty="0">
                <a:effectLst/>
                <a:ea typeface="等线" panose="02010600030101010101" pitchFamily="2" charset="-122"/>
                <a:cs typeface="Times New Roman" panose="02020603050405020304" pitchFamily="18" charset="0"/>
              </a:rPr>
              <a:t>其中最核心的部分是</a:t>
            </a:r>
            <a:r>
              <a:rPr lang="zh-CN" altLang="en-US" sz="1800" dirty="0">
                <a:effectLst/>
                <a:ea typeface="等线" panose="02010600030101010101" pitchFamily="2" charset="-122"/>
                <a:cs typeface="Times New Roman" panose="02020603050405020304" pitchFamily="18" charset="0"/>
              </a:rPr>
              <a:t>将</a:t>
            </a:r>
            <a:r>
              <a:rPr lang="zh-CN" altLang="zh-CN" sz="1800" dirty="0">
                <a:effectLst/>
                <a:ea typeface="等线" panose="02010600030101010101" pitchFamily="2" charset="-122"/>
                <a:cs typeface="Times New Roman" panose="02020603050405020304" pitchFamily="18" charset="0"/>
              </a:rPr>
              <a:t>特征匹配阶段分成两步</a:t>
            </a:r>
            <a:r>
              <a:rPr lang="zh-CN" altLang="en-US" sz="1800" dirty="0">
                <a:effectLst/>
                <a:ea typeface="等线" panose="02010600030101010101" pitchFamily="2" charset="-122"/>
                <a:cs typeface="Times New Roman" panose="02020603050405020304" pitchFamily="18" charset="0"/>
              </a:rPr>
              <a:t>执行</a:t>
            </a:r>
            <a:r>
              <a:rPr lang="zh-CN" altLang="zh-CN" sz="1800" dirty="0">
                <a:effectLst/>
                <a:ea typeface="等线" panose="02010600030101010101" pitchFamily="2" charset="-122"/>
                <a:cs typeface="Times New Roman" panose="02020603050405020304" pitchFamily="18" charset="0"/>
              </a:rPr>
              <a:t>：</a:t>
            </a:r>
            <a:r>
              <a:rPr lang="zh-CN" altLang="en-US" sz="1800" dirty="0">
                <a:effectLst/>
                <a:ea typeface="等线" panose="02010600030101010101" pitchFamily="2" charset="-122"/>
                <a:cs typeface="Times New Roman" panose="02020603050405020304" pitchFamily="18" charset="0"/>
              </a:rPr>
              <a:t>首先是</a:t>
            </a:r>
            <a:r>
              <a:rPr lang="zh-CN" altLang="zh-CN" sz="1800" dirty="0">
                <a:effectLst/>
                <a:ea typeface="等线" panose="02010600030101010101" pitchFamily="2" charset="-122"/>
                <a:cs typeface="Times New Roman" panose="02020603050405020304" pitchFamily="18" charset="0"/>
              </a:rPr>
              <a:t>基于超级特征值的特征匹配</a:t>
            </a:r>
            <a:r>
              <a:rPr lang="zh-CN" altLang="en-US" sz="1800" dirty="0">
                <a:effectLst/>
                <a:ea typeface="等线" panose="02010600030101010101" pitchFamily="2" charset="-122"/>
                <a:cs typeface="Times New Roman" panose="02020603050405020304" pitchFamily="18" charset="0"/>
              </a:rPr>
              <a:t>，再是</a:t>
            </a:r>
            <a:r>
              <a:rPr lang="zh-CN" altLang="zh-CN" sz="1800" dirty="0">
                <a:effectLst/>
                <a:ea typeface="等线" panose="02010600030101010101" pitchFamily="2" charset="-122"/>
                <a:cs typeface="Times New Roman" panose="02020603050405020304" pitchFamily="18" charset="0"/>
              </a:rPr>
              <a:t>基于局部性感知的特征匹配。为了方便遍历，元数据缓存中数据块</a:t>
            </a:r>
            <a:r>
              <a:rPr lang="zh-CN" altLang="en-US" sz="1800" dirty="0">
                <a:effectLst/>
                <a:ea typeface="等线" panose="02010600030101010101" pitchFamily="2" charset="-122"/>
                <a:cs typeface="Times New Roman" panose="02020603050405020304" pitchFamily="18" charset="0"/>
              </a:rPr>
              <a:t>会</a:t>
            </a:r>
            <a:r>
              <a:rPr lang="zh-CN" altLang="zh-CN" sz="1800" dirty="0">
                <a:effectLst/>
                <a:ea typeface="等线" panose="02010600030101010101" pitchFamily="2" charset="-122"/>
                <a:cs typeface="Times New Roman" panose="02020603050405020304" pitchFamily="18" charset="0"/>
              </a:rPr>
              <a:t>以双向链表的形式组织在一起。</a:t>
            </a:r>
            <a:br>
              <a:rPr lang="zh-CN" altLang="en-US" sz="1200" i="0" kern="1200" dirty="0">
                <a:solidFill>
                  <a:schemeClr val="tx1"/>
                </a:solidFill>
                <a:effectLst/>
                <a:latin typeface="Arial" panose="020B0604020202020204" pitchFamily="34" charset="0"/>
                <a:ea typeface="宋体" panose="02010600030101010101" pitchFamily="2" charset="-122"/>
                <a:cs typeface="+mn-cs"/>
              </a:rPr>
            </a:b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23</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30652877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dirty="0">
                <a:effectLst/>
                <a:ea typeface="等线" panose="02010600030101010101" pitchFamily="2" charset="-122"/>
                <a:cs typeface="Times New Roman" panose="02020603050405020304" pitchFamily="18" charset="0"/>
              </a:rPr>
              <a:t>这里给出了数据流在系统中的处理流程。数据去重检测出重复和非重复数据块，然后超级特征值</a:t>
            </a:r>
            <a:r>
              <a:rPr lang="zh-CN" altLang="en-US" sz="1800" dirty="0">
                <a:effectLst/>
                <a:ea typeface="等线" panose="02010600030101010101" pitchFamily="2" charset="-122"/>
                <a:cs typeface="Times New Roman" panose="02020603050405020304" pitchFamily="18" charset="0"/>
              </a:rPr>
              <a:t>从非重复数据块中</a:t>
            </a:r>
            <a:r>
              <a:rPr lang="zh-CN" altLang="zh-CN" sz="1800" dirty="0">
                <a:effectLst/>
                <a:ea typeface="等线" panose="02010600030101010101" pitchFamily="2" charset="-122"/>
                <a:cs typeface="Times New Roman" panose="02020603050405020304" pitchFamily="18" charset="0"/>
              </a:rPr>
              <a:t>检测出相似数据块，之后</a:t>
            </a:r>
            <a:r>
              <a:rPr lang="en-US" altLang="zh-CN" sz="1800" dirty="0">
                <a:effectLst/>
                <a:ea typeface="等线" panose="02010600030101010101" pitchFamily="2" charset="-122"/>
                <a:cs typeface="Times New Roman" panose="02020603050405020304" pitchFamily="18" charset="0"/>
              </a:rPr>
              <a:t>LAFM</a:t>
            </a:r>
            <a:r>
              <a:rPr lang="zh-CN" altLang="zh-CN" sz="1800" dirty="0">
                <a:effectLst/>
                <a:ea typeface="等线" panose="02010600030101010101" pitchFamily="2" charset="-122"/>
                <a:cs typeface="Times New Roman" panose="02020603050405020304" pitchFamily="18" charset="0"/>
              </a:rPr>
              <a:t>从非相似的数据块中检测出备选块。相似数据块和备选块会在差量压缩环节进行处理。</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24</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072181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dirty="0">
                <a:effectLst/>
                <a:ea typeface="等线" panose="02010600030101010101" pitchFamily="2" charset="-122"/>
                <a:cs typeface="Times New Roman" panose="02020603050405020304" pitchFamily="18" charset="0"/>
              </a:rPr>
              <a:t>接下来是优化部分。由于第一轮检测已经检测出了绝大部分相似块，如果</a:t>
            </a:r>
            <a:r>
              <a:rPr lang="zh-CN" altLang="en-US" sz="1800" dirty="0">
                <a:effectLst/>
                <a:ea typeface="等线" panose="02010600030101010101" pitchFamily="2" charset="-122"/>
                <a:cs typeface="Times New Roman" panose="02020603050405020304" pitchFamily="18" charset="0"/>
              </a:rPr>
              <a:t>第二轮检测</a:t>
            </a:r>
            <a:r>
              <a:rPr lang="zh-CN" altLang="zh-CN" sz="1800" dirty="0">
                <a:effectLst/>
                <a:ea typeface="等线" panose="02010600030101010101" pitchFamily="2" charset="-122"/>
                <a:cs typeface="Times New Roman" panose="02020603050405020304" pitchFamily="18" charset="0"/>
              </a:rPr>
              <a:t>采用贪心遍历的方式会导致较大遍的检测开销。本文在这里以数据段作为处理单元，同时限制了</a:t>
            </a:r>
            <a:r>
              <a:rPr lang="zh-CN" altLang="en-US" sz="1800" dirty="0">
                <a:effectLst/>
                <a:ea typeface="等线" panose="02010600030101010101" pitchFamily="2" charset="-122"/>
                <a:cs typeface="Times New Roman" panose="02020603050405020304" pitchFamily="18" charset="0"/>
              </a:rPr>
              <a:t>算法</a:t>
            </a:r>
            <a:r>
              <a:rPr lang="zh-CN" altLang="zh-CN" sz="1800" dirty="0">
                <a:effectLst/>
                <a:ea typeface="等线" panose="02010600030101010101" pitchFamily="2" charset="-122"/>
                <a:cs typeface="Times New Roman" panose="02020603050405020304" pitchFamily="18" charset="0"/>
              </a:rPr>
              <a:t>的遍历长度。图中</a:t>
            </a:r>
            <a:r>
              <a:rPr lang="zh-CN" altLang="en-US" sz="1800" dirty="0">
                <a:effectLst/>
                <a:ea typeface="等线" panose="02010600030101010101" pitchFamily="2" charset="-122"/>
                <a:cs typeface="Times New Roman" panose="02020603050405020304" pitchFamily="18" charset="0"/>
              </a:rPr>
              <a:t>算法的遍</a:t>
            </a:r>
            <a:r>
              <a:rPr lang="zh-CN" altLang="zh-CN" sz="1800" dirty="0">
                <a:effectLst/>
                <a:ea typeface="等线" panose="02010600030101010101" pitchFamily="2" charset="-122"/>
                <a:cs typeface="Times New Roman" panose="02020603050405020304" pitchFamily="18" charset="0"/>
              </a:rPr>
              <a:t>历长度为</a:t>
            </a:r>
            <a:r>
              <a:rPr lang="en-US" altLang="zh-CN" sz="1800" dirty="0">
                <a:effectLst/>
                <a:ea typeface="等线" panose="02010600030101010101" pitchFamily="2" charset="-122"/>
                <a:cs typeface="Times New Roman" panose="02020603050405020304" pitchFamily="18" charset="0"/>
              </a:rPr>
              <a:t>2</a:t>
            </a:r>
            <a:r>
              <a:rPr lang="zh-CN" altLang="zh-CN" sz="1800" dirty="0">
                <a:effectLst/>
                <a:ea typeface="等线" panose="02010600030101010101" pitchFamily="2" charset="-122"/>
                <a:cs typeface="Times New Roman" panose="02020603050405020304" pitchFamily="18" charset="0"/>
              </a:rPr>
              <a:t>，最多只检测左右两边的四个数据块。</a:t>
            </a:r>
            <a:br>
              <a:rPr lang="zh-CN" altLang="en-US" sz="1200" i="0" kern="1200" dirty="0">
                <a:solidFill>
                  <a:schemeClr val="tx1"/>
                </a:solidFill>
                <a:effectLst/>
                <a:latin typeface="Arial" panose="020B0604020202020204" pitchFamily="34" charset="0"/>
                <a:ea typeface="宋体" panose="02010600030101010101" pitchFamily="2" charset="-122"/>
                <a:cs typeface="+mn-cs"/>
              </a:rPr>
            </a:b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25</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7147958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dirty="0">
                <a:effectLst/>
                <a:ea typeface="等线" panose="02010600030101010101" pitchFamily="2" charset="-122"/>
                <a:cs typeface="Times New Roman" panose="02020603050405020304" pitchFamily="18" charset="0"/>
              </a:rPr>
              <a:t>第二个问题是对过多不相似的备选块进行压缩会造成较大的计算负担。本文在这里提出了一种分级并行的差量压缩策略。根据数据块之间的距离来进行分级，每一级的压缩结果可以用来确定下一级的数据块。</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26</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31551384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dirty="0">
                <a:effectLst/>
                <a:ea typeface="等线" panose="02010600030101010101" pitchFamily="2" charset="-122"/>
                <a:cs typeface="Times New Roman" panose="02020603050405020304" pitchFamily="18" charset="0"/>
              </a:rPr>
              <a:t>比如第一级</a:t>
            </a:r>
            <a:r>
              <a:rPr lang="zh-CN" altLang="en-US" sz="1800" dirty="0">
                <a:effectLst/>
                <a:ea typeface="等线" panose="02010600030101010101" pitchFamily="2" charset="-122"/>
                <a:cs typeface="Times New Roman" panose="02020603050405020304" pitchFamily="18" charset="0"/>
              </a:rPr>
              <a:t>数据块</a:t>
            </a:r>
            <a:r>
              <a:rPr lang="zh-CN" altLang="zh-CN" sz="1800" dirty="0">
                <a:effectLst/>
                <a:ea typeface="等线" panose="02010600030101010101" pitchFamily="2" charset="-122"/>
                <a:cs typeface="Times New Roman" panose="02020603050405020304" pitchFamily="18" charset="0"/>
              </a:rPr>
              <a:t>中的</a:t>
            </a:r>
            <a:r>
              <a:rPr lang="zh-CN" altLang="en-US" sz="1800" dirty="0">
                <a:effectLst/>
                <a:ea typeface="等线" panose="02010600030101010101" pitchFamily="2" charset="-122"/>
                <a:cs typeface="Times New Roman" panose="02020603050405020304" pitchFamily="18" charset="0"/>
              </a:rPr>
              <a:t>压缩结果显示</a:t>
            </a:r>
            <a:r>
              <a:rPr lang="en-US" altLang="zh-CN" sz="1800" dirty="0">
                <a:effectLst/>
                <a:ea typeface="等线" panose="02010600030101010101" pitchFamily="2" charset="-122"/>
                <a:cs typeface="Times New Roman" panose="02020603050405020304" pitchFamily="18" charset="0"/>
              </a:rPr>
              <a:t>N</a:t>
            </a:r>
            <a:r>
              <a:rPr lang="zh-CN" altLang="en-US" sz="1800" dirty="0">
                <a:effectLst/>
                <a:ea typeface="等线" panose="02010600030101010101" pitchFamily="2" charset="-122"/>
                <a:cs typeface="Times New Roman" panose="02020603050405020304" pitchFamily="18" charset="0"/>
              </a:rPr>
              <a:t>的</a:t>
            </a:r>
            <a:r>
              <a:rPr lang="zh-CN" altLang="zh-CN" sz="1800" dirty="0">
                <a:effectLst/>
                <a:ea typeface="等线" panose="02010600030101010101" pitchFamily="2" charset="-122"/>
                <a:cs typeface="Times New Roman" panose="02020603050405020304" pitchFamily="18" charset="0"/>
              </a:rPr>
              <a:t>相似度较低，那么其遍历出的数据块都不参与后续的压缩。</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27</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23343188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200" dirty="0">
                <a:effectLst/>
                <a:ea typeface="等线" panose="02010600030101010101" pitchFamily="2" charset="-122"/>
                <a:cs typeface="Times New Roman" panose="02020603050405020304" pitchFamily="18" charset="0"/>
              </a:rPr>
              <a:t>第二级的数据块</a:t>
            </a:r>
            <a:r>
              <a:rPr lang="en-US" altLang="zh-CN" sz="1200" dirty="0">
                <a:effectLst/>
                <a:ea typeface="等线" panose="02010600030101010101" pitchFamily="2" charset="-122"/>
                <a:cs typeface="Times New Roman" panose="02020603050405020304" pitchFamily="18" charset="0"/>
              </a:rPr>
              <a:t>B</a:t>
            </a:r>
            <a:r>
              <a:rPr lang="zh-CN" altLang="zh-CN" sz="1200" dirty="0">
                <a:effectLst/>
                <a:ea typeface="等线" panose="02010600030101010101" pitchFamily="2" charset="-122"/>
                <a:cs typeface="Times New Roman" panose="02020603050405020304" pitchFamily="18" charset="0"/>
              </a:rPr>
              <a:t>也是。</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28</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23543656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29</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8546603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dirty="0">
                <a:effectLst/>
                <a:ea typeface="等线" panose="02010600030101010101" pitchFamily="2" charset="-122"/>
                <a:cs typeface="Times New Roman" panose="02020603050405020304" pitchFamily="18" charset="0"/>
              </a:rPr>
              <a:t>接下来是测试部分，主要看一下性能指标，</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30</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2657606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en-US" altLang="zh-CN" sz="1800" dirty="0">
                <a:effectLst/>
                <a:latin typeface="等线" panose="02010600030101010101" pitchFamily="2" charset="-122"/>
                <a:cs typeface="Times New Roman" panose="02020603050405020304" pitchFamily="18" charset="0"/>
              </a:rPr>
              <a:t>CF</a:t>
            </a:r>
            <a:r>
              <a:rPr lang="zh-CN" altLang="zh-CN" sz="1800" dirty="0">
                <a:effectLst/>
                <a:ea typeface="等线" panose="02010600030101010101" pitchFamily="2" charset="-122"/>
                <a:cs typeface="Times New Roman" panose="02020603050405020304" pitchFamily="18" charset="0"/>
              </a:rPr>
              <a:t>用来评估去重和压缩的效果，</a:t>
            </a:r>
            <a:r>
              <a:rPr lang="en-US" altLang="zh-CN" sz="1800" dirty="0">
                <a:effectLst/>
                <a:ea typeface="等线" panose="02010600030101010101" pitchFamily="2" charset="-122"/>
                <a:cs typeface="Times New Roman" panose="02020603050405020304" pitchFamily="18" charset="0"/>
              </a:rPr>
              <a:t>DCE</a:t>
            </a:r>
            <a:r>
              <a:rPr lang="zh-CN" altLang="zh-CN" sz="1800" dirty="0">
                <a:effectLst/>
                <a:ea typeface="等线" panose="02010600030101010101" pitchFamily="2" charset="-122"/>
                <a:cs typeface="Times New Roman" panose="02020603050405020304" pitchFamily="18" charset="0"/>
              </a:rPr>
              <a:t>用来评估检测出的数据块整体的相似度，</a:t>
            </a:r>
            <a:r>
              <a:rPr lang="en-US" altLang="zh-CN" sz="1800" dirty="0">
                <a:effectLst/>
                <a:ea typeface="等线" panose="02010600030101010101" pitchFamily="2" charset="-122"/>
                <a:cs typeface="Times New Roman" panose="02020603050405020304" pitchFamily="18" charset="0"/>
              </a:rPr>
              <a:t>SCR</a:t>
            </a:r>
            <a:r>
              <a:rPr lang="zh-CN" altLang="zh-CN" sz="1800" dirty="0">
                <a:effectLst/>
                <a:ea typeface="等线" panose="02010600030101010101" pitchFamily="2" charset="-122"/>
                <a:cs typeface="Times New Roman" panose="02020603050405020304" pitchFamily="18" charset="0"/>
              </a:rPr>
              <a:t>用来评估检测出的相似数据块的数量。</a:t>
            </a:r>
            <a:r>
              <a:rPr lang="zh-CN" altLang="en-US" sz="1800" dirty="0">
                <a:effectLst/>
                <a:ea typeface="等线" panose="02010600030101010101" pitchFamily="2" charset="-122"/>
                <a:cs typeface="Times New Roman" panose="02020603050405020304" pitchFamily="18" charset="0"/>
              </a:rPr>
              <a:t>对比的方法主要是</a:t>
            </a:r>
            <a:r>
              <a:rPr lang="en-US" altLang="zh-CN" sz="1800" dirty="0">
                <a:effectLst/>
                <a:ea typeface="等线" panose="02010600030101010101" pitchFamily="2" charset="-122"/>
                <a:cs typeface="Times New Roman" panose="02020603050405020304" pitchFamily="18" charset="0"/>
              </a:rPr>
              <a:t>Super-feature</a:t>
            </a:r>
            <a:r>
              <a:rPr lang="zh-CN" altLang="en-US" sz="1800" dirty="0">
                <a:effectLst/>
                <a:ea typeface="等线" panose="02010600030101010101" pitchFamily="2" charset="-122"/>
                <a:cs typeface="Times New Roman" panose="02020603050405020304" pitchFamily="18" charset="0"/>
              </a:rPr>
              <a:t>和</a:t>
            </a:r>
            <a:r>
              <a:rPr lang="en-US" altLang="zh-CN" sz="1800" dirty="0">
                <a:effectLst/>
                <a:ea typeface="等线" panose="02010600030101010101" pitchFamily="2" charset="-122"/>
                <a:cs typeface="Times New Roman" panose="02020603050405020304" pitchFamily="18" charset="0"/>
              </a:rPr>
              <a:t>Finesse</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800" dirty="0">
                <a:effectLst/>
                <a:ea typeface="等线" panose="02010600030101010101" pitchFamily="2" charset="-122"/>
                <a:cs typeface="Times New Roman" panose="02020603050405020304" pitchFamily="18" charset="0"/>
              </a:rPr>
              <a:t>对比系统主要是</a:t>
            </a:r>
            <a:r>
              <a:rPr lang="en-US" altLang="zh-CN" sz="1800" dirty="0" err="1">
                <a:effectLst/>
                <a:ea typeface="等线" panose="02010600030101010101" pitchFamily="2" charset="-122"/>
                <a:cs typeface="Times New Roman" panose="02020603050405020304" pitchFamily="18" charset="0"/>
              </a:rPr>
              <a:t>destor</a:t>
            </a:r>
            <a:r>
              <a:rPr lang="zh-CN" altLang="zh-CN" sz="1800" dirty="0">
                <a:effectLst/>
                <a:ea typeface="等线" panose="02010600030101010101" pitchFamily="2" charset="-122"/>
                <a:cs typeface="Times New Roman" panose="02020603050405020304" pitchFamily="18" charset="0"/>
              </a:rPr>
              <a:t>的变体，在去重的基础上加上了相似性检测和差量压缩的环节。</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31</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0839414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en-US" sz="1200" i="0" kern="1200" dirty="0">
                <a:solidFill>
                  <a:schemeClr val="tx1"/>
                </a:solidFill>
                <a:effectLst/>
                <a:latin typeface="Arial" panose="020B0604020202020204" pitchFamily="34" charset="0"/>
                <a:ea typeface="宋体" panose="02010600030101010101" pitchFamily="2" charset="-122"/>
                <a:cs typeface="+mn-cs"/>
              </a:rPr>
              <a:t>首先是</a:t>
            </a:r>
            <a:r>
              <a:rPr lang="en-US" altLang="zh-CN" sz="1200" i="0" kern="1200" dirty="0">
                <a:solidFill>
                  <a:schemeClr val="tx1"/>
                </a:solidFill>
                <a:effectLst/>
                <a:latin typeface="Arial" panose="020B0604020202020204" pitchFamily="34" charset="0"/>
                <a:ea typeface="宋体" panose="02010600030101010101" pitchFamily="2" charset="-122"/>
                <a:cs typeface="+mn-cs"/>
              </a:rPr>
              <a:t>PFE</a:t>
            </a:r>
            <a:r>
              <a:rPr lang="zh-CN" altLang="en-US" sz="1200" i="0" kern="1200" dirty="0">
                <a:solidFill>
                  <a:schemeClr val="tx1"/>
                </a:solidFill>
                <a:effectLst/>
                <a:latin typeface="Arial" panose="020B0604020202020204" pitchFamily="34" charset="0"/>
                <a:ea typeface="宋体" panose="02010600030101010101" pitchFamily="2" charset="-122"/>
                <a:cs typeface="+mn-cs"/>
              </a:rPr>
              <a:t>的测试，</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这里</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展示了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PFE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Super-</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feture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Finesse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的加速效果，可以看到并行后吞吐量提升很多，而经过特定的优化后，可以进一步提高</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32</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9472576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下面是新的特征提取方案的</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检测</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效果，可以看到</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除了数据集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VM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VMDK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上的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SCR</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外</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，相比于原方案，新方案的效果会更好。后面可以看到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LAFM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可以解决这个</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下降</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问题。</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33</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25042285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dirty="0">
                <a:effectLst/>
                <a:ea typeface="等线" panose="02010600030101010101" pitchFamily="2" charset="-122"/>
                <a:cs typeface="Times New Roman" panose="02020603050405020304" pitchFamily="18" charset="0"/>
              </a:rPr>
              <a:t>接下来是</a:t>
            </a:r>
            <a:r>
              <a:rPr lang="en-US" altLang="zh-CN" sz="1800" dirty="0">
                <a:effectLst/>
                <a:ea typeface="等线" panose="02010600030101010101" pitchFamily="2" charset="-122"/>
                <a:cs typeface="Times New Roman" panose="02020603050405020304" pitchFamily="18" charset="0"/>
              </a:rPr>
              <a:t>LAFM</a:t>
            </a:r>
            <a:r>
              <a:rPr lang="zh-CN" altLang="zh-CN" sz="1800" dirty="0">
                <a:effectLst/>
                <a:ea typeface="等线" panose="02010600030101010101" pitchFamily="2" charset="-122"/>
                <a:cs typeface="Times New Roman" panose="02020603050405020304" pitchFamily="18" charset="0"/>
              </a:rPr>
              <a:t>的部分，</a:t>
            </a:r>
            <a:r>
              <a:rPr lang="zh-CN" altLang="en-US" sz="1800" dirty="0">
                <a:effectLst/>
                <a:ea typeface="等线" panose="02010600030101010101" pitchFamily="2" charset="-122"/>
                <a:cs typeface="Times New Roman" panose="02020603050405020304" pitchFamily="18" charset="0"/>
              </a:rPr>
              <a:t>首先测试了</a:t>
            </a:r>
            <a:r>
              <a:rPr lang="zh-CN" altLang="zh-CN" sz="1800" dirty="0">
                <a:effectLst/>
                <a:ea typeface="等线" panose="02010600030101010101" pitchFamily="2" charset="-122"/>
                <a:cs typeface="Times New Roman" panose="02020603050405020304" pitchFamily="18" charset="0"/>
              </a:rPr>
              <a:t>特征数据块的检测效果，可以看到联合</a:t>
            </a:r>
            <a:r>
              <a:rPr lang="en-US" altLang="zh-CN" sz="1800" dirty="0">
                <a:effectLst/>
                <a:ea typeface="等线" panose="02010600030101010101" pitchFamily="2" charset="-122"/>
                <a:cs typeface="Times New Roman" panose="02020603050405020304" pitchFamily="18" charset="0"/>
              </a:rPr>
              <a:t>Finesse</a:t>
            </a:r>
            <a:r>
              <a:rPr lang="zh-CN" altLang="zh-CN" sz="1800" dirty="0">
                <a:effectLst/>
                <a:ea typeface="等线" panose="02010600030101010101" pitchFamily="2" charset="-122"/>
                <a:cs typeface="Times New Roman" panose="02020603050405020304" pitchFamily="18" charset="0"/>
              </a:rPr>
              <a:t>和</a:t>
            </a:r>
            <a:r>
              <a:rPr lang="en-US" altLang="zh-CN" sz="1800" dirty="0">
                <a:effectLst/>
                <a:ea typeface="等线" panose="02010600030101010101" pitchFamily="2" charset="-122"/>
                <a:cs typeface="Times New Roman" panose="02020603050405020304" pitchFamily="18" charset="0"/>
              </a:rPr>
              <a:t>LAFM</a:t>
            </a:r>
            <a:r>
              <a:rPr lang="zh-CN" altLang="zh-CN" sz="1800" dirty="0">
                <a:effectLst/>
                <a:ea typeface="等线" panose="02010600030101010101" pitchFamily="2" charset="-122"/>
                <a:cs typeface="Times New Roman" panose="02020603050405020304" pitchFamily="18" charset="0"/>
              </a:rPr>
              <a:t>检测可以有效地提高</a:t>
            </a:r>
            <a:r>
              <a:rPr lang="en-US" altLang="zh-CN" sz="1800" dirty="0">
                <a:effectLst/>
                <a:ea typeface="等线" panose="02010600030101010101" pitchFamily="2" charset="-122"/>
                <a:cs typeface="Times New Roman" panose="02020603050405020304" pitchFamily="18" charset="0"/>
              </a:rPr>
              <a:t>CF</a:t>
            </a:r>
            <a:r>
              <a:rPr lang="zh-CN" altLang="zh-CN" sz="1800" dirty="0">
                <a:effectLst/>
                <a:ea typeface="等线" panose="02010600030101010101" pitchFamily="2" charset="-122"/>
                <a:cs typeface="Times New Roman" panose="02020603050405020304" pitchFamily="18" charset="0"/>
              </a:rPr>
              <a:t>和</a:t>
            </a:r>
            <a:r>
              <a:rPr lang="en-US" altLang="zh-CN" sz="1800" dirty="0">
                <a:effectLst/>
                <a:ea typeface="等线" panose="02010600030101010101" pitchFamily="2" charset="-122"/>
                <a:cs typeface="Times New Roman" panose="02020603050405020304" pitchFamily="18" charset="0"/>
              </a:rPr>
              <a:t>SCR</a:t>
            </a:r>
            <a:r>
              <a:rPr lang="zh-CN" altLang="zh-CN" sz="1800" dirty="0">
                <a:effectLst/>
                <a:ea typeface="等线" panose="02010600030101010101" pitchFamily="2" charset="-122"/>
                <a:cs typeface="Times New Roman" panose="02020603050405020304" pitchFamily="18" charset="0"/>
              </a:rPr>
              <a:t>。同时，</a:t>
            </a:r>
            <a:r>
              <a:rPr lang="en-US" altLang="zh-CN" sz="1800" dirty="0">
                <a:effectLst/>
                <a:ea typeface="等线" panose="02010600030101010101" pitchFamily="2" charset="-122"/>
                <a:cs typeface="Times New Roman" panose="02020603050405020304" pitchFamily="18" charset="0"/>
              </a:rPr>
              <a:t>DCE</a:t>
            </a:r>
            <a:r>
              <a:rPr lang="zh-CN" altLang="zh-CN" sz="1800" dirty="0">
                <a:effectLst/>
                <a:ea typeface="等线" panose="02010600030101010101" pitchFamily="2" charset="-122"/>
                <a:cs typeface="Times New Roman" panose="02020603050405020304" pitchFamily="18" charset="0"/>
              </a:rPr>
              <a:t>仅仅下降了很少。</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34</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3884220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en-US" sz="1800" dirty="0">
                <a:effectLst/>
                <a:ea typeface="等线" panose="02010600030101010101" pitchFamily="2" charset="-122"/>
                <a:cs typeface="Times New Roman" panose="02020603050405020304" pitchFamily="18" charset="0"/>
              </a:rPr>
              <a:t>然后</a:t>
            </a:r>
            <a:r>
              <a:rPr lang="zh-CN" altLang="zh-CN" sz="1800" dirty="0">
                <a:effectLst/>
                <a:ea typeface="等线" panose="02010600030101010101" pitchFamily="2" charset="-122"/>
                <a:cs typeface="Times New Roman" panose="02020603050405020304" pitchFamily="18" charset="0"/>
              </a:rPr>
              <a:t>是分级并行压缩策略的优化效果，可以</a:t>
            </a:r>
            <a:r>
              <a:rPr lang="zh-CN" altLang="en-US" sz="1800" dirty="0">
                <a:effectLst/>
                <a:ea typeface="等线" panose="02010600030101010101" pitchFamily="2" charset="-122"/>
                <a:cs typeface="Times New Roman" panose="02020603050405020304" pitchFamily="18" charset="0"/>
              </a:rPr>
              <a:t>看出它可以</a:t>
            </a:r>
            <a:r>
              <a:rPr lang="zh-CN" altLang="zh-CN" sz="1800" dirty="0">
                <a:effectLst/>
                <a:ea typeface="等线" panose="02010600030101010101" pitchFamily="2" charset="-122"/>
                <a:cs typeface="Times New Roman" panose="02020603050405020304" pitchFamily="18" charset="0"/>
              </a:rPr>
              <a:t>有效提高差量压缩阶段的吞吐量和系统吞吐量</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35</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29632141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en-US" sz="1800" i="0"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第三部分是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PFE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LAFM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的综合效果测试。首先是检测效果的部分</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，第一，</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Super-feature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经过</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LAFM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优化后也获得了类似的提升。</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第二，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LAFM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完美解决了新的特征提取方案中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CF</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SCR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下降的问题。</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第三，</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然后除了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GCC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外，优化后的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Finesse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在各个方面都优于原始的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Super-feature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36</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41228568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dirty="0">
                <a:solidFill>
                  <a:schemeClr val="tx1"/>
                </a:solidFill>
                <a:effectLst/>
                <a:latin typeface="Arial" panose="020B0604020202020204" pitchFamily="34" charset="0"/>
                <a:ea typeface="宋体" panose="02010600030101010101" pitchFamily="2" charset="-122"/>
                <a:cs typeface="+mn-cs"/>
              </a:rPr>
            </a:b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接下来是吞吐量测试部分，总的来说，</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Super-feature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Finesse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经过优化后，系统吞吐量都获得了较大提升</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，其中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Super-feature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经过优化</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后的性能超越了</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原始</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Finesse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dirty="0">
                <a:solidFill>
                  <a:schemeClr val="tx1"/>
                </a:solidFill>
              </a:rPr>
              <a:t>而</a:t>
            </a:r>
            <a:r>
              <a:rPr lang="en-US" altLang="zh-CN" sz="1800" dirty="0">
                <a:solidFill>
                  <a:schemeClr val="tx1"/>
                </a:solidFill>
              </a:rPr>
              <a:t>Finesse</a:t>
            </a:r>
            <a:r>
              <a:rPr lang="zh-CN" altLang="en-US" sz="1800" dirty="0">
                <a:solidFill>
                  <a:schemeClr val="tx1"/>
                </a:solidFill>
              </a:rPr>
              <a:t>经过优化后也获得了接近仅执行数据去重的性能</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37</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14440320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992188" y="768350"/>
            <a:ext cx="5114925" cy="3836988"/>
          </a:xfrm>
        </p:spPr>
      </p:sp>
      <p:sp>
        <p:nvSpPr>
          <p:cNvPr id="6147" name="备注占位符 2"/>
          <p:cNvSpPr>
            <a:spLocks noGrp="1"/>
          </p:cNvSpPr>
          <p:nvPr>
            <p:ph type="body" idx="1"/>
          </p:nvPr>
        </p:nvSpPr>
        <p:spPr/>
        <p:txBody>
          <a:bodyPr wrap="square" lIns="99048" tIns="49524" rIns="99048" bIns="49524" anchor="t"/>
          <a:lstStyle/>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sz="1200" i="0" kern="1200">
                <a:solidFill>
                  <a:schemeClr val="tx1"/>
                </a:solidFill>
                <a:effectLst/>
                <a:latin typeface="Arial" panose="020B0604020202020204" pitchFamily="34" charset="0"/>
                <a:ea typeface="宋体" panose="02010600030101010101" pitchFamily="2" charset="-122"/>
                <a:cs typeface="+mn-cs"/>
              </a:rPr>
            </a:br>
            <a:r>
              <a:rPr lang="zh-CN" altLang="en-US" sz="1800">
                <a:effectLst/>
                <a:ea typeface="等线" panose="02010600030101010101" pitchFamily="2" charset="-122"/>
                <a:cs typeface="Times New Roman" panose="02020603050405020304" pitchFamily="18" charset="0"/>
              </a:rPr>
              <a:t>最后是</a:t>
            </a:r>
            <a:r>
              <a:rPr lang="zh-CN" altLang="zh-CN" sz="1800">
                <a:effectLst/>
                <a:ea typeface="等线" panose="02010600030101010101" pitchFamily="2" charset="-122"/>
                <a:cs typeface="Times New Roman" panose="02020603050405020304" pitchFamily="18" charset="0"/>
              </a:rPr>
              <a:t>总结</a:t>
            </a:r>
            <a:r>
              <a:rPr lang="zh-CN" altLang="en-US" sz="1800">
                <a:effectLst/>
                <a:ea typeface="等线" panose="02010600030101010101" pitchFamily="2" charset="-122"/>
                <a:cs typeface="Times New Roman" panose="02020603050405020304" pitchFamily="18" charset="0"/>
              </a:rPr>
              <a:t>部分</a:t>
            </a:r>
            <a:r>
              <a:rPr lang="zh-CN" altLang="zh-CN" sz="1800">
                <a:effectLst/>
                <a:ea typeface="等线" panose="02010600030101010101" pitchFamily="2" charset="-122"/>
                <a:cs typeface="Times New Roman" panose="02020603050405020304" pitchFamily="18" charset="0"/>
              </a:rPr>
              <a:t>。</a:t>
            </a:r>
            <a:endParaRPr lang="zh-CN" altLang="en-US" dirty="0">
              <a:latin typeface="微软雅黑" panose="020B0503020204020204" pitchFamily="34" charset="-122"/>
              <a:ea typeface="微软雅黑" panose="020B0503020204020204" pitchFamily="34" charset="-122"/>
            </a:endParaRPr>
          </a:p>
        </p:txBody>
      </p:sp>
      <p:sp>
        <p:nvSpPr>
          <p:cNvPr id="6148" name="灯片编号占位符 3"/>
          <p:cNvSpPr txBox="1">
            <a:spLocks noGrp="1"/>
          </p:cNvSpPr>
          <p:nvPr>
            <p:ph type="sldNum" sz="quarter"/>
          </p:nvPr>
        </p:nvSpPr>
        <p:spPr>
          <a:xfrm>
            <a:off x="4021138" y="9721850"/>
            <a:ext cx="3076575" cy="511175"/>
          </a:xfrm>
          <a:prstGeom prst="rect">
            <a:avLst/>
          </a:prstGeom>
          <a:noFill/>
          <a:ln w="9525">
            <a:noFill/>
          </a:ln>
        </p:spPr>
        <p:txBody>
          <a:bodyPr lIns="99048" tIns="49524" rIns="99048" bIns="49524" anchor="b"/>
          <a:lstStyle/>
          <a:p>
            <a:pPr lvl="0" algn="r" defTabSz="990600" eaLnBrk="1" hangingPunct="1"/>
            <a:fld id="{9A0DB2DC-4C9A-4742-B13C-FB6460FD3503}" type="slidenum">
              <a:rPr lang="en-US" altLang="zh-CN" sz="1300" dirty="0">
                <a:solidFill>
                  <a:schemeClr val="tx1"/>
                </a:solidFill>
                <a:ea typeface="宋体" panose="02010600030101010101" pitchFamily="2" charset="-122"/>
              </a:rPr>
              <a:t>38</a:t>
            </a:fld>
            <a:endParaRPr lang="en-US" altLang="zh-CN" sz="1300" dirty="0">
              <a:solidFill>
                <a:schemeClr val="tx1"/>
              </a:solidFill>
              <a:ea typeface="宋体" panose="02010600030101010101" pitchFamily="2" charset="-122"/>
            </a:endParaRPr>
          </a:p>
        </p:txBody>
      </p:sp>
    </p:spTree>
    <p:extLst>
      <p:ext uri="{BB962C8B-B14F-4D97-AF65-F5344CB8AC3E}">
        <p14:creationId xmlns:p14="http://schemas.microsoft.com/office/powerpoint/2010/main" val="25878043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r>
              <a:rPr lang="zh-CN" altLang="en-US" dirty="0"/>
              <a:t>然后结束了，谢谢各位老师的聆听！</a:t>
            </a:r>
          </a:p>
        </p:txBody>
      </p:sp>
    </p:spTree>
    <p:extLst>
      <p:ext uri="{BB962C8B-B14F-4D97-AF65-F5344CB8AC3E}">
        <p14:creationId xmlns:p14="http://schemas.microsoft.com/office/powerpoint/2010/main" val="10616361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5"/>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p>
          <a:p>
            <a:pPr lvl="1"/>
            <a:r>
              <a:rPr lang="zh-CN" altLang="en-US" dirty="0"/>
              <a:t>第二级</a:t>
            </a:r>
            <a:r>
              <a:rPr lang="en-US" altLang="zh-CN" dirty="0"/>
              <a:t>adb</a:t>
            </a:r>
          </a:p>
          <a:p>
            <a:pPr lvl="2"/>
            <a:r>
              <a:rPr lang="zh-CN" altLang="en-US" dirty="0"/>
              <a:t>第三级</a:t>
            </a:r>
            <a:r>
              <a:rPr lang="en-US" altLang="zh-CN" dirty="0"/>
              <a:t>kljaskf</a:t>
            </a:r>
          </a:p>
          <a:p>
            <a:pPr lvl="3"/>
            <a:r>
              <a:rPr lang="zh-CN" altLang="en-US" dirty="0"/>
              <a:t>第四级</a:t>
            </a:r>
          </a:p>
          <a:p>
            <a:pPr lvl="4"/>
            <a:r>
              <a:rPr lang="zh-CN" altLang="en-US" dirty="0"/>
              <a:t>第五级</a:t>
            </a:r>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7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3.xml"/><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6.tif"/><Relationship Id="rId5"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notesSlide" Target="../notesSlides/notesSlide17.xml"/><Relationship Id="rId7" Type="http://schemas.openxmlformats.org/officeDocument/2006/relationships/image" Target="../media/image10.emf"/><Relationship Id="rId2" Type="http://schemas.openxmlformats.org/officeDocument/2006/relationships/slideLayout" Target="../slideLayouts/slideLayout3.xml"/><Relationship Id="rId1" Type="http://schemas.openxmlformats.org/officeDocument/2006/relationships/tags" Target="../tags/tag18.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19.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package" Target="../embeddings/Microsoft_Visio___.vsdx"/></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20.xml"/><Relationship Id="rId4" Type="http://schemas.openxmlformats.org/officeDocument/2006/relationships/image" Target="../media/image14.e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21.xml"/><Relationship Id="rId4" Type="http://schemas.openxmlformats.org/officeDocument/2006/relationships/image" Target="../media/image15.e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22.xml"/><Relationship Id="rId4" Type="http://schemas.openxmlformats.org/officeDocument/2006/relationships/image" Target="../media/image16.e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tags" Target="../tags/tag23.xml"/><Relationship Id="rId4" Type="http://schemas.openxmlformats.org/officeDocument/2006/relationships/image" Target="../media/image17.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24.xml"/><Relationship Id="rId4" Type="http://schemas.openxmlformats.org/officeDocument/2006/relationships/image" Target="../media/image18.e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ags" Target="../tags/tag25.xml"/><Relationship Id="rId4" Type="http://schemas.openxmlformats.org/officeDocument/2006/relationships/image" Target="../media/image19.e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26.xml"/><Relationship Id="rId4" Type="http://schemas.openxmlformats.org/officeDocument/2006/relationships/image" Target="../media/image20.e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ags" Target="../tags/tag27.xml"/><Relationship Id="rId4" Type="http://schemas.openxmlformats.org/officeDocument/2006/relationships/image" Target="../media/image21.e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tags" Target="../tags/tag28.xml"/><Relationship Id="rId4" Type="http://schemas.openxmlformats.org/officeDocument/2006/relationships/image" Target="../media/image21.em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29.xml"/><Relationship Id="rId4" Type="http://schemas.openxmlformats.org/officeDocument/2006/relationships/image" Target="../media/image21.e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30.xml"/><Relationship Id="rId4" Type="http://schemas.openxmlformats.org/officeDocument/2006/relationships/image" Target="../media/image21.em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32.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25.tif"/><Relationship Id="rId2" Type="http://schemas.openxmlformats.org/officeDocument/2006/relationships/slideLayout" Target="../slideLayouts/slideLayout3.xml"/><Relationship Id="rId1" Type="http://schemas.openxmlformats.org/officeDocument/2006/relationships/tags" Target="../tags/tag33.xml"/><Relationship Id="rId6" Type="http://schemas.openxmlformats.org/officeDocument/2006/relationships/image" Target="../media/image24.tif"/><Relationship Id="rId5" Type="http://schemas.openxmlformats.org/officeDocument/2006/relationships/image" Target="../media/image23.tif"/><Relationship Id="rId4" Type="http://schemas.openxmlformats.org/officeDocument/2006/relationships/image" Target="../media/image22.ti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3.xml"/><Relationship Id="rId1" Type="http://schemas.openxmlformats.org/officeDocument/2006/relationships/tags" Target="../tags/tag36.xml"/><Relationship Id="rId5" Type="http://schemas.openxmlformats.org/officeDocument/2006/relationships/image" Target="../media/image27.tif"/><Relationship Id="rId4" Type="http://schemas.openxmlformats.org/officeDocument/2006/relationships/image" Target="../media/image26.tif"/></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3.xml"/><Relationship Id="rId1" Type="http://schemas.openxmlformats.org/officeDocument/2006/relationships/tags" Target="../tags/tag38.xml"/><Relationship Id="rId4" Type="http://schemas.openxmlformats.org/officeDocument/2006/relationships/image" Target="../media/image28.tif"/></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rcRect t="41239" b="27598"/>
          <a:stretch>
            <a:fillRect/>
          </a:stretch>
        </p:blipFill>
        <p:spPr>
          <a:xfrm>
            <a:off x="0" y="4849848"/>
            <a:ext cx="9144000" cy="2014548"/>
          </a:xfrm>
          <a:custGeom>
            <a:avLst/>
            <a:gdLst>
              <a:gd name="connsiteX0" fmla="*/ 6704242 w 9144000"/>
              <a:gd name="connsiteY0" fmla="*/ 12 h 2014548"/>
              <a:gd name="connsiteX1" fmla="*/ 9144000 w 9144000"/>
              <a:gd name="connsiteY1" fmla="*/ 108895 h 2014548"/>
              <a:gd name="connsiteX2" fmla="*/ 9144000 w 9144000"/>
              <a:gd name="connsiteY2" fmla="*/ 2014548 h 2014548"/>
              <a:gd name="connsiteX3" fmla="*/ 0 w 9144000"/>
              <a:gd name="connsiteY3" fmla="*/ 2014548 h 2014548"/>
              <a:gd name="connsiteX4" fmla="*/ 0 w 9144000"/>
              <a:gd name="connsiteY4" fmla="*/ 378136 h 2014548"/>
              <a:gd name="connsiteX5" fmla="*/ 6704242 w 9144000"/>
              <a:gd name="connsiteY5" fmla="*/ 12 h 201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2014548">
                <a:moveTo>
                  <a:pt x="6704242" y="12"/>
                </a:moveTo>
                <a:cubicBezTo>
                  <a:pt x="7362528" y="693"/>
                  <a:pt x="8143875" y="31400"/>
                  <a:pt x="9144000" y="108895"/>
                </a:cubicBezTo>
                <a:lnTo>
                  <a:pt x="9144000" y="2014548"/>
                </a:lnTo>
                <a:lnTo>
                  <a:pt x="0" y="2014548"/>
                </a:lnTo>
                <a:lnTo>
                  <a:pt x="0" y="378136"/>
                </a:lnTo>
                <a:cubicBezTo>
                  <a:pt x="3571875" y="378136"/>
                  <a:pt x="4353223" y="-2420"/>
                  <a:pt x="6704242" y="12"/>
                </a:cubicBezTo>
                <a:close/>
              </a:path>
            </a:pathLst>
          </a:cu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rcRect t="27368" b="30623"/>
          <a:stretch>
            <a:fillRect/>
          </a:stretch>
        </p:blipFill>
        <p:spPr>
          <a:xfrm>
            <a:off x="0" y="0"/>
            <a:ext cx="9144000" cy="2716252"/>
          </a:xfrm>
          <a:custGeom>
            <a:avLst/>
            <a:gdLst>
              <a:gd name="connsiteX0" fmla="*/ 0 w 9144000"/>
              <a:gd name="connsiteY0" fmla="*/ 0 h 2716252"/>
              <a:gd name="connsiteX1" fmla="*/ 9144000 w 9144000"/>
              <a:gd name="connsiteY1" fmla="*/ 0 h 2716252"/>
              <a:gd name="connsiteX2" fmla="*/ 9144000 w 9144000"/>
              <a:gd name="connsiteY2" fmla="*/ 2206406 h 2716252"/>
              <a:gd name="connsiteX3" fmla="*/ 0 w 9144000"/>
              <a:gd name="connsiteY3" fmla="*/ 2569427 h 2716252"/>
            </a:gdLst>
            <a:ahLst/>
            <a:cxnLst>
              <a:cxn ang="0">
                <a:pos x="connsiteX0" y="connsiteY0"/>
              </a:cxn>
              <a:cxn ang="0">
                <a:pos x="connsiteX1" y="connsiteY1"/>
              </a:cxn>
              <a:cxn ang="0">
                <a:pos x="connsiteX2" y="connsiteY2"/>
              </a:cxn>
              <a:cxn ang="0">
                <a:pos x="connsiteX3" y="connsiteY3"/>
              </a:cxn>
            </a:cxnLst>
            <a:rect l="l" t="t" r="r" b="b"/>
            <a:pathLst>
              <a:path w="9144000" h="2716252">
                <a:moveTo>
                  <a:pt x="0" y="0"/>
                </a:moveTo>
                <a:lnTo>
                  <a:pt x="9144000" y="0"/>
                </a:lnTo>
                <a:lnTo>
                  <a:pt x="9144000" y="2206406"/>
                </a:lnTo>
                <a:cubicBezTo>
                  <a:pt x="4572000" y="2206406"/>
                  <a:pt x="4572000" y="3047087"/>
                  <a:pt x="0" y="2569427"/>
                </a:cubicBezTo>
                <a:close/>
              </a:path>
            </a:pathLst>
          </a:custGeom>
        </p:spPr>
      </p:pic>
      <p:sp>
        <p:nvSpPr>
          <p:cNvPr id="16" name="标题 1"/>
          <p:cNvSpPr txBox="1"/>
          <p:nvPr/>
        </p:nvSpPr>
        <p:spPr>
          <a:xfrm>
            <a:off x="6256684" y="2284204"/>
            <a:ext cx="2915816" cy="432048"/>
          </a:xfrm>
          <a:prstGeom prst="rect">
            <a:avLst/>
          </a:prstGeom>
          <a:effectLst>
            <a:outerShdw blurRad="50800" dist="38100" dir="2700000" algn="tl" rotWithShape="0">
              <a:prstClr val="black">
                <a:alpha val="40000"/>
              </a:prstClr>
            </a:outerShdw>
          </a:effectLst>
        </p:spPr>
        <p:txBody>
          <a:bodyPr anchor="b"/>
          <a:lstStyle>
            <a:lvl1pPr algn="l" defTabSz="914400" rtl="0" eaLnBrk="1" latinLnBrk="0" hangingPunct="1">
              <a:lnSpc>
                <a:spcPct val="90000"/>
              </a:lnSpc>
              <a:spcBef>
                <a:spcPct val="0"/>
              </a:spcBef>
              <a:buNone/>
              <a:defRPr sz="3600" b="1" kern="1200">
                <a:solidFill>
                  <a:schemeClr val="accent1"/>
                </a:solidFill>
                <a:latin typeface="微软雅黑" panose="020B0503020204020204" charset="-122"/>
                <a:ea typeface="微软雅黑" panose="020B0503020204020204" charset="-122"/>
                <a:cs typeface="+mj-cs"/>
              </a:defRPr>
            </a:lvl1pPr>
          </a:lstStyle>
          <a:p>
            <a:pPr algn="ctr"/>
            <a:r>
              <a:rPr lang="zh-CN" altLang="en-US" sz="2000" b="0" dirty="0">
                <a:solidFill>
                  <a:schemeClr val="accent1">
                    <a:lumMod val="25000"/>
                  </a:schemeClr>
                </a:solidFill>
              </a:rPr>
              <a:t>武汉光电国家研究中心</a:t>
            </a:r>
          </a:p>
        </p:txBody>
      </p:sp>
      <p:sp>
        <p:nvSpPr>
          <p:cNvPr id="6" name="标题 1"/>
          <p:cNvSpPr>
            <a:spLocks noGrp="1"/>
          </p:cNvSpPr>
          <p:nvPr>
            <p:ph type="title"/>
          </p:nvPr>
        </p:nvSpPr>
        <p:spPr>
          <a:xfrm>
            <a:off x="323528" y="2852936"/>
            <a:ext cx="8352928" cy="791592"/>
          </a:xfrm>
        </p:spPr>
        <p:txBody>
          <a:bodyPr/>
          <a:lstStyle/>
          <a:p>
            <a:pPr algn="l"/>
            <a:r>
              <a:rPr lang="zh-CN" altLang="en-US" sz="3200" dirty="0">
                <a:solidFill>
                  <a:srgbClr val="000000"/>
                </a:solidFill>
                <a:effectLst/>
                <a:latin typeface="微软雅黑" panose="020B0503020204020204" pitchFamily="34" charset="-122"/>
                <a:ea typeface="微软雅黑" panose="020B0503020204020204" pitchFamily="34" charset="-122"/>
              </a:rPr>
              <a:t>差量压缩的相似性检测方法优化研究</a:t>
            </a:r>
          </a:p>
        </p:txBody>
      </p:sp>
      <p:sp>
        <p:nvSpPr>
          <p:cNvPr id="3" name="TextBox 2"/>
          <p:cNvSpPr txBox="1"/>
          <p:nvPr/>
        </p:nvSpPr>
        <p:spPr>
          <a:xfrm>
            <a:off x="323528" y="3736906"/>
            <a:ext cx="8352928" cy="1397306"/>
          </a:xfrm>
          <a:prstGeom prst="rect">
            <a:avLst/>
          </a:prstGeom>
          <a:noFill/>
        </p:spPr>
        <p:txBody>
          <a:bodyPr wrap="square" rtlCol="0">
            <a:spAutoFit/>
          </a:bodyPr>
          <a:lstStyle/>
          <a:p>
            <a:pPr>
              <a:lnSpc>
                <a:spcPct val="120000"/>
              </a:lnSpc>
              <a:spcBef>
                <a:spcPts val="1200"/>
              </a:spcBef>
            </a:pPr>
            <a:r>
              <a:rPr lang="zh-CN" altLang="en-US" sz="1800" dirty="0">
                <a:solidFill>
                  <a:schemeClr val="tx1"/>
                </a:solidFill>
                <a:latin typeface="微软雅黑" panose="020B0503020204020204" pitchFamily="34" charset="-122"/>
                <a:ea typeface="微软雅黑" panose="020B0503020204020204" pitchFamily="34" charset="-122"/>
              </a:rPr>
              <a:t>答辩人：严伟杰</a:t>
            </a:r>
            <a:endParaRPr lang="en-US" altLang="zh-CN" sz="1800" dirty="0">
              <a:solidFill>
                <a:schemeClr val="tx1"/>
              </a:solidFill>
              <a:latin typeface="微软雅黑" panose="020B0503020204020204" pitchFamily="34" charset="-122"/>
              <a:ea typeface="微软雅黑" panose="020B0503020204020204" pitchFamily="34" charset="-122"/>
            </a:endParaRPr>
          </a:p>
          <a:p>
            <a:pPr>
              <a:lnSpc>
                <a:spcPct val="120000"/>
              </a:lnSpc>
              <a:spcBef>
                <a:spcPts val="1200"/>
              </a:spcBef>
            </a:pPr>
            <a:r>
              <a:rPr lang="zh-CN" altLang="en-US" sz="1800" dirty="0">
                <a:solidFill>
                  <a:schemeClr val="tx1"/>
                </a:solidFill>
                <a:latin typeface="微软雅黑" panose="020B0503020204020204" pitchFamily="34" charset="-122"/>
                <a:ea typeface="微软雅黑" panose="020B0503020204020204" pitchFamily="34" charset="-122"/>
              </a:rPr>
              <a:t>导师： 王芳 教授</a:t>
            </a:r>
            <a:endParaRPr lang="en-US" altLang="zh-CN" sz="1800" dirty="0">
              <a:solidFill>
                <a:schemeClr val="tx1"/>
              </a:solidFill>
              <a:latin typeface="微软雅黑" panose="020B0503020204020204" pitchFamily="34" charset="-122"/>
              <a:ea typeface="微软雅黑" panose="020B0503020204020204" pitchFamily="34" charset="-122"/>
            </a:endParaRPr>
          </a:p>
          <a:p>
            <a:pPr>
              <a:lnSpc>
                <a:spcPct val="120000"/>
              </a:lnSpc>
              <a:spcBef>
                <a:spcPts val="1200"/>
              </a:spcBef>
            </a:pPr>
            <a:r>
              <a:rPr lang="zh-CN" altLang="en-US" sz="1800" dirty="0">
                <a:solidFill>
                  <a:schemeClr val="tx1"/>
                </a:solidFill>
                <a:latin typeface="微软雅黑" panose="020B0503020204020204" pitchFamily="34" charset="-122"/>
                <a:ea typeface="微软雅黑" panose="020B0503020204020204" pitchFamily="34" charset="-122"/>
              </a:rPr>
              <a:t>答辩日期：</a:t>
            </a:r>
            <a:fld id="{BD73B63E-2B73-4A40-91E0-60E92AB0A77D}" type="datetime1">
              <a:rPr lang="zh-CN" altLang="en-US" sz="1800" smtClean="0">
                <a:solidFill>
                  <a:schemeClr val="tx1"/>
                </a:solidFill>
                <a:latin typeface="微软雅黑" panose="020B0503020204020204" pitchFamily="34" charset="-122"/>
                <a:ea typeface="微软雅黑" panose="020B0503020204020204" pitchFamily="34" charset="-122"/>
              </a:rPr>
              <a:t>2022/5/18</a:t>
            </a:fld>
            <a:endParaRPr lang="zh-CN" altLang="en-US" sz="18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9260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a:extLst>
              <a:ext uri="{FF2B5EF4-FFF2-40B4-BE49-F238E27FC236}">
                <a16:creationId xmlns:a16="http://schemas.microsoft.com/office/drawing/2014/main" id="{75C71980-2F93-8441-2CCB-8AE075D4671A}"/>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目录</a:t>
            </a:r>
          </a:p>
        </p:txBody>
      </p:sp>
      <p:sp>
        <p:nvSpPr>
          <p:cNvPr id="6" name="Text Box 7">
            <a:extLst>
              <a:ext uri="{FF2B5EF4-FFF2-40B4-BE49-F238E27FC236}">
                <a16:creationId xmlns:a16="http://schemas.microsoft.com/office/drawing/2014/main" id="{BC96D754-33F8-B020-0C80-A89DFFBD6986}"/>
              </a:ext>
            </a:extLst>
          </p:cNvPr>
          <p:cNvSpPr txBox="1">
            <a:spLocks noChangeArrowheads="1"/>
          </p:cNvSpPr>
          <p:nvPr/>
        </p:nvSpPr>
        <p:spPr bwMode="auto">
          <a:xfrm>
            <a:off x="439838" y="1844824"/>
            <a:ext cx="7948586" cy="3720377"/>
          </a:xfrm>
          <a:prstGeom prst="rect">
            <a:avLst/>
          </a:prstGeom>
          <a:noFill/>
          <a:ln>
            <a:noFill/>
          </a:ln>
        </p:spPr>
        <p:txBody>
          <a:bodyPr wrap="square">
            <a:spAutoFit/>
          </a:bodyPr>
          <a:lstStyle>
            <a:lvl1pPr marL="514350" indent="-514350">
              <a:spcBef>
                <a:spcPct val="20000"/>
              </a:spcBef>
              <a:buFont typeface="Arial" panose="020B060402020209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marR="0" lvl="0" algn="l" defTabSz="914400" rtl="0" eaLnBrk="1" fontAlgn="base" latinLnBrk="0" hangingPunct="1">
              <a:lnSpc>
                <a:spcPct val="150000"/>
              </a:lnSpc>
              <a:spcBef>
                <a:spcPct val="0"/>
              </a:spcBef>
              <a:spcAft>
                <a:spcPct val="0"/>
              </a:spcAft>
              <a:buClrTx/>
              <a:buSzTx/>
              <a:buFont typeface="Wingdings" panose="05000000000000000000" pitchFamily="2" charset="2"/>
              <a:buChar char="p"/>
              <a:defRPr/>
            </a:pPr>
            <a:r>
              <a:rPr kumimoji="0" lang="en-US" altLang="zh-CN" sz="2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1. </a:t>
            </a:r>
            <a:r>
              <a:rPr kumimoji="0" lang="zh-CN" altLang="en-US" sz="2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研究背景</a:t>
            </a:r>
            <a:endParaRPr kumimoji="0" lang="en-US" altLang="zh-CN" sz="2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a:p>
            <a:pPr marR="0" lvl="0" algn="l" defTabSz="914400" rtl="0" eaLnBrk="1" fontAlgn="base" latinLnBrk="0" hangingPunct="1">
              <a:lnSpc>
                <a:spcPct val="150000"/>
              </a:lnSpc>
              <a:spcBef>
                <a:spcPct val="0"/>
              </a:spcBef>
              <a:spcAft>
                <a:spcPct val="0"/>
              </a:spcAft>
              <a:buClrTx/>
              <a:buSzTx/>
              <a:buFont typeface="Wingdings" panose="05000000000000000000" pitchFamily="2" charset="2"/>
              <a:buChar char="p"/>
              <a:defRPr/>
            </a:pPr>
            <a:r>
              <a:rPr lang="en-US" altLang="zh-CN" sz="2400" dirty="0">
                <a:solidFill>
                  <a:srgbClr val="000000"/>
                </a:solidFill>
                <a:latin typeface="微软雅黑" panose="020B0503020204020204" pitchFamily="34" charset="-122"/>
                <a:ea typeface="微软雅黑" panose="020B0503020204020204" pitchFamily="34" charset="-122"/>
              </a:rPr>
              <a:t>2. </a:t>
            </a:r>
            <a:r>
              <a:rPr lang="zh-CN" altLang="en-US" sz="2400" dirty="0">
                <a:solidFill>
                  <a:srgbClr val="000000"/>
                </a:solidFill>
                <a:latin typeface="微软雅黑" panose="020B0503020204020204" pitchFamily="34" charset="-122"/>
                <a:ea typeface="微软雅黑" panose="020B0503020204020204" pitchFamily="34" charset="-122"/>
              </a:rPr>
              <a:t>相关技术研究</a:t>
            </a:r>
            <a:endParaRPr kumimoji="0"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R="0" lvl="0" algn="l" defTabSz="914400" rtl="0" eaLnBrk="1" fontAlgn="base" latinLnBrk="0" hangingPunct="1">
              <a:lnSpc>
                <a:spcPct val="150000"/>
              </a:lnSpc>
              <a:spcBef>
                <a:spcPct val="0"/>
              </a:spcBef>
              <a:spcAft>
                <a:spcPct val="0"/>
              </a:spcAft>
              <a:buClrTx/>
              <a:buSzTx/>
              <a:buFont typeface="Wingdings" panose="05000000000000000000" pitchFamily="2" charset="2"/>
              <a:buChar char="p"/>
              <a:defRPr/>
            </a:pPr>
            <a:r>
              <a:rPr lang="en-US" altLang="zh-CN" sz="2400" dirty="0">
                <a:solidFill>
                  <a:srgbClr val="000000"/>
                </a:solidFill>
                <a:latin typeface="微软雅黑" panose="020B0503020204020204" pitchFamily="34" charset="-122"/>
                <a:ea typeface="微软雅黑" panose="020B0503020204020204" pitchFamily="34" charset="-122"/>
              </a:rPr>
              <a:t>3. </a:t>
            </a:r>
            <a:r>
              <a:rPr lang="zh-CN" altLang="en-US" sz="2400" dirty="0">
                <a:solidFill>
                  <a:srgbClr val="000000"/>
                </a:solidFill>
                <a:latin typeface="微软雅黑" panose="020B0503020204020204" pitchFamily="34" charset="-122"/>
                <a:ea typeface="微软雅黑" panose="020B0503020204020204" pitchFamily="34" charset="-122"/>
              </a:rPr>
              <a:t>研究内容</a:t>
            </a:r>
            <a:endParaRPr lang="en-US" altLang="zh-CN" sz="2400" dirty="0">
              <a:solidFill>
                <a:srgbClr val="000000"/>
              </a:solidFill>
              <a:latin typeface="微软雅黑" panose="020B0503020204020204" pitchFamily="34" charset="-122"/>
              <a:ea typeface="微软雅黑" panose="020B0503020204020204" pitchFamily="34" charset="-122"/>
            </a:endParaRPr>
          </a:p>
          <a:p>
            <a:pPr lvl="1" eaLnBrk="1" hangingPunct="1">
              <a:lnSpc>
                <a:spcPct val="150000"/>
              </a:lnSpc>
              <a:spcBef>
                <a:spcPct val="0"/>
              </a:spcBef>
              <a:buFont typeface="Wingdings" panose="05000000000000000000" pitchFamily="2" charset="2"/>
              <a:buChar char="Ø"/>
              <a:defRPr/>
            </a:pPr>
            <a:r>
              <a:rPr lang="en-US" altLang="zh-CN" sz="2000" dirty="0">
                <a:solidFill>
                  <a:srgbClr val="000000"/>
                </a:solidFill>
                <a:latin typeface="微软雅黑" panose="020B0503020204020204" pitchFamily="34" charset="-122"/>
                <a:ea typeface="微软雅黑" panose="020B0503020204020204" pitchFamily="34" charset="-122"/>
              </a:rPr>
              <a:t>3.1 </a:t>
            </a:r>
            <a:r>
              <a:rPr lang="zh-CN" altLang="en-US" sz="2000" dirty="0">
                <a:solidFill>
                  <a:srgbClr val="000000"/>
                </a:solidFill>
                <a:latin typeface="微软雅黑" panose="020B0503020204020204" pitchFamily="34" charset="-122"/>
                <a:ea typeface="微软雅黑" panose="020B0503020204020204" pitchFamily="34" charset="-122"/>
              </a:rPr>
              <a:t>基于</a:t>
            </a:r>
            <a:r>
              <a:rPr lang="en-US" altLang="zh-CN" sz="2000" dirty="0">
                <a:solidFill>
                  <a:srgbClr val="000000"/>
                </a:solidFill>
                <a:latin typeface="微软雅黑" panose="020B0503020204020204" pitchFamily="34" charset="-122"/>
                <a:ea typeface="微软雅黑" panose="020B0503020204020204" pitchFamily="34" charset="-122"/>
              </a:rPr>
              <a:t>SIMD</a:t>
            </a:r>
            <a:r>
              <a:rPr lang="zh-CN" altLang="en-US" sz="2000" dirty="0">
                <a:solidFill>
                  <a:srgbClr val="000000"/>
                </a:solidFill>
                <a:latin typeface="微软雅黑" panose="020B0503020204020204" pitchFamily="34" charset="-122"/>
                <a:ea typeface="微软雅黑" panose="020B0503020204020204" pitchFamily="34" charset="-122"/>
              </a:rPr>
              <a:t>的相似性检测方法的特征提取优化研究</a:t>
            </a:r>
            <a:endParaRPr lang="en-US" altLang="zh-CN" sz="2000" dirty="0">
              <a:solidFill>
                <a:srgbClr val="000000"/>
              </a:solidFill>
              <a:latin typeface="微软雅黑" panose="020B0503020204020204" pitchFamily="34" charset="-122"/>
              <a:ea typeface="微软雅黑" panose="020B0503020204020204" pitchFamily="34" charset="-122"/>
            </a:endParaRPr>
          </a:p>
          <a:p>
            <a:pPr lvl="1" eaLnBrk="1" hangingPunct="1">
              <a:lnSpc>
                <a:spcPct val="150000"/>
              </a:lnSpc>
              <a:spcBef>
                <a:spcPct val="0"/>
              </a:spcBef>
              <a:buFont typeface="Wingdings" panose="05000000000000000000" pitchFamily="2" charset="2"/>
              <a:buChar char="Ø"/>
              <a:defRPr/>
            </a:pPr>
            <a:r>
              <a:rPr lang="en-US" altLang="zh-CN" sz="2000" dirty="0">
                <a:solidFill>
                  <a:srgbClr val="000000"/>
                </a:solidFill>
                <a:latin typeface="微软雅黑" panose="020B0503020204020204" pitchFamily="34" charset="-122"/>
                <a:ea typeface="微软雅黑" panose="020B0503020204020204" pitchFamily="34" charset="-122"/>
              </a:rPr>
              <a:t>3.2 </a:t>
            </a:r>
            <a:r>
              <a:rPr lang="zh-CN" altLang="en-US" sz="2000" dirty="0">
                <a:solidFill>
                  <a:srgbClr val="000000"/>
                </a:solidFill>
                <a:latin typeface="微软雅黑" panose="020B0503020204020204" pitchFamily="34" charset="-122"/>
                <a:ea typeface="微软雅黑" panose="020B0503020204020204" pitchFamily="34" charset="-122"/>
              </a:rPr>
              <a:t>基于局部性的相似性检测方法的特征匹配优化研究</a:t>
            </a:r>
            <a:endParaRPr lang="en-US" altLang="zh-CN" sz="2000" dirty="0">
              <a:solidFill>
                <a:srgbClr val="000000"/>
              </a:solidFill>
              <a:latin typeface="微软雅黑" panose="020B0503020204020204" pitchFamily="34" charset="-122"/>
              <a:ea typeface="微软雅黑" panose="020B0503020204020204" pitchFamily="34" charset="-122"/>
            </a:endParaRPr>
          </a:p>
          <a:p>
            <a:pPr marR="0" lvl="0" algn="l" defTabSz="914400" rtl="0" eaLnBrk="1" fontAlgn="base" latinLnBrk="0" hangingPunct="1">
              <a:lnSpc>
                <a:spcPct val="150000"/>
              </a:lnSpc>
              <a:spcBef>
                <a:spcPct val="0"/>
              </a:spcBef>
              <a:spcAft>
                <a:spcPct val="0"/>
              </a:spcAft>
              <a:buClrTx/>
              <a:buSzTx/>
              <a:buFont typeface="Wingdings" panose="05000000000000000000" pitchFamily="2" charset="2"/>
              <a:buChar char="p"/>
              <a:defRPr/>
            </a:pPr>
            <a:r>
              <a:rPr lang="en-US" altLang="zh-CN" sz="2400" dirty="0">
                <a:solidFill>
                  <a:srgbClr val="000000"/>
                </a:solidFill>
                <a:latin typeface="微软雅黑" panose="020B0503020204020204" pitchFamily="34" charset="-122"/>
                <a:ea typeface="微软雅黑" panose="020B0503020204020204" pitchFamily="34" charset="-122"/>
              </a:rPr>
              <a:t>4. </a:t>
            </a:r>
            <a:r>
              <a:rPr lang="zh-CN" altLang="en-US" sz="2400" dirty="0">
                <a:solidFill>
                  <a:srgbClr val="000000"/>
                </a:solidFill>
                <a:latin typeface="微软雅黑" panose="020B0503020204020204" pitchFamily="34" charset="-122"/>
                <a:ea typeface="微软雅黑" panose="020B0503020204020204" pitchFamily="34" charset="-122"/>
              </a:rPr>
              <a:t>测试</a:t>
            </a:r>
            <a:endParaRPr lang="en-US" altLang="zh-CN" sz="2400" dirty="0">
              <a:solidFill>
                <a:srgbClr val="000000"/>
              </a:solidFill>
              <a:latin typeface="微软雅黑" panose="020B0503020204020204" pitchFamily="34" charset="-122"/>
              <a:ea typeface="微软雅黑" panose="020B0503020204020204" pitchFamily="34" charset="-122"/>
            </a:endParaRPr>
          </a:p>
          <a:p>
            <a:pPr marR="0" lvl="0" algn="l" defTabSz="914400" rtl="0" eaLnBrk="1" fontAlgn="base" latinLnBrk="0" hangingPunct="1">
              <a:lnSpc>
                <a:spcPct val="150000"/>
              </a:lnSpc>
              <a:spcBef>
                <a:spcPct val="0"/>
              </a:spcBef>
              <a:spcAft>
                <a:spcPct val="0"/>
              </a:spcAft>
              <a:buClrTx/>
              <a:buSzTx/>
              <a:buFont typeface="Wingdings" panose="05000000000000000000" pitchFamily="2" charset="2"/>
              <a:buChar char="p"/>
              <a:defRPr/>
            </a:pPr>
            <a:r>
              <a:rPr lang="en-US" altLang="zh-CN" sz="2400" dirty="0">
                <a:solidFill>
                  <a:srgbClr val="000000"/>
                </a:solidFill>
                <a:latin typeface="微软雅黑" panose="020B0503020204020204" pitchFamily="34" charset="-122"/>
                <a:ea typeface="微软雅黑" panose="020B0503020204020204" pitchFamily="34" charset="-122"/>
              </a:rPr>
              <a:t>5. </a:t>
            </a:r>
            <a:r>
              <a:rPr lang="zh-CN" altLang="en-US" sz="2400" dirty="0">
                <a:solidFill>
                  <a:srgbClr val="000000"/>
                </a:solidFill>
                <a:latin typeface="微软雅黑" panose="020B0503020204020204" pitchFamily="34" charset="-122"/>
                <a:ea typeface="微软雅黑" panose="020B0503020204020204" pitchFamily="34" charset="-122"/>
              </a:rPr>
              <a:t>总结</a:t>
            </a:r>
            <a:endParaRPr lang="en-US" altLang="zh-CN" sz="2400" dirty="0">
              <a:solidFill>
                <a:srgbClr val="000000"/>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B13F6030-A1DB-88C3-6DFC-6C7E8277F9F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2223584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DE54D592-4D5E-499A-B6E3-3D69317B7414}"/>
              </a:ext>
            </a:extLst>
          </p:cNvPr>
          <p:cNvSpPr/>
          <p:nvPr/>
        </p:nvSpPr>
        <p:spPr>
          <a:xfrm>
            <a:off x="540236" y="1916832"/>
            <a:ext cx="8145227" cy="2259401"/>
          </a:xfrm>
          <a:prstGeom prst="rect">
            <a:avLst/>
          </a:prstGeom>
        </p:spPr>
        <p:txBody>
          <a:bodyPr wrap="square">
            <a:spAutoFit/>
          </a:bodyPr>
          <a:lstStyle/>
          <a:p>
            <a:pPr>
              <a:lnSpc>
                <a:spcPct val="150000"/>
              </a:lnSpc>
            </a:pPr>
            <a:r>
              <a:rPr kumimoji="1" lang="zh-CN" altLang="en-US" sz="2400" b="1" dirty="0">
                <a:solidFill>
                  <a:schemeClr val="tx1"/>
                </a:solidFill>
                <a:latin typeface="微软雅黑" panose="020B0503020204020204" pitchFamily="34" charset="-122"/>
                <a:ea typeface="微软雅黑" panose="020B0503020204020204" pitchFamily="34" charset="-122"/>
              </a:rPr>
              <a:t>问题</a:t>
            </a:r>
            <a:r>
              <a:rPr kumimoji="1" lang="zh-CN" altLang="en-US" sz="2400" dirty="0">
                <a:solidFill>
                  <a:schemeClr val="tx1"/>
                </a:solidFill>
                <a:latin typeface="微软雅黑" panose="020B0503020204020204" pitchFamily="34" charset="-122"/>
                <a:ea typeface="微软雅黑" panose="020B0503020204020204" pitchFamily="34" charset="-122"/>
              </a:rPr>
              <a:t>：</a:t>
            </a:r>
            <a:endParaRPr kumimoji="1" lang="en-US" altLang="zh-CN"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全球数据总量仍处于飞速增长的阶段，</a:t>
            </a:r>
            <a:r>
              <a:rPr kumimoji="1" lang="en-US" altLang="zh-CN" sz="1800" dirty="0">
                <a:solidFill>
                  <a:schemeClr val="tx1"/>
                </a:solidFill>
                <a:latin typeface="微软雅黑" panose="020B0503020204020204" pitchFamily="34" charset="-122"/>
                <a:ea typeface="微软雅黑" panose="020B0503020204020204" pitchFamily="34" charset="-122"/>
              </a:rPr>
              <a:t>2018</a:t>
            </a:r>
            <a:r>
              <a:rPr kumimoji="1" lang="zh-CN" altLang="en-US" sz="1800" dirty="0">
                <a:solidFill>
                  <a:schemeClr val="tx1"/>
                </a:solidFill>
                <a:latin typeface="微软雅黑" panose="020B0503020204020204" pitchFamily="34" charset="-122"/>
                <a:ea typeface="微软雅黑" panose="020B0503020204020204" pitchFamily="34" charset="-122"/>
              </a:rPr>
              <a:t>年全球数据总量达到</a:t>
            </a:r>
            <a:r>
              <a:rPr kumimoji="1" lang="en-US" altLang="zh-CN" sz="1800" dirty="0">
                <a:solidFill>
                  <a:schemeClr val="tx1"/>
                </a:solidFill>
                <a:latin typeface="微软雅黑" panose="020B0503020204020204" pitchFamily="34" charset="-122"/>
                <a:ea typeface="微软雅黑" panose="020B0503020204020204" pitchFamily="34" charset="-122"/>
              </a:rPr>
              <a:t>33ZB</a:t>
            </a:r>
            <a:r>
              <a:rPr kumimoji="1" lang="zh-CN" altLang="en-US" sz="1800" dirty="0">
                <a:solidFill>
                  <a:schemeClr val="tx1"/>
                </a:solidFill>
                <a:latin typeface="微软雅黑" panose="020B0503020204020204" pitchFamily="34" charset="-122"/>
                <a:ea typeface="微软雅黑" panose="020B0503020204020204" pitchFamily="34" charset="-122"/>
              </a:rPr>
              <a:t>，而</a:t>
            </a:r>
            <a:r>
              <a:rPr kumimoji="1" lang="en-US" altLang="zh-CN" sz="1800" dirty="0">
                <a:solidFill>
                  <a:schemeClr val="tx1"/>
                </a:solidFill>
                <a:latin typeface="微软雅黑" panose="020B0503020204020204" pitchFamily="34" charset="-122"/>
                <a:ea typeface="微软雅黑" panose="020B0503020204020204" pitchFamily="34" charset="-122"/>
              </a:rPr>
              <a:t>2025</a:t>
            </a:r>
            <a:r>
              <a:rPr kumimoji="1" lang="zh-CN" altLang="en-US" sz="1800" dirty="0">
                <a:solidFill>
                  <a:schemeClr val="tx1"/>
                </a:solidFill>
                <a:latin typeface="微软雅黑" panose="020B0503020204020204" pitchFamily="34" charset="-122"/>
                <a:ea typeface="微软雅黑" panose="020B0503020204020204" pitchFamily="34" charset="-122"/>
              </a:rPr>
              <a:t>年将达到</a:t>
            </a:r>
            <a:r>
              <a:rPr kumimoji="1" lang="en-US" altLang="zh-CN" sz="1800" dirty="0">
                <a:solidFill>
                  <a:schemeClr val="tx1"/>
                </a:solidFill>
                <a:latin typeface="微软雅黑" panose="020B0503020204020204" pitchFamily="34" charset="-122"/>
                <a:ea typeface="微软雅黑" panose="020B0503020204020204" pitchFamily="34" charset="-122"/>
              </a:rPr>
              <a:t>175ZB</a:t>
            </a:r>
            <a:r>
              <a:rPr kumimoji="1" lang="en-US" altLang="zh-CN" sz="1800" baseline="30000" dirty="0">
                <a:solidFill>
                  <a:schemeClr val="tx1"/>
                </a:solidFill>
                <a:latin typeface="微软雅黑" panose="020B0503020204020204" pitchFamily="34" charset="-122"/>
                <a:ea typeface="微软雅黑" panose="020B0503020204020204" pitchFamily="34" charset="-122"/>
              </a:rPr>
              <a:t>1</a:t>
            </a:r>
          </a:p>
          <a:p>
            <a:pPr marL="342900" indent="-34290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冗余数据广泛地存在于企业和个人的存储系统中，比如微软通过分析发现，用户桌面文件系统中的冗余数据量约占</a:t>
            </a:r>
            <a:r>
              <a:rPr kumimoji="1" lang="en-US" altLang="zh-CN" sz="1800" dirty="0">
                <a:solidFill>
                  <a:schemeClr val="tx1"/>
                </a:solidFill>
                <a:latin typeface="微软雅黑" panose="020B0503020204020204" pitchFamily="34" charset="-122"/>
                <a:ea typeface="微软雅黑" panose="020B0503020204020204" pitchFamily="34" charset="-122"/>
              </a:rPr>
              <a:t>42%</a:t>
            </a:r>
            <a:r>
              <a:rPr kumimoji="1" lang="en-US" altLang="zh-CN" sz="1800" baseline="30000" dirty="0">
                <a:solidFill>
                  <a:schemeClr val="tx1"/>
                </a:solidFill>
                <a:latin typeface="微软雅黑" panose="020B0503020204020204" pitchFamily="34" charset="-122"/>
                <a:ea typeface="微软雅黑" panose="020B0503020204020204" pitchFamily="34" charset="-122"/>
              </a:rPr>
              <a:t>2</a:t>
            </a:r>
            <a:endParaRPr kumimoji="1" lang="zh-CN" altLang="en-US" b="1" dirty="0">
              <a:solidFill>
                <a:schemeClr val="tx1"/>
              </a:solidFill>
              <a:latin typeface="微软雅黑" panose="020B0503020204020204" pitchFamily="34" charset="-122"/>
              <a:ea typeface="微软雅黑" panose="020B0503020204020204" pitchFamily="34" charset="-122"/>
            </a:endParaRPr>
          </a:p>
        </p:txBody>
      </p:sp>
      <p:sp>
        <p:nvSpPr>
          <p:cNvPr id="5" name="Rectangle 11">
            <a:extLst>
              <a:ext uri="{FF2B5EF4-FFF2-40B4-BE49-F238E27FC236}">
                <a16:creationId xmlns:a16="http://schemas.microsoft.com/office/drawing/2014/main" id="{AA2DA3CF-4645-A14F-C03C-66A420BB12AB}"/>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1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研究背景</a:t>
            </a:r>
          </a:p>
        </p:txBody>
      </p:sp>
      <p:sp>
        <p:nvSpPr>
          <p:cNvPr id="9" name="文本框 8">
            <a:extLst>
              <a:ext uri="{FF2B5EF4-FFF2-40B4-BE49-F238E27FC236}">
                <a16:creationId xmlns:a16="http://schemas.microsoft.com/office/drawing/2014/main" id="{967D9CAC-79CC-1274-B750-CBFD2E9A6EA2}"/>
              </a:ext>
            </a:extLst>
          </p:cNvPr>
          <p:cNvSpPr txBox="1"/>
          <p:nvPr/>
        </p:nvSpPr>
        <p:spPr>
          <a:xfrm>
            <a:off x="540236" y="5877272"/>
            <a:ext cx="7920196" cy="523220"/>
          </a:xfrm>
          <a:prstGeom prst="rect">
            <a:avLst/>
          </a:prstGeom>
          <a:noFill/>
        </p:spPr>
        <p:txBody>
          <a:bodyPr wrap="square">
            <a:spAutoFit/>
          </a:bodyPr>
          <a:lstStyle/>
          <a:p>
            <a:pPr marL="342900" indent="-342900">
              <a:buFont typeface="+mj-lt"/>
              <a:buAutoNum type="arabicPeriod"/>
            </a:pPr>
            <a:r>
              <a:rPr lang="en-US" altLang="zh-CN" sz="1400" dirty="0">
                <a:solidFill>
                  <a:schemeClr val="tx1"/>
                </a:solidFill>
                <a:latin typeface="微软雅黑" panose="020B0503020204020204" pitchFamily="34" charset="-122"/>
                <a:ea typeface="微软雅黑" panose="020B0503020204020204" pitchFamily="34" charset="-122"/>
              </a:rPr>
              <a:t>The Digitization of the World from Edge to Core (seagate.com)</a:t>
            </a:r>
          </a:p>
          <a:p>
            <a:pPr marL="342900" indent="-342900">
              <a:buFont typeface="+mj-lt"/>
              <a:buAutoNum type="arabicPeriod"/>
            </a:pPr>
            <a:r>
              <a:rPr lang="en-US" altLang="zh-CN" sz="1400" dirty="0">
                <a:solidFill>
                  <a:schemeClr val="tx1"/>
                </a:solidFill>
                <a:latin typeface="微软雅黑" panose="020B0503020204020204" pitchFamily="34" charset="-122"/>
                <a:ea typeface="微软雅黑" panose="020B0503020204020204" pitchFamily="34" charset="-122"/>
              </a:rPr>
              <a:t>A Study of Practical Deduplication</a:t>
            </a:r>
            <a:r>
              <a:rPr lang="zh-CN" altLang="en-US" sz="1400" dirty="0">
                <a:solidFill>
                  <a:schemeClr val="tx1"/>
                </a:solidFill>
                <a:latin typeface="微软雅黑" panose="020B0503020204020204" pitchFamily="34" charset="-122"/>
                <a:ea typeface="微软雅黑" panose="020B0503020204020204" pitchFamily="34" charset="-122"/>
              </a:rPr>
              <a:t>（</a:t>
            </a:r>
            <a:r>
              <a:rPr lang="en-US" altLang="zh-CN" sz="1400" dirty="0">
                <a:solidFill>
                  <a:schemeClr val="tx1"/>
                </a:solidFill>
                <a:latin typeface="微软雅黑" panose="020B0503020204020204" pitchFamily="34" charset="-122"/>
                <a:ea typeface="微软雅黑" panose="020B0503020204020204" pitchFamily="34" charset="-122"/>
              </a:rPr>
              <a:t>TOS 2012</a:t>
            </a:r>
            <a:r>
              <a:rPr lang="zh-CN" altLang="en-US" sz="1400" dirty="0">
                <a:solidFill>
                  <a:schemeClr val="tx1"/>
                </a:solidFill>
                <a:latin typeface="微软雅黑" panose="020B0503020204020204" pitchFamily="34" charset="-122"/>
                <a:ea typeface="微软雅黑" panose="020B0503020204020204" pitchFamily="34" charset="-122"/>
              </a:rPr>
              <a:t>）</a:t>
            </a:r>
          </a:p>
        </p:txBody>
      </p:sp>
      <p:sp>
        <p:nvSpPr>
          <p:cNvPr id="6" name="矩形 5">
            <a:extLst>
              <a:ext uri="{FF2B5EF4-FFF2-40B4-BE49-F238E27FC236}">
                <a16:creationId xmlns:a16="http://schemas.microsoft.com/office/drawing/2014/main" id="{EF6BA350-EE9F-6418-D1AF-6B09FE9A3388}"/>
              </a:ext>
            </a:extLst>
          </p:cNvPr>
          <p:cNvSpPr/>
          <p:nvPr/>
        </p:nvSpPr>
        <p:spPr>
          <a:xfrm>
            <a:off x="545976" y="4395873"/>
            <a:ext cx="8145227" cy="1012906"/>
          </a:xfrm>
          <a:prstGeom prst="rect">
            <a:avLst/>
          </a:prstGeom>
        </p:spPr>
        <p:txBody>
          <a:bodyPr wrap="square">
            <a:spAutoFit/>
          </a:bodyPr>
          <a:lstStyle/>
          <a:p>
            <a:pPr>
              <a:lnSpc>
                <a:spcPct val="150000"/>
              </a:lnSpc>
            </a:pPr>
            <a:r>
              <a:rPr kumimoji="1" lang="zh-CN" altLang="en-US" sz="2400" b="1" dirty="0">
                <a:solidFill>
                  <a:schemeClr val="tx1"/>
                </a:solidFill>
                <a:latin typeface="微软雅黑" panose="020B0503020204020204" pitchFamily="34" charset="-122"/>
                <a:ea typeface="微软雅黑" panose="020B0503020204020204" pitchFamily="34" charset="-122"/>
              </a:rPr>
              <a:t>解决方法</a:t>
            </a:r>
            <a:r>
              <a:rPr kumimoji="1" lang="zh-CN" altLang="en-US" sz="2400" dirty="0">
                <a:solidFill>
                  <a:schemeClr val="tx1"/>
                </a:solidFill>
                <a:latin typeface="微软雅黑" panose="020B0503020204020204" pitchFamily="34" charset="-122"/>
                <a:ea typeface="微软雅黑" panose="020B0503020204020204" pitchFamily="34" charset="-122"/>
              </a:rPr>
              <a:t>：</a:t>
            </a:r>
            <a:endParaRPr kumimoji="1" lang="en-US" altLang="zh-CN" sz="24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冗余数据消除技术：数据去重和差量压缩</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72E8D1AC-3645-F3FE-CFB5-E9F9E648B06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3</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196157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a:extLst>
              <a:ext uri="{FF2B5EF4-FFF2-40B4-BE49-F238E27FC236}">
                <a16:creationId xmlns:a16="http://schemas.microsoft.com/office/drawing/2014/main" id="{4C55CA75-4775-BBF7-4938-7378284A84D8}"/>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2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相关技术研究</a:t>
            </a:r>
          </a:p>
        </p:txBody>
      </p:sp>
      <p:sp>
        <p:nvSpPr>
          <p:cNvPr id="6" name="矩形 5">
            <a:extLst>
              <a:ext uri="{FF2B5EF4-FFF2-40B4-BE49-F238E27FC236}">
                <a16:creationId xmlns:a16="http://schemas.microsoft.com/office/drawing/2014/main" id="{6D7E1EB7-6AD5-F0FB-137E-17FB335C4AAE}"/>
              </a:ext>
            </a:extLst>
          </p:cNvPr>
          <p:cNvSpPr/>
          <p:nvPr/>
        </p:nvSpPr>
        <p:spPr>
          <a:xfrm>
            <a:off x="540236" y="1916832"/>
            <a:ext cx="8145227" cy="581057"/>
          </a:xfrm>
          <a:prstGeom prst="rect">
            <a:avLst/>
          </a:prstGeom>
        </p:spPr>
        <p:txBody>
          <a:bodyPr wrap="square">
            <a:spAutoFit/>
          </a:bodyPr>
          <a:lstStyle/>
          <a:p>
            <a:pPr>
              <a:lnSpc>
                <a:spcPct val="150000"/>
              </a:lnSpc>
            </a:pPr>
            <a:r>
              <a:rPr kumimoji="1" lang="zh-CN" altLang="en-US" sz="2400" b="1" dirty="0">
                <a:solidFill>
                  <a:schemeClr val="tx1"/>
                </a:solidFill>
                <a:latin typeface="微软雅黑" panose="020B0503020204020204" pitchFamily="34" charset="-122"/>
                <a:ea typeface="微软雅黑" panose="020B0503020204020204" pitchFamily="34" charset="-122"/>
              </a:rPr>
              <a:t>数据去重：</a:t>
            </a:r>
            <a:r>
              <a:rPr lang="zh-CN" altLang="en-US" dirty="0">
                <a:solidFill>
                  <a:schemeClr val="tx1"/>
                </a:solidFill>
                <a:latin typeface="微软雅黑" panose="020B0503020204020204" pitchFamily="34" charset="-122"/>
                <a:ea typeface="微软雅黑" panose="020B0503020204020204" pitchFamily="34" charset="-122"/>
              </a:rPr>
              <a:t>针对</a:t>
            </a:r>
            <a:r>
              <a:rPr lang="zh-CN" altLang="en-US" dirty="0">
                <a:solidFill>
                  <a:srgbClr val="FF0000"/>
                </a:solidFill>
                <a:latin typeface="微软雅黑" panose="020B0503020204020204" pitchFamily="34" charset="-122"/>
                <a:ea typeface="微软雅黑" panose="020B0503020204020204" pitchFamily="34" charset="-122"/>
              </a:rPr>
              <a:t>重复</a:t>
            </a:r>
            <a:r>
              <a:rPr lang="zh-CN" altLang="en-US" dirty="0">
                <a:solidFill>
                  <a:schemeClr val="tx1"/>
                </a:solidFill>
                <a:latin typeface="微软雅黑" panose="020B0503020204020204" pitchFamily="34" charset="-122"/>
                <a:ea typeface="微软雅黑" panose="020B0503020204020204" pitchFamily="34" charset="-122"/>
              </a:rPr>
              <a:t>文件或数据块</a:t>
            </a:r>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C12C83C7-C272-09FC-3B72-9952E4003FB7}"/>
              </a:ext>
            </a:extLst>
          </p:cNvPr>
          <p:cNvPicPr>
            <a:picLocks noChangeAspect="1"/>
          </p:cNvPicPr>
          <p:nvPr/>
        </p:nvPicPr>
        <p:blipFill>
          <a:blip r:embed="rId4"/>
          <a:stretch>
            <a:fillRect/>
          </a:stretch>
        </p:blipFill>
        <p:spPr>
          <a:xfrm>
            <a:off x="713640" y="2564904"/>
            <a:ext cx="7716719" cy="998824"/>
          </a:xfrm>
          <a:prstGeom prst="rect">
            <a:avLst/>
          </a:prstGeom>
        </p:spPr>
      </p:pic>
      <p:sp>
        <p:nvSpPr>
          <p:cNvPr id="7" name="矩形 6">
            <a:extLst>
              <a:ext uri="{FF2B5EF4-FFF2-40B4-BE49-F238E27FC236}">
                <a16:creationId xmlns:a16="http://schemas.microsoft.com/office/drawing/2014/main" id="{A7EFD98E-01E7-73A8-FCAC-F54FEE31B5A1}"/>
              </a:ext>
            </a:extLst>
          </p:cNvPr>
          <p:cNvSpPr/>
          <p:nvPr/>
        </p:nvSpPr>
        <p:spPr>
          <a:xfrm>
            <a:off x="540236" y="3671390"/>
            <a:ext cx="8145227" cy="662554"/>
          </a:xfrm>
          <a:prstGeom prst="rect">
            <a:avLst/>
          </a:prstGeom>
        </p:spPr>
        <p:txBody>
          <a:bodyPr wrap="square">
            <a:spAutoFit/>
          </a:bodyPr>
          <a:lstStyle/>
          <a:p>
            <a:pPr>
              <a:lnSpc>
                <a:spcPct val="150000"/>
              </a:lnSpc>
            </a:pPr>
            <a:r>
              <a:rPr kumimoji="1" lang="zh-CN" altLang="en-US" sz="2400" b="1" dirty="0">
                <a:solidFill>
                  <a:schemeClr val="tx1"/>
                </a:solidFill>
                <a:latin typeface="微软雅黑" panose="020B0503020204020204" pitchFamily="34" charset="-122"/>
                <a:ea typeface="微软雅黑" panose="020B0503020204020204" pitchFamily="34" charset="-122"/>
              </a:rPr>
              <a:t>差量压缩</a:t>
            </a:r>
            <a:r>
              <a:rPr kumimoji="1" lang="zh-CN" altLang="en-US" sz="2800" b="1" dirty="0">
                <a:solidFill>
                  <a:schemeClr val="tx1"/>
                </a:solidFill>
                <a:latin typeface="微软雅黑" panose="020B0503020204020204" pitchFamily="34" charset="-122"/>
                <a:ea typeface="微软雅黑" panose="020B0503020204020204" pitchFamily="34" charset="-122"/>
              </a:rPr>
              <a:t>：</a:t>
            </a:r>
            <a:r>
              <a:rPr lang="zh-CN" altLang="en-US" dirty="0">
                <a:solidFill>
                  <a:schemeClr val="tx1"/>
                </a:solidFill>
                <a:latin typeface="微软雅黑" panose="020B0503020204020204" pitchFamily="34" charset="-122"/>
                <a:ea typeface="微软雅黑" panose="020B0503020204020204" pitchFamily="34" charset="-122"/>
              </a:rPr>
              <a:t>针对</a:t>
            </a:r>
            <a:r>
              <a:rPr lang="zh-CN" altLang="en-US" dirty="0">
                <a:solidFill>
                  <a:srgbClr val="FF0000"/>
                </a:solidFill>
                <a:latin typeface="微软雅黑" panose="020B0503020204020204" pitchFamily="34" charset="-122"/>
                <a:ea typeface="微软雅黑" panose="020B0503020204020204" pitchFamily="34" charset="-122"/>
              </a:rPr>
              <a:t>相似</a:t>
            </a:r>
            <a:r>
              <a:rPr lang="zh-CN" altLang="en-US" dirty="0">
                <a:solidFill>
                  <a:schemeClr val="tx1"/>
                </a:solidFill>
                <a:latin typeface="微软雅黑" panose="020B0503020204020204" pitchFamily="34" charset="-122"/>
                <a:ea typeface="微软雅黑" panose="020B0503020204020204" pitchFamily="34" charset="-122"/>
              </a:rPr>
              <a:t>文件或数据块</a:t>
            </a:r>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92B34181-BE4C-6D98-69AA-A858021554BE}"/>
              </a:ext>
            </a:extLst>
          </p:cNvPr>
          <p:cNvPicPr>
            <a:picLocks noChangeAspect="1"/>
          </p:cNvPicPr>
          <p:nvPr/>
        </p:nvPicPr>
        <p:blipFill>
          <a:blip r:embed="rId5"/>
          <a:stretch>
            <a:fillRect/>
          </a:stretch>
        </p:blipFill>
        <p:spPr>
          <a:xfrm>
            <a:off x="1767769" y="4460518"/>
            <a:ext cx="5608459" cy="2208842"/>
          </a:xfrm>
          <a:prstGeom prst="rect">
            <a:avLst/>
          </a:prstGeom>
        </p:spPr>
      </p:pic>
      <p:sp>
        <p:nvSpPr>
          <p:cNvPr id="2" name="灯片编号占位符 1">
            <a:extLst>
              <a:ext uri="{FF2B5EF4-FFF2-40B4-BE49-F238E27FC236}">
                <a16:creationId xmlns:a16="http://schemas.microsoft.com/office/drawing/2014/main" id="{017880F8-E64E-E171-B111-361C7DDCA4A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4</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723215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a:extLst>
              <a:ext uri="{FF2B5EF4-FFF2-40B4-BE49-F238E27FC236}">
                <a16:creationId xmlns:a16="http://schemas.microsoft.com/office/drawing/2014/main" id="{D37416D6-9A57-DCC9-051A-7EAA3FDBC720}"/>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2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相关技术研究</a:t>
            </a:r>
          </a:p>
        </p:txBody>
      </p:sp>
      <p:sp>
        <p:nvSpPr>
          <p:cNvPr id="6" name="矩形 5">
            <a:extLst>
              <a:ext uri="{FF2B5EF4-FFF2-40B4-BE49-F238E27FC236}">
                <a16:creationId xmlns:a16="http://schemas.microsoft.com/office/drawing/2014/main" id="{DD6D82A7-A8EE-F485-348C-81BEDFBF0659}"/>
              </a:ext>
            </a:extLst>
          </p:cNvPr>
          <p:cNvSpPr/>
          <p:nvPr/>
        </p:nvSpPr>
        <p:spPr>
          <a:xfrm>
            <a:off x="540236" y="1916832"/>
            <a:ext cx="8145227" cy="581057"/>
          </a:xfrm>
          <a:prstGeom prst="rect">
            <a:avLst/>
          </a:prstGeom>
        </p:spPr>
        <p:txBody>
          <a:bodyPr wrap="square">
            <a:spAutoFit/>
          </a:bodyPr>
          <a:lstStyle/>
          <a:p>
            <a:pPr>
              <a:lnSpc>
                <a:spcPct val="150000"/>
              </a:lnSpc>
            </a:pPr>
            <a:r>
              <a:rPr kumimoji="1" lang="zh-CN" altLang="en-US" sz="2400" b="1" dirty="0">
                <a:solidFill>
                  <a:schemeClr val="tx1"/>
                </a:solidFill>
                <a:latin typeface="微软雅黑" panose="020B0503020204020204" pitchFamily="34" charset="-122"/>
                <a:ea typeface="微软雅黑" panose="020B0503020204020204" pitchFamily="34" charset="-122"/>
              </a:rPr>
              <a:t>相似性检测：</a:t>
            </a:r>
            <a:r>
              <a:rPr lang="zh-CN" altLang="en-US" dirty="0">
                <a:solidFill>
                  <a:schemeClr val="tx1"/>
                </a:solidFill>
                <a:latin typeface="微软雅黑" panose="020B0503020204020204" pitchFamily="34" charset="-122"/>
                <a:ea typeface="微软雅黑" panose="020B0503020204020204" pitchFamily="34" charset="-122"/>
              </a:rPr>
              <a:t>选取相似对象进行差量压缩</a:t>
            </a:r>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92750CE8-2BA1-6C87-0896-261BB7E29AC1}"/>
              </a:ext>
            </a:extLst>
          </p:cNvPr>
          <p:cNvSpPr txBox="1"/>
          <p:nvPr/>
        </p:nvSpPr>
        <p:spPr>
          <a:xfrm>
            <a:off x="540236" y="2576476"/>
            <a:ext cx="8346024" cy="2120902"/>
          </a:xfrm>
          <a:prstGeom prst="rect">
            <a:avLst/>
          </a:prstGeom>
          <a:noFill/>
        </p:spPr>
        <p:txBody>
          <a:bodyPr wrap="square">
            <a:spAutoFit/>
          </a:bodyPr>
          <a:lstStyle/>
          <a:p>
            <a:pPr algn="just">
              <a:lnSpc>
                <a:spcPct val="150000"/>
              </a:lnSpc>
            </a:pPr>
            <a:r>
              <a:rPr lang="zh-CN" altLang="en-US" sz="1800" dirty="0">
                <a:solidFill>
                  <a:schemeClr val="tx1"/>
                </a:solidFill>
                <a:latin typeface="微软雅黑" panose="020B0503020204020204" pitchFamily="34" charset="-122"/>
                <a:ea typeface="微软雅黑" panose="020B0503020204020204" pitchFamily="34" charset="-122"/>
              </a:rPr>
              <a:t>现有方法：</a:t>
            </a:r>
            <a:endParaRPr lang="en-US" altLang="zh-CN" sz="1800" dirty="0">
              <a:solidFill>
                <a:schemeClr val="tx1"/>
              </a:solidFill>
              <a:latin typeface="微软雅黑" panose="020B0503020204020204" pitchFamily="34" charset="-122"/>
              <a:ea typeface="微软雅黑" panose="020B0503020204020204" pitchFamily="34" charset="-122"/>
            </a:endParaRPr>
          </a:p>
          <a:p>
            <a:pPr marL="285750" indent="-285750" algn="just">
              <a:lnSpc>
                <a:spcPct val="150000"/>
              </a:lnSpc>
              <a:buFont typeface="Arial" panose="020B0604020202020204" pitchFamily="34" charset="0"/>
              <a:buChar char="•"/>
            </a:pPr>
            <a:r>
              <a:rPr lang="zh-CN" altLang="en-US" sz="1800" dirty="0">
                <a:solidFill>
                  <a:srgbClr val="FF0000"/>
                </a:solidFill>
                <a:latin typeface="微软雅黑" panose="020B0503020204020204" pitchFamily="34" charset="-122"/>
                <a:ea typeface="微软雅黑" panose="020B0503020204020204" pitchFamily="34" charset="-122"/>
              </a:rPr>
              <a:t>基于空间局部性</a:t>
            </a:r>
            <a:r>
              <a:rPr lang="zh-CN" altLang="en-US" sz="1800" dirty="0">
                <a:solidFill>
                  <a:schemeClr val="tx1"/>
                </a:solidFill>
                <a:latin typeface="微软雅黑" panose="020B0503020204020204" pitchFamily="34" charset="-122"/>
                <a:ea typeface="微软雅黑" panose="020B0503020204020204" pitchFamily="34" charset="-122"/>
              </a:rPr>
              <a:t>：利用备份数据流的空间局部性检测相似数据，包括</a:t>
            </a:r>
            <a:r>
              <a:rPr lang="en-US" altLang="zh-CN" sz="1800" dirty="0">
                <a:solidFill>
                  <a:schemeClr val="tx1"/>
                </a:solidFill>
                <a:latin typeface="微软雅黑" panose="020B0503020204020204" pitchFamily="34" charset="-122"/>
                <a:ea typeface="微软雅黑" panose="020B0503020204020204" pitchFamily="34" charset="-122"/>
              </a:rPr>
              <a:t>DARE</a:t>
            </a:r>
            <a:r>
              <a:rPr kumimoji="1" lang="en-US" altLang="zh-CN" sz="1800" baseline="30000" dirty="0">
                <a:solidFill>
                  <a:schemeClr val="tx1"/>
                </a:solidFill>
                <a:latin typeface="微软雅黑" panose="020B0503020204020204" pitchFamily="34" charset="-122"/>
                <a:ea typeface="微软雅黑" panose="020B0503020204020204" pitchFamily="34" charset="-122"/>
              </a:rPr>
              <a:t>1</a:t>
            </a:r>
            <a:r>
              <a:rPr lang="zh-CN" altLang="en-US" sz="1800" dirty="0">
                <a:solidFill>
                  <a:schemeClr val="tx1"/>
                </a:solidFill>
                <a:latin typeface="微软雅黑" panose="020B0503020204020204" pitchFamily="34" charset="-122"/>
                <a:ea typeface="微软雅黑" panose="020B0503020204020204" pitchFamily="34" charset="-122"/>
              </a:rPr>
              <a:t>等</a:t>
            </a:r>
            <a:endParaRPr lang="en-US" altLang="zh-CN" sz="1800" dirty="0">
              <a:solidFill>
                <a:srgbClr val="FF0000"/>
              </a:solidFill>
              <a:latin typeface="微软雅黑" panose="020B0503020204020204" pitchFamily="34" charset="-122"/>
              <a:ea typeface="微软雅黑" panose="020B0503020204020204" pitchFamily="34" charset="-122"/>
            </a:endParaRPr>
          </a:p>
          <a:p>
            <a:pPr marL="285750" indent="-285750" algn="just">
              <a:lnSpc>
                <a:spcPct val="150000"/>
              </a:lnSpc>
              <a:buFont typeface="Arial" panose="020B0604020202020204" pitchFamily="34" charset="0"/>
              <a:buChar char="•"/>
            </a:pPr>
            <a:r>
              <a:rPr lang="zh-CN" altLang="en-US" sz="1800" dirty="0">
                <a:solidFill>
                  <a:srgbClr val="FF0000"/>
                </a:solidFill>
                <a:latin typeface="微软雅黑" panose="020B0503020204020204" pitchFamily="34" charset="-122"/>
                <a:ea typeface="微软雅黑" panose="020B0503020204020204" pitchFamily="34" charset="-122"/>
              </a:rPr>
              <a:t>基于特征值计算</a:t>
            </a:r>
            <a:r>
              <a:rPr lang="zh-CN" altLang="en-US" sz="1800" dirty="0">
                <a:solidFill>
                  <a:schemeClr val="tx1"/>
                </a:solidFill>
                <a:latin typeface="微软雅黑" panose="020B0503020204020204" pitchFamily="34" charset="-122"/>
                <a:ea typeface="微软雅黑" panose="020B0503020204020204" pitchFamily="34" charset="-122"/>
              </a:rPr>
              <a:t>：使用数据的特征值来代替数据内容进行相似度判断，分为特征提取和特征匹配两个步骤，包括</a:t>
            </a:r>
            <a:r>
              <a:rPr lang="en-US" altLang="zh-CN" sz="1800" dirty="0">
                <a:solidFill>
                  <a:schemeClr val="tx1"/>
                </a:solidFill>
                <a:latin typeface="微软雅黑" panose="020B0503020204020204" pitchFamily="34" charset="-122"/>
                <a:ea typeface="微软雅黑" panose="020B0503020204020204" pitchFamily="34" charset="-122"/>
              </a:rPr>
              <a:t>Approximate Fingerprints</a:t>
            </a:r>
            <a:r>
              <a:rPr kumimoji="1" lang="en-US" altLang="zh-CN" sz="1800" baseline="30000" dirty="0">
                <a:solidFill>
                  <a:schemeClr val="tx1"/>
                </a:solidFill>
                <a:latin typeface="微软雅黑" panose="020B0503020204020204" pitchFamily="34" charset="-122"/>
                <a:ea typeface="微软雅黑" panose="020B0503020204020204" pitchFamily="34" charset="-122"/>
              </a:rPr>
              <a:t>2 </a:t>
            </a:r>
            <a:r>
              <a:rPr lang="zh-CN" altLang="en-US" sz="1800" dirty="0">
                <a:solidFill>
                  <a:schemeClr val="tx1"/>
                </a:solidFill>
                <a:latin typeface="微软雅黑" panose="020B0503020204020204" pitchFamily="34" charset="-122"/>
                <a:ea typeface="微软雅黑" panose="020B0503020204020204" pitchFamily="34" charset="-122"/>
              </a:rPr>
              <a:t>、</a:t>
            </a:r>
            <a:r>
              <a:rPr lang="en-US" altLang="zh-CN" sz="1800" dirty="0">
                <a:solidFill>
                  <a:schemeClr val="tx1"/>
                </a:solidFill>
                <a:latin typeface="微软雅黑" panose="020B0503020204020204" pitchFamily="34" charset="-122"/>
                <a:ea typeface="微软雅黑" panose="020B0503020204020204" pitchFamily="34" charset="-122"/>
              </a:rPr>
              <a:t>Super-feature</a:t>
            </a:r>
            <a:r>
              <a:rPr kumimoji="1" lang="en-US" altLang="zh-CN" sz="1800" baseline="30000" dirty="0">
                <a:solidFill>
                  <a:schemeClr val="tx1"/>
                </a:solidFill>
                <a:latin typeface="微软雅黑" panose="020B0503020204020204" pitchFamily="34" charset="-122"/>
                <a:ea typeface="微软雅黑" panose="020B0503020204020204" pitchFamily="34" charset="-122"/>
              </a:rPr>
              <a:t>3 </a:t>
            </a:r>
            <a:r>
              <a:rPr lang="zh-CN" altLang="en-US" sz="1800" dirty="0">
                <a:solidFill>
                  <a:schemeClr val="tx1"/>
                </a:solidFill>
                <a:latin typeface="微软雅黑" panose="020B0503020204020204" pitchFamily="34" charset="-122"/>
                <a:ea typeface="微软雅黑" panose="020B0503020204020204" pitchFamily="34" charset="-122"/>
              </a:rPr>
              <a:t>、</a:t>
            </a:r>
            <a:r>
              <a:rPr lang="en-US" altLang="zh-CN" sz="1800" dirty="0">
                <a:solidFill>
                  <a:schemeClr val="tx1"/>
                </a:solidFill>
                <a:latin typeface="微软雅黑" panose="020B0503020204020204" pitchFamily="34" charset="-122"/>
                <a:ea typeface="微软雅黑" panose="020B0503020204020204" pitchFamily="34" charset="-122"/>
              </a:rPr>
              <a:t>Finesse</a:t>
            </a:r>
            <a:r>
              <a:rPr kumimoji="1" lang="en-US" altLang="zh-CN" sz="1800" baseline="30000" dirty="0">
                <a:solidFill>
                  <a:schemeClr val="tx1"/>
                </a:solidFill>
                <a:latin typeface="微软雅黑" panose="020B0503020204020204" pitchFamily="34" charset="-122"/>
                <a:ea typeface="微软雅黑" panose="020B0503020204020204" pitchFamily="34" charset="-122"/>
              </a:rPr>
              <a:t>4 </a:t>
            </a:r>
            <a:r>
              <a:rPr lang="zh-CN" altLang="en-US" sz="1800" dirty="0">
                <a:solidFill>
                  <a:schemeClr val="tx1"/>
                </a:solidFill>
                <a:latin typeface="微软雅黑" panose="020B0503020204020204" pitchFamily="34" charset="-122"/>
                <a:ea typeface="微软雅黑" panose="020B0503020204020204" pitchFamily="34" charset="-122"/>
              </a:rPr>
              <a:t>、</a:t>
            </a:r>
            <a:r>
              <a:rPr lang="en-US" altLang="zh-CN" sz="1800" dirty="0">
                <a:solidFill>
                  <a:schemeClr val="tx1"/>
                </a:solidFill>
                <a:latin typeface="微软雅黑" panose="020B0503020204020204" pitchFamily="34" charset="-122"/>
                <a:ea typeface="微软雅黑" panose="020B0503020204020204" pitchFamily="34" charset="-122"/>
              </a:rPr>
              <a:t>Odess</a:t>
            </a:r>
            <a:r>
              <a:rPr kumimoji="1" lang="en-US" altLang="zh-CN" sz="1800" baseline="30000" dirty="0">
                <a:solidFill>
                  <a:schemeClr val="tx1"/>
                </a:solidFill>
                <a:latin typeface="微软雅黑" panose="020B0503020204020204" pitchFamily="34" charset="-122"/>
                <a:ea typeface="微软雅黑" panose="020B0503020204020204" pitchFamily="34" charset="-122"/>
              </a:rPr>
              <a:t>5</a:t>
            </a:r>
            <a:r>
              <a:rPr lang="zh-CN" altLang="en-US" sz="1800" dirty="0">
                <a:solidFill>
                  <a:schemeClr val="tx1"/>
                </a:solidFill>
                <a:latin typeface="微软雅黑" panose="020B0503020204020204" pitchFamily="34" charset="-122"/>
                <a:ea typeface="微软雅黑" panose="020B0503020204020204" pitchFamily="34" charset="-122"/>
              </a:rPr>
              <a:t>等</a:t>
            </a:r>
            <a:endParaRPr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88668705-9B16-A791-F957-3EDB5FB25270}"/>
              </a:ext>
            </a:extLst>
          </p:cNvPr>
          <p:cNvSpPr txBox="1"/>
          <p:nvPr/>
        </p:nvSpPr>
        <p:spPr>
          <a:xfrm>
            <a:off x="540235" y="4869160"/>
            <a:ext cx="8145227" cy="1569660"/>
          </a:xfrm>
          <a:prstGeom prst="rect">
            <a:avLst/>
          </a:prstGeom>
          <a:noFill/>
        </p:spPr>
        <p:txBody>
          <a:bodyPr wrap="square">
            <a:spAutoFit/>
          </a:bodyPr>
          <a:lstStyle/>
          <a:p>
            <a:pPr marL="342900" indent="-342900">
              <a:buFont typeface="+mj-lt"/>
              <a:buAutoNum type="arabicPeriod"/>
            </a:pPr>
            <a:r>
              <a:rPr lang="en-US" altLang="zh-CN" sz="1200" dirty="0">
                <a:solidFill>
                  <a:schemeClr val="tx1"/>
                </a:solidFill>
                <a:latin typeface="微软雅黑" panose="020B0503020204020204" pitchFamily="34" charset="-122"/>
                <a:ea typeface="微软雅黑" panose="020B0503020204020204" pitchFamily="34" charset="-122"/>
              </a:rPr>
              <a:t>DARE: A deduplication-aware resemblance detection and elimination scheme for data reduction with low overheads </a:t>
            </a:r>
            <a:r>
              <a:rPr lang="zh-CN" altLang="en-US" sz="1200" dirty="0">
                <a:solidFill>
                  <a:schemeClr val="tx1"/>
                </a:solidFill>
                <a:latin typeface="微软雅黑" panose="020B0503020204020204" pitchFamily="34" charset="-122"/>
                <a:ea typeface="微软雅黑" panose="020B0503020204020204" pitchFamily="34" charset="-122"/>
              </a:rPr>
              <a:t>（</a:t>
            </a:r>
            <a:r>
              <a:rPr lang="en-US" altLang="zh-CN" sz="1200" dirty="0">
                <a:solidFill>
                  <a:schemeClr val="tx1"/>
                </a:solidFill>
                <a:latin typeface="微软雅黑" panose="020B0503020204020204" pitchFamily="34" charset="-122"/>
                <a:ea typeface="微软雅黑" panose="020B0503020204020204" pitchFamily="34" charset="-122"/>
              </a:rPr>
              <a:t>TC 2016</a:t>
            </a:r>
            <a:r>
              <a:rPr lang="zh-CN" altLang="en-US" sz="1200" dirty="0">
                <a:solidFill>
                  <a:schemeClr val="tx1"/>
                </a:solidFill>
                <a:latin typeface="微软雅黑" panose="020B0503020204020204" pitchFamily="34" charset="-122"/>
                <a:ea typeface="微软雅黑" panose="020B0503020204020204" pitchFamily="34" charset="-122"/>
              </a:rPr>
              <a:t>）</a:t>
            </a:r>
            <a:endParaRPr lang="en-US" altLang="zh-CN" sz="1200" dirty="0">
              <a:solidFill>
                <a:schemeClr val="tx1"/>
              </a:solidFill>
              <a:latin typeface="微软雅黑" panose="020B0503020204020204" pitchFamily="34" charset="-122"/>
              <a:ea typeface="微软雅黑" panose="020B0503020204020204" pitchFamily="34" charset="-122"/>
            </a:endParaRPr>
          </a:p>
          <a:p>
            <a:pPr marL="342900" indent="-342900">
              <a:buFont typeface="+mj-lt"/>
              <a:buAutoNum type="arabicPeriod"/>
            </a:pPr>
            <a:r>
              <a:rPr lang="en-US" altLang="zh-CN" sz="1200" dirty="0">
                <a:solidFill>
                  <a:schemeClr val="tx1"/>
                </a:solidFill>
                <a:latin typeface="微软雅黑" panose="020B0503020204020204" pitchFamily="34" charset="-122"/>
                <a:ea typeface="微软雅黑" panose="020B0503020204020204" pitchFamily="34" charset="-122"/>
              </a:rPr>
              <a:t>Finding Similar Files in a Large File System (USENIX 1994)</a:t>
            </a:r>
          </a:p>
          <a:p>
            <a:pPr marL="342900" indent="-342900">
              <a:buFont typeface="+mj-lt"/>
              <a:buAutoNum type="arabicPeriod"/>
            </a:pPr>
            <a:r>
              <a:rPr lang="en-US" altLang="zh-CN" sz="1200" dirty="0">
                <a:solidFill>
                  <a:schemeClr val="tx1"/>
                </a:solidFill>
                <a:latin typeface="微软雅黑" panose="020B0503020204020204" pitchFamily="34" charset="-122"/>
                <a:ea typeface="微软雅黑" panose="020B0503020204020204" pitchFamily="34" charset="-122"/>
              </a:rPr>
              <a:t>Identifying and Filtering Near-duplicate Documents </a:t>
            </a:r>
            <a:r>
              <a:rPr lang="zh-CN" altLang="en-US" sz="1200" dirty="0">
                <a:solidFill>
                  <a:schemeClr val="tx1"/>
                </a:solidFill>
                <a:latin typeface="微软雅黑" panose="020B0503020204020204" pitchFamily="34" charset="-122"/>
                <a:ea typeface="微软雅黑" panose="020B0503020204020204" pitchFamily="34" charset="-122"/>
              </a:rPr>
              <a:t>（</a:t>
            </a:r>
            <a:r>
              <a:rPr lang="en-US" altLang="zh-CN" sz="1200" dirty="0">
                <a:solidFill>
                  <a:schemeClr val="tx1"/>
                </a:solidFill>
                <a:latin typeface="微软雅黑" panose="020B0503020204020204" pitchFamily="34" charset="-122"/>
                <a:ea typeface="微软雅黑" panose="020B0503020204020204" pitchFamily="34" charset="-122"/>
              </a:rPr>
              <a:t>CPM 2000</a:t>
            </a:r>
            <a:r>
              <a:rPr lang="zh-CN" altLang="en-US" sz="1200" dirty="0">
                <a:solidFill>
                  <a:schemeClr val="tx1"/>
                </a:solidFill>
                <a:latin typeface="微软雅黑" panose="020B0503020204020204" pitchFamily="34" charset="-122"/>
                <a:ea typeface="微软雅黑" panose="020B0503020204020204" pitchFamily="34" charset="-122"/>
              </a:rPr>
              <a:t>）</a:t>
            </a:r>
            <a:endParaRPr lang="en-US" altLang="zh-CN" sz="1200" dirty="0">
              <a:solidFill>
                <a:schemeClr val="tx1"/>
              </a:solidFill>
              <a:latin typeface="微软雅黑" panose="020B0503020204020204" pitchFamily="34" charset="-122"/>
              <a:ea typeface="微软雅黑" panose="020B0503020204020204" pitchFamily="34" charset="-122"/>
            </a:endParaRPr>
          </a:p>
          <a:p>
            <a:pPr marL="342900" indent="-342900">
              <a:buFont typeface="+mj-lt"/>
              <a:buAutoNum type="arabicPeriod"/>
            </a:pPr>
            <a:r>
              <a:rPr lang="en-US" altLang="zh-CN" sz="1200" dirty="0">
                <a:solidFill>
                  <a:schemeClr val="tx1"/>
                </a:solidFill>
                <a:latin typeface="微软雅黑" panose="020B0503020204020204" pitchFamily="34" charset="-122"/>
                <a:ea typeface="微软雅黑" panose="020B0503020204020204" pitchFamily="34" charset="-122"/>
              </a:rPr>
              <a:t>Finesse: Fine-grained feature locality based fast resemblance detection for post-deduplication delta compression </a:t>
            </a:r>
            <a:r>
              <a:rPr lang="zh-CN" altLang="en-US" sz="1200" dirty="0">
                <a:solidFill>
                  <a:schemeClr val="tx1"/>
                </a:solidFill>
                <a:latin typeface="微软雅黑" panose="020B0503020204020204" pitchFamily="34" charset="-122"/>
                <a:ea typeface="微软雅黑" panose="020B0503020204020204" pitchFamily="34" charset="-122"/>
              </a:rPr>
              <a:t>（</a:t>
            </a:r>
            <a:r>
              <a:rPr lang="en-US" altLang="zh-CN" sz="1200" dirty="0">
                <a:solidFill>
                  <a:schemeClr val="tx1"/>
                </a:solidFill>
                <a:latin typeface="微软雅黑" panose="020B0503020204020204" pitchFamily="34" charset="-122"/>
                <a:ea typeface="微软雅黑" panose="020B0503020204020204" pitchFamily="34" charset="-122"/>
              </a:rPr>
              <a:t>FAST 2019</a:t>
            </a:r>
            <a:r>
              <a:rPr lang="zh-CN" altLang="en-US" sz="1200" dirty="0">
                <a:solidFill>
                  <a:schemeClr val="tx1"/>
                </a:solidFill>
                <a:latin typeface="微软雅黑" panose="020B0503020204020204" pitchFamily="34" charset="-122"/>
                <a:ea typeface="微软雅黑" panose="020B0503020204020204" pitchFamily="34" charset="-122"/>
              </a:rPr>
              <a:t>）</a:t>
            </a:r>
            <a:endParaRPr lang="en-US" altLang="zh-CN" sz="1200" dirty="0">
              <a:solidFill>
                <a:schemeClr val="tx1"/>
              </a:solidFill>
              <a:latin typeface="微软雅黑" panose="020B0503020204020204" pitchFamily="34" charset="-122"/>
              <a:ea typeface="微软雅黑" panose="020B0503020204020204" pitchFamily="34" charset="-122"/>
            </a:endParaRPr>
          </a:p>
          <a:p>
            <a:pPr marL="342900" indent="-342900">
              <a:buFont typeface="+mj-lt"/>
              <a:buAutoNum type="arabicPeriod"/>
            </a:pPr>
            <a:r>
              <a:rPr lang="en-US" altLang="zh-CN" sz="1200" dirty="0">
                <a:solidFill>
                  <a:schemeClr val="tx1"/>
                </a:solidFill>
                <a:latin typeface="微软雅黑" panose="020B0503020204020204" pitchFamily="34" charset="-122"/>
                <a:ea typeface="微软雅黑" panose="020B0503020204020204" pitchFamily="34" charset="-122"/>
              </a:rPr>
              <a:t>Odess: Speeding up Resemblance Detection for Redundancy Elimination by Fast Content-Defined Sampling </a:t>
            </a:r>
            <a:r>
              <a:rPr lang="zh-CN" altLang="en-US" sz="1200" dirty="0">
                <a:solidFill>
                  <a:schemeClr val="tx1"/>
                </a:solidFill>
                <a:latin typeface="微软雅黑" panose="020B0503020204020204" pitchFamily="34" charset="-122"/>
                <a:ea typeface="微软雅黑" panose="020B0503020204020204" pitchFamily="34" charset="-122"/>
              </a:rPr>
              <a:t>（</a:t>
            </a:r>
            <a:r>
              <a:rPr lang="en-US" altLang="zh-CN" sz="1200" dirty="0">
                <a:solidFill>
                  <a:schemeClr val="tx1"/>
                </a:solidFill>
                <a:latin typeface="微软雅黑" panose="020B0503020204020204" pitchFamily="34" charset="-122"/>
                <a:ea typeface="微软雅黑" panose="020B0503020204020204" pitchFamily="34" charset="-122"/>
              </a:rPr>
              <a:t>ICDE 2021</a:t>
            </a:r>
            <a:r>
              <a:rPr lang="zh-CN" altLang="en-US" sz="1200" dirty="0">
                <a:solidFill>
                  <a:schemeClr val="tx1"/>
                </a:solidFill>
                <a:latin typeface="微软雅黑" panose="020B0503020204020204" pitchFamily="34" charset="-122"/>
                <a:ea typeface="微软雅黑" panose="020B0503020204020204" pitchFamily="34" charset="-122"/>
              </a:rPr>
              <a:t>）</a:t>
            </a:r>
            <a:endParaRPr lang="en-US" altLang="zh-CN" sz="1200" dirty="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DC8479FC-0853-6C22-E04A-BF25F229F3A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5</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3234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DE54D592-4D5E-499A-B6E3-3D69317B7414}"/>
              </a:ext>
            </a:extLst>
          </p:cNvPr>
          <p:cNvSpPr/>
          <p:nvPr/>
        </p:nvSpPr>
        <p:spPr>
          <a:xfrm>
            <a:off x="571052" y="5013176"/>
            <a:ext cx="8346024" cy="1705403"/>
          </a:xfrm>
          <a:prstGeom prst="rect">
            <a:avLst/>
          </a:prstGeom>
        </p:spPr>
        <p:txBody>
          <a:bodyPr wrap="square">
            <a:spAutoFit/>
          </a:bodyPr>
          <a:lstStyle/>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现有的工作主要存在以下几个问题：</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kumimoji="1" lang="zh-CN" altLang="en-US" sz="1800" dirty="0">
                <a:solidFill>
                  <a:schemeClr val="tx1"/>
                </a:solidFill>
                <a:latin typeface="微软雅黑" panose="020B0503020204020204" pitchFamily="34" charset="-122"/>
                <a:ea typeface="微软雅黑" panose="020B0503020204020204" pitchFamily="34" charset="-122"/>
              </a:rPr>
              <a:t>虽然降低了计算开销，但速率依旧较慢，同时也降低了检测效果；</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kumimoji="1" lang="zh-CN" altLang="en-US" sz="1800" dirty="0">
                <a:solidFill>
                  <a:schemeClr val="tx1"/>
                </a:solidFill>
                <a:latin typeface="微软雅黑" panose="020B0503020204020204" pitchFamily="34" charset="-122"/>
                <a:ea typeface="微软雅黑" panose="020B0503020204020204" pitchFamily="34" charset="-122"/>
              </a:rPr>
              <a:t>普遍只采用特征值计算的方式进行检测，存在检测不充分的情况；</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mj-lt"/>
              <a:buAutoNum type="arabicPeriod"/>
            </a:pPr>
            <a:r>
              <a:rPr kumimoji="1" lang="zh-CN" altLang="en-US" sz="1800" dirty="0">
                <a:solidFill>
                  <a:schemeClr val="tx1"/>
                </a:solidFill>
                <a:latin typeface="微软雅黑" panose="020B0503020204020204" pitchFamily="34" charset="-122"/>
                <a:ea typeface="微软雅黑" panose="020B0503020204020204" pitchFamily="34" charset="-122"/>
              </a:rPr>
              <a:t>没有针对现代处理器中的 </a:t>
            </a:r>
            <a:r>
              <a:rPr kumimoji="1" lang="en-US" altLang="zh-CN" sz="1800" dirty="0">
                <a:solidFill>
                  <a:schemeClr val="tx1"/>
                </a:solidFill>
                <a:latin typeface="微软雅黑" panose="020B0503020204020204" pitchFamily="34" charset="-122"/>
                <a:ea typeface="微软雅黑" panose="020B0503020204020204" pitchFamily="34" charset="-122"/>
              </a:rPr>
              <a:t>SIMD</a:t>
            </a:r>
            <a:r>
              <a:rPr kumimoji="1" lang="zh-CN" altLang="en-US" sz="1800" dirty="0">
                <a:solidFill>
                  <a:schemeClr val="tx1"/>
                </a:solidFill>
                <a:latin typeface="微软雅黑" panose="020B0503020204020204" pitchFamily="34" charset="-122"/>
                <a:ea typeface="微软雅黑" panose="020B0503020204020204" pitchFamily="34" charset="-122"/>
              </a:rPr>
              <a:t>扩展部件进行优化，造成了计算资源的浪费；</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5" name="Rectangle 11">
            <a:extLst>
              <a:ext uri="{FF2B5EF4-FFF2-40B4-BE49-F238E27FC236}">
                <a16:creationId xmlns:a16="http://schemas.microsoft.com/office/drawing/2014/main" id="{DEF28E19-84CE-5B6C-6404-46D66BB7205C}"/>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2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相关技术研究</a:t>
            </a:r>
          </a:p>
        </p:txBody>
      </p:sp>
      <p:graphicFrame>
        <p:nvGraphicFramePr>
          <p:cNvPr id="10" name="表格 9">
            <a:extLst>
              <a:ext uri="{FF2B5EF4-FFF2-40B4-BE49-F238E27FC236}">
                <a16:creationId xmlns:a16="http://schemas.microsoft.com/office/drawing/2014/main" id="{067F922B-F66B-C503-5A70-7E611CEE939F}"/>
              </a:ext>
            </a:extLst>
          </p:cNvPr>
          <p:cNvGraphicFramePr/>
          <p:nvPr>
            <p:custDataLst>
              <p:tags r:id="rId2"/>
            </p:custDataLst>
            <p:extLst>
              <p:ext uri="{D42A27DB-BD31-4B8C-83A1-F6EECF244321}">
                <p14:modId xmlns:p14="http://schemas.microsoft.com/office/powerpoint/2010/main" val="993726219"/>
              </p:ext>
            </p:extLst>
          </p:nvPr>
        </p:nvGraphicFramePr>
        <p:xfrm>
          <a:off x="683568" y="2636912"/>
          <a:ext cx="7776863" cy="233860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gridCol w="1800200">
                  <a:extLst>
                    <a:ext uri="{9D8B030D-6E8A-4147-A177-3AD203B41FA5}">
                      <a16:colId xmlns:a16="http://schemas.microsoft.com/office/drawing/2014/main" val="20002"/>
                    </a:ext>
                  </a:extLst>
                </a:gridCol>
                <a:gridCol w="2736303">
                  <a:extLst>
                    <a:ext uri="{9D8B030D-6E8A-4147-A177-3AD203B41FA5}">
                      <a16:colId xmlns:a16="http://schemas.microsoft.com/office/drawing/2014/main" val="762846374"/>
                    </a:ext>
                  </a:extLst>
                </a:gridCol>
              </a:tblGrid>
              <a:tr h="439870">
                <a:tc>
                  <a:txBody>
                    <a:bodyPr/>
                    <a:lstStyle/>
                    <a:p>
                      <a:pPr algn="ctr">
                        <a:buNone/>
                      </a:pPr>
                      <a:r>
                        <a:rPr lang="zh-CN" altLang="en-US" dirty="0">
                          <a:solidFill>
                            <a:schemeClr val="tx1"/>
                          </a:solidFill>
                        </a:rPr>
                        <a:t>方法</a:t>
                      </a:r>
                    </a:p>
                  </a:txBody>
                  <a:tcPr anchor="ctr"/>
                </a:tc>
                <a:tc>
                  <a:txBody>
                    <a:bodyPr/>
                    <a:lstStyle/>
                    <a:p>
                      <a:pPr algn="ctr">
                        <a:buNone/>
                      </a:pPr>
                      <a:r>
                        <a:rPr lang="zh-CN" altLang="en-US" dirty="0">
                          <a:solidFill>
                            <a:schemeClr val="tx1"/>
                          </a:solidFill>
                        </a:rPr>
                        <a:t>特征提取策略</a:t>
                      </a:r>
                    </a:p>
                  </a:txBody>
                  <a:tcPr anchor="ctr"/>
                </a:tc>
                <a:tc>
                  <a:txBody>
                    <a:bodyPr/>
                    <a:lstStyle/>
                    <a:p>
                      <a:pPr algn="ctr">
                        <a:buNone/>
                      </a:pPr>
                      <a:r>
                        <a:rPr lang="zh-CN" altLang="en-US" dirty="0">
                          <a:solidFill>
                            <a:schemeClr val="tx1"/>
                          </a:solidFill>
                        </a:rPr>
                        <a:t>特征匹配策略</a:t>
                      </a:r>
                    </a:p>
                  </a:txBody>
                  <a:tcPr anchor="ctr"/>
                </a:tc>
                <a:tc>
                  <a:txBody>
                    <a:bodyPr/>
                    <a:lstStyle/>
                    <a:p>
                      <a:pPr algn="ctr">
                        <a:buNone/>
                      </a:pPr>
                      <a:r>
                        <a:rPr lang="zh-CN" altLang="en-US" dirty="0">
                          <a:solidFill>
                            <a:schemeClr val="tx1"/>
                          </a:solidFill>
                        </a:rPr>
                        <a:t>备注</a:t>
                      </a:r>
                    </a:p>
                  </a:txBody>
                  <a:tcPr anchor="ctr"/>
                </a:tc>
                <a:extLst>
                  <a:ext uri="{0D108BD9-81ED-4DB2-BD59-A6C34878D82A}">
                    <a16:rowId xmlns:a16="http://schemas.microsoft.com/office/drawing/2014/main" val="10000"/>
                  </a:ext>
                </a:extLst>
              </a:tr>
              <a:tr h="439870">
                <a:tc>
                  <a:txBody>
                    <a:bodyPr/>
                    <a:lstStyle/>
                    <a:p>
                      <a:pPr algn="ctr">
                        <a:buNone/>
                      </a:pPr>
                      <a:r>
                        <a:rPr lang="en-US" altLang="zh-CN" sz="1600" dirty="0">
                          <a:latin typeface="微软雅黑" panose="020B0503020204020204" pitchFamily="34" charset="-122"/>
                          <a:ea typeface="微软雅黑" panose="020B0503020204020204" pitchFamily="34" charset="-122"/>
                        </a:rPr>
                        <a:t>Approximate Fingerprints</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buNone/>
                      </a:pPr>
                      <a:r>
                        <a:rPr lang="zh-CN" altLang="en-US" sz="1600" dirty="0"/>
                        <a:t>抽样</a:t>
                      </a:r>
                    </a:p>
                  </a:txBody>
                  <a:tcPr anchor="ctr"/>
                </a:tc>
                <a:tc>
                  <a:txBody>
                    <a:bodyPr/>
                    <a:lstStyle/>
                    <a:p>
                      <a:pPr algn="ctr">
                        <a:buNone/>
                      </a:pPr>
                      <a:r>
                        <a:rPr lang="zh-CN" altLang="en-US" sz="1600" dirty="0"/>
                        <a:t>共享指纹数量</a:t>
                      </a:r>
                    </a:p>
                  </a:txBody>
                  <a:tcPr anchor="ctr"/>
                </a:tc>
                <a:tc>
                  <a:txBody>
                    <a:bodyPr/>
                    <a:lstStyle/>
                    <a:p>
                      <a:pPr algn="ctr">
                        <a:buNone/>
                      </a:pPr>
                      <a:r>
                        <a:rPr lang="zh-CN" altLang="en-US" sz="1600" dirty="0"/>
                        <a:t>首个基于数据片段</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shingle</a:t>
                      </a:r>
                      <a:r>
                        <a:rPr lang="zh-CN" altLang="en-US" sz="1600" dirty="0">
                          <a:latin typeface="微软雅黑" panose="020B0503020204020204" pitchFamily="34" charset="-122"/>
                          <a:ea typeface="微软雅黑" panose="020B0503020204020204" pitchFamily="34" charset="-122"/>
                        </a:rPr>
                        <a:t>）</a:t>
                      </a:r>
                      <a:r>
                        <a:rPr lang="zh-CN" altLang="en-US" sz="1600" dirty="0"/>
                        <a:t>的相似性检测方法</a:t>
                      </a:r>
                    </a:p>
                  </a:txBody>
                  <a:tcPr anchor="ctr"/>
                </a:tc>
                <a:extLst>
                  <a:ext uri="{0D108BD9-81ED-4DB2-BD59-A6C34878D82A}">
                    <a16:rowId xmlns:a16="http://schemas.microsoft.com/office/drawing/2014/main" val="10001"/>
                  </a:ext>
                </a:extLst>
              </a:tr>
              <a:tr h="439870">
                <a:tc>
                  <a:txBody>
                    <a:bodyPr/>
                    <a:lstStyle/>
                    <a:p>
                      <a:pPr algn="ctr">
                        <a:buNone/>
                      </a:pPr>
                      <a:r>
                        <a:rPr lang="en-US" altLang="zh-CN" sz="1600" dirty="0">
                          <a:latin typeface="微软雅黑" panose="020B0503020204020204" pitchFamily="34" charset="-122"/>
                          <a:ea typeface="微软雅黑" panose="020B0503020204020204" pitchFamily="34" charset="-122"/>
                        </a:rPr>
                        <a:t>Super-feature</a:t>
                      </a:r>
                      <a:endParaRPr lang="zh-CN" altLang="en-US" sz="1600" dirty="0">
                        <a:solidFill>
                          <a:srgbClr val="FF0000"/>
                        </a:solidFill>
                        <a:latin typeface="微软雅黑" panose="020B0503020204020204" pitchFamily="34" charset="-122"/>
                        <a:ea typeface="微软雅黑" panose="020B0503020204020204" pitchFamily="34" charset="-122"/>
                      </a:endParaRPr>
                    </a:p>
                  </a:txBody>
                  <a:tcPr anchor="ctr"/>
                </a:tc>
                <a:tc>
                  <a:txBody>
                    <a:bodyPr/>
                    <a:lstStyle/>
                    <a:p>
                      <a:pPr algn="ctr">
                        <a:buNone/>
                      </a:pPr>
                      <a:r>
                        <a:rPr lang="zh-CN" altLang="en-US" sz="1600" dirty="0"/>
                        <a:t>线性变换</a:t>
                      </a:r>
                      <a:endParaRPr lang="zh-CN" altLang="en-US" sz="1600" dirty="0">
                        <a:solidFill>
                          <a:srgbClr val="FF0000"/>
                        </a:solidFill>
                      </a:endParaRPr>
                    </a:p>
                  </a:txBody>
                  <a:tcPr anchor="ctr"/>
                </a:tc>
                <a:tc>
                  <a:txBody>
                    <a:bodyPr/>
                    <a:lstStyle/>
                    <a:p>
                      <a:pPr algn="ctr">
                        <a:buNone/>
                      </a:pPr>
                      <a:r>
                        <a:rPr lang="zh-CN" altLang="en-US" sz="1600" dirty="0"/>
                        <a:t>超级特征值</a:t>
                      </a:r>
                    </a:p>
                  </a:txBody>
                  <a:tcPr anchor="ctr"/>
                </a:tc>
                <a:tc>
                  <a:txBody>
                    <a:bodyPr/>
                    <a:lstStyle/>
                    <a:p>
                      <a:pPr algn="ctr">
                        <a:buNone/>
                      </a:pPr>
                      <a:r>
                        <a:rPr lang="zh-CN" altLang="en-US" sz="1600" dirty="0">
                          <a:solidFill>
                            <a:srgbClr val="FF0000"/>
                          </a:solidFill>
                        </a:rPr>
                        <a:t>最常用的方法，开销大</a:t>
                      </a:r>
                    </a:p>
                  </a:txBody>
                  <a:tcPr anchor="ctr"/>
                </a:tc>
                <a:extLst>
                  <a:ext uri="{0D108BD9-81ED-4DB2-BD59-A6C34878D82A}">
                    <a16:rowId xmlns:a16="http://schemas.microsoft.com/office/drawing/2014/main" val="10002"/>
                  </a:ext>
                </a:extLst>
              </a:tr>
              <a:tr h="439870">
                <a:tc>
                  <a:txBody>
                    <a:bodyPr/>
                    <a:lstStyle/>
                    <a:p>
                      <a:pPr algn="ctr">
                        <a:buNone/>
                      </a:pPr>
                      <a:r>
                        <a:rPr lang="en-US" altLang="zh-CN" sz="1600" dirty="0">
                          <a:latin typeface="微软雅黑" panose="020B0503020204020204" pitchFamily="34" charset="-122"/>
                          <a:ea typeface="微软雅黑" panose="020B0503020204020204" pitchFamily="34" charset="-122"/>
                        </a:rPr>
                        <a:t>Finesse</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buNone/>
                      </a:pPr>
                      <a:r>
                        <a:rPr lang="zh-CN" altLang="en-US" sz="1600" dirty="0"/>
                        <a:t>子区域最大值</a:t>
                      </a:r>
                    </a:p>
                  </a:txBody>
                  <a:tcPr anchor="ctr"/>
                </a:tc>
                <a:tc>
                  <a:txBody>
                    <a:bodyPr/>
                    <a:lstStyle/>
                    <a:p>
                      <a:pPr algn="ctr">
                        <a:buNone/>
                      </a:pPr>
                      <a:r>
                        <a:rPr lang="zh-CN" altLang="en-US" sz="1600" dirty="0"/>
                        <a:t>超级特征值</a:t>
                      </a:r>
                    </a:p>
                  </a:txBody>
                  <a:tcPr anchor="ctr"/>
                </a:tc>
                <a:tc rowSpan="2">
                  <a:txBody>
                    <a:bodyPr/>
                    <a:lstStyle/>
                    <a:p>
                      <a:pPr algn="ctr">
                        <a:buNone/>
                      </a:pPr>
                      <a:r>
                        <a:rPr lang="zh-CN" altLang="en-US" sz="1600" dirty="0"/>
                        <a:t>针对</a:t>
                      </a:r>
                      <a:r>
                        <a:rPr lang="en-US" altLang="zh-CN" sz="1600" dirty="0">
                          <a:latin typeface="微软雅黑" panose="020B0503020204020204" pitchFamily="34" charset="-122"/>
                          <a:ea typeface="微软雅黑" panose="020B0503020204020204" pitchFamily="34" charset="-122"/>
                        </a:rPr>
                        <a:t>Super-feature</a:t>
                      </a:r>
                      <a:r>
                        <a:rPr lang="zh-CN" altLang="en-US" sz="1600" dirty="0"/>
                        <a:t>的改进</a:t>
                      </a:r>
                    </a:p>
                  </a:txBody>
                  <a:tcPr anchor="ctr"/>
                </a:tc>
                <a:extLst>
                  <a:ext uri="{0D108BD9-81ED-4DB2-BD59-A6C34878D82A}">
                    <a16:rowId xmlns:a16="http://schemas.microsoft.com/office/drawing/2014/main" val="10003"/>
                  </a:ext>
                </a:extLst>
              </a:tr>
              <a:tr h="439870">
                <a:tc>
                  <a:txBody>
                    <a:bodyPr/>
                    <a:lstStyle/>
                    <a:p>
                      <a:pPr algn="ctr">
                        <a:buNone/>
                      </a:pPr>
                      <a:r>
                        <a:rPr lang="en-US" altLang="zh-CN" sz="1600" dirty="0">
                          <a:latin typeface="微软雅黑" panose="020B0503020204020204" pitchFamily="34" charset="-122"/>
                          <a:ea typeface="微软雅黑" panose="020B0503020204020204" pitchFamily="34" charset="-122"/>
                        </a:rPr>
                        <a:t>Odess</a:t>
                      </a:r>
                    </a:p>
                  </a:txBody>
                  <a:tcPr anchor="ctr"/>
                </a:tc>
                <a:tc>
                  <a:txBody>
                    <a:bodyPr/>
                    <a:lstStyle/>
                    <a:p>
                      <a:pPr algn="ctr">
                        <a:buNone/>
                      </a:pPr>
                      <a:r>
                        <a:rPr lang="zh-CN" altLang="en-US" sz="1600" dirty="0"/>
                        <a:t>线性变换</a:t>
                      </a:r>
                      <a:r>
                        <a:rPr lang="en-US" altLang="zh-CN" sz="1600" dirty="0"/>
                        <a:t>+</a:t>
                      </a:r>
                      <a:r>
                        <a:rPr lang="zh-CN" altLang="en-US" sz="1600" dirty="0"/>
                        <a:t>抽样</a:t>
                      </a:r>
                    </a:p>
                  </a:txBody>
                  <a:tcPr anchor="ctr"/>
                </a:tc>
                <a:tc>
                  <a:txBody>
                    <a:bodyPr/>
                    <a:lstStyle/>
                    <a:p>
                      <a:pPr algn="ctr">
                        <a:buNone/>
                      </a:pPr>
                      <a:r>
                        <a:rPr lang="zh-CN" altLang="en-US" sz="1600" dirty="0"/>
                        <a:t>超级特征值</a:t>
                      </a:r>
                    </a:p>
                  </a:txBody>
                  <a:tcPr anchor="ctr"/>
                </a:tc>
                <a:tc vMerge="1">
                  <a:txBody>
                    <a:bodyPr/>
                    <a:lstStyle/>
                    <a:p>
                      <a:pPr algn="ctr">
                        <a:buNone/>
                      </a:pPr>
                      <a:endParaRPr lang="zh-CN" altLang="en-US" dirty="0"/>
                    </a:p>
                  </a:txBody>
                  <a:tcPr/>
                </a:tc>
                <a:extLst>
                  <a:ext uri="{0D108BD9-81ED-4DB2-BD59-A6C34878D82A}">
                    <a16:rowId xmlns:a16="http://schemas.microsoft.com/office/drawing/2014/main" val="10004"/>
                  </a:ext>
                </a:extLst>
              </a:tr>
            </a:tbl>
          </a:graphicData>
        </a:graphic>
      </p:graphicFrame>
      <p:sp>
        <p:nvSpPr>
          <p:cNvPr id="6" name="矩形 5">
            <a:extLst>
              <a:ext uri="{FF2B5EF4-FFF2-40B4-BE49-F238E27FC236}">
                <a16:creationId xmlns:a16="http://schemas.microsoft.com/office/drawing/2014/main" id="{C89B5D8B-0D76-9CC1-F8C9-257A8155A6BB}"/>
              </a:ext>
            </a:extLst>
          </p:cNvPr>
          <p:cNvSpPr/>
          <p:nvPr/>
        </p:nvSpPr>
        <p:spPr>
          <a:xfrm>
            <a:off x="540236" y="1916832"/>
            <a:ext cx="8145227" cy="581057"/>
          </a:xfrm>
          <a:prstGeom prst="rect">
            <a:avLst/>
          </a:prstGeom>
        </p:spPr>
        <p:txBody>
          <a:bodyPr wrap="square">
            <a:spAutoFit/>
          </a:bodyPr>
          <a:lstStyle/>
          <a:p>
            <a:pPr>
              <a:lnSpc>
                <a:spcPct val="150000"/>
              </a:lnSpc>
            </a:pPr>
            <a:r>
              <a:rPr kumimoji="1" lang="zh-CN" altLang="en-US" sz="2400" b="1" dirty="0">
                <a:solidFill>
                  <a:schemeClr val="tx1"/>
                </a:solidFill>
                <a:latin typeface="微软雅黑" panose="020B0503020204020204" pitchFamily="34" charset="-122"/>
                <a:ea typeface="微软雅黑" panose="020B0503020204020204" pitchFamily="34" charset="-122"/>
              </a:rPr>
              <a:t>相似性检测：</a:t>
            </a:r>
            <a:r>
              <a:rPr lang="zh-CN" altLang="en-US" dirty="0">
                <a:solidFill>
                  <a:schemeClr val="tx1"/>
                </a:solidFill>
                <a:latin typeface="微软雅黑" panose="020B0503020204020204" pitchFamily="34" charset="-122"/>
                <a:ea typeface="微软雅黑" panose="020B0503020204020204" pitchFamily="34" charset="-122"/>
              </a:rPr>
              <a:t>选取相似对象进行差量压缩</a:t>
            </a:r>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5600FC85-89C1-7462-1AC3-5EFA783B1BC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640562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a:extLst>
              <a:ext uri="{FF2B5EF4-FFF2-40B4-BE49-F238E27FC236}">
                <a16:creationId xmlns:a16="http://schemas.microsoft.com/office/drawing/2014/main" id="{F2A816F9-5D58-2CC0-EC6E-D126F2F27481}"/>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研究内容</a:t>
            </a:r>
          </a:p>
        </p:txBody>
      </p:sp>
      <p:grpSp>
        <p:nvGrpSpPr>
          <p:cNvPr id="103" name="组合 102">
            <a:extLst>
              <a:ext uri="{FF2B5EF4-FFF2-40B4-BE49-F238E27FC236}">
                <a16:creationId xmlns:a16="http://schemas.microsoft.com/office/drawing/2014/main" id="{C9D5B7BC-6FCB-A018-5317-BD8A456FB487}"/>
              </a:ext>
            </a:extLst>
          </p:cNvPr>
          <p:cNvGrpSpPr/>
          <p:nvPr/>
        </p:nvGrpSpPr>
        <p:grpSpPr>
          <a:xfrm>
            <a:off x="335666" y="1818716"/>
            <a:ext cx="8272851" cy="4850644"/>
            <a:chOff x="250825" y="1274304"/>
            <a:chExt cx="8272851" cy="4850644"/>
          </a:xfrm>
        </p:grpSpPr>
        <p:sp>
          <p:nvSpPr>
            <p:cNvPr id="104" name="任意多边形 14">
              <a:extLst>
                <a:ext uri="{FF2B5EF4-FFF2-40B4-BE49-F238E27FC236}">
                  <a16:creationId xmlns:a16="http://schemas.microsoft.com/office/drawing/2014/main" id="{833EADBD-4CB0-467D-4122-3F0F4C7B4F06}"/>
                </a:ext>
              </a:extLst>
            </p:cNvPr>
            <p:cNvSpPr/>
            <p:nvPr/>
          </p:nvSpPr>
          <p:spPr>
            <a:xfrm>
              <a:off x="250825" y="3382957"/>
              <a:ext cx="2419019" cy="737657"/>
            </a:xfrm>
            <a:custGeom>
              <a:avLst/>
              <a:gdLst>
                <a:gd name="connsiteX0" fmla="*/ 0 w 2418550"/>
                <a:gd name="connsiteY0" fmla="*/ 0 h 737657"/>
                <a:gd name="connsiteX1" fmla="*/ 2418550 w 2418550"/>
                <a:gd name="connsiteY1" fmla="*/ 0 h 737657"/>
                <a:gd name="connsiteX2" fmla="*/ 2418550 w 2418550"/>
                <a:gd name="connsiteY2" fmla="*/ 737657 h 737657"/>
                <a:gd name="connsiteX3" fmla="*/ 0 w 2418550"/>
                <a:gd name="connsiteY3" fmla="*/ 737657 h 737657"/>
                <a:gd name="connsiteX4" fmla="*/ 0 w 2418550"/>
                <a:gd name="connsiteY4" fmla="*/ 0 h 737657"/>
                <a:gd name="connsiteX0" fmla="*/ 0 w 2419019"/>
                <a:gd name="connsiteY0" fmla="*/ 0 h 737657"/>
                <a:gd name="connsiteX1" fmla="*/ 2418550 w 2419019"/>
                <a:gd name="connsiteY1" fmla="*/ 0 h 737657"/>
                <a:gd name="connsiteX2" fmla="*/ 2419019 w 2419019"/>
                <a:gd name="connsiteY2" fmla="*/ 378338 h 737657"/>
                <a:gd name="connsiteX3" fmla="*/ 2418550 w 2419019"/>
                <a:gd name="connsiteY3" fmla="*/ 737657 h 737657"/>
                <a:gd name="connsiteX4" fmla="*/ 0 w 2419019"/>
                <a:gd name="connsiteY4" fmla="*/ 737657 h 737657"/>
                <a:gd name="connsiteX5" fmla="*/ 0 w 2419019"/>
                <a:gd name="connsiteY5" fmla="*/ 0 h 737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9019" h="737657">
                  <a:moveTo>
                    <a:pt x="0" y="0"/>
                  </a:moveTo>
                  <a:lnTo>
                    <a:pt x="2418550" y="0"/>
                  </a:lnTo>
                  <a:cubicBezTo>
                    <a:pt x="2418706" y="126113"/>
                    <a:pt x="2418863" y="252225"/>
                    <a:pt x="2419019" y="378338"/>
                  </a:cubicBezTo>
                  <a:cubicBezTo>
                    <a:pt x="2418863" y="498111"/>
                    <a:pt x="2418706" y="617884"/>
                    <a:pt x="2418550" y="737657"/>
                  </a:cubicBezTo>
                  <a:lnTo>
                    <a:pt x="0" y="737657"/>
                  </a:lnTo>
                  <a:lnTo>
                    <a:pt x="0" y="0"/>
                  </a:lnTo>
                  <a:close/>
                </a:path>
              </a:pathLst>
            </a:custGeom>
            <a:solidFill>
              <a:srgbClr val="E1D5E7"/>
            </a:solidFill>
            <a:scene3d>
              <a:camera prst="orthographicFront"/>
              <a:lightRig rig="flat" dir="t"/>
            </a:scene3d>
            <a:sp3d prstMaterial="dkEdge">
              <a:bevelT w="8200" h="38100"/>
            </a:sp3d>
          </p:spPr>
          <p:style>
            <a:lnRef idx="0">
              <a:schemeClr val="lt1">
                <a:hueOff val="0"/>
                <a:satOff val="0"/>
                <a:lumOff val="0"/>
                <a:alphaOff val="0"/>
              </a:schemeClr>
            </a:lnRef>
            <a:fillRef idx="2">
              <a:scrgbClr r="0" g="0" b="0"/>
            </a:fillRef>
            <a:effectRef idx="1">
              <a:schemeClr val="accent4">
                <a:hueOff val="0"/>
                <a:satOff val="0"/>
                <a:lumOff val="0"/>
                <a:alphaOff val="0"/>
              </a:schemeClr>
            </a:effectRef>
            <a:fontRef idx="minor">
              <a:schemeClr val="dk1"/>
            </a:fontRef>
          </p:style>
          <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b="1" dirty="0">
                  <a:latin typeface="Calibri" panose="020F0502020204030204" pitchFamily="34" charset="0"/>
                  <a:ea typeface="黑体" panose="02010609060101010101" pitchFamily="49" charset="-122"/>
                </a:rPr>
                <a:t>差量压缩的相似性检测方法</a:t>
              </a:r>
              <a:r>
                <a:rPr lang="zh-CN" altLang="en-US" sz="1600" b="1" kern="1200" dirty="0">
                  <a:latin typeface="Calibri" panose="020F0502020204030204" pitchFamily="34" charset="0"/>
                  <a:ea typeface="黑体" panose="02010609060101010101" pitchFamily="49" charset="-122"/>
                </a:rPr>
                <a:t>优化研究</a:t>
              </a:r>
            </a:p>
          </p:txBody>
        </p:sp>
        <p:sp>
          <p:nvSpPr>
            <p:cNvPr id="105" name="任意多边形 15">
              <a:extLst>
                <a:ext uri="{FF2B5EF4-FFF2-40B4-BE49-F238E27FC236}">
                  <a16:creationId xmlns:a16="http://schemas.microsoft.com/office/drawing/2014/main" id="{F44B419B-D0DA-9024-8E85-0B20111D7BA6}"/>
                </a:ext>
              </a:extLst>
            </p:cNvPr>
            <p:cNvSpPr/>
            <p:nvPr/>
          </p:nvSpPr>
          <p:spPr>
            <a:xfrm>
              <a:off x="3164976" y="1991108"/>
              <a:ext cx="2418550" cy="737657"/>
            </a:xfrm>
            <a:custGeom>
              <a:avLst/>
              <a:gdLst>
                <a:gd name="connsiteX0" fmla="*/ 0 w 2418550"/>
                <a:gd name="connsiteY0" fmla="*/ 0 h 737657"/>
                <a:gd name="connsiteX1" fmla="*/ 2418550 w 2418550"/>
                <a:gd name="connsiteY1" fmla="*/ 0 h 737657"/>
                <a:gd name="connsiteX2" fmla="*/ 2418550 w 2418550"/>
                <a:gd name="connsiteY2" fmla="*/ 737657 h 737657"/>
                <a:gd name="connsiteX3" fmla="*/ 0 w 2418550"/>
                <a:gd name="connsiteY3" fmla="*/ 737657 h 737657"/>
                <a:gd name="connsiteX4" fmla="*/ 0 w 2418550"/>
                <a:gd name="connsiteY4" fmla="*/ 0 h 737657"/>
                <a:gd name="connsiteX0" fmla="*/ 0 w 2418550"/>
                <a:gd name="connsiteY0" fmla="*/ 0 h 737657"/>
                <a:gd name="connsiteX1" fmla="*/ 2418550 w 2418550"/>
                <a:gd name="connsiteY1" fmla="*/ 0 h 737657"/>
                <a:gd name="connsiteX2" fmla="*/ 2418550 w 2418550"/>
                <a:gd name="connsiteY2" fmla="*/ 737657 h 737657"/>
                <a:gd name="connsiteX3" fmla="*/ 0 w 2418550"/>
                <a:gd name="connsiteY3" fmla="*/ 737657 h 737657"/>
                <a:gd name="connsiteX4" fmla="*/ 4488 w 2418550"/>
                <a:gd name="connsiteY4" fmla="*/ 375020 h 737657"/>
                <a:gd name="connsiteX5" fmla="*/ 0 w 2418550"/>
                <a:gd name="connsiteY5" fmla="*/ 0 h 737657"/>
                <a:gd name="connsiteX0" fmla="*/ 0 w 2418550"/>
                <a:gd name="connsiteY0" fmla="*/ 0 h 737657"/>
                <a:gd name="connsiteX1" fmla="*/ 2418550 w 2418550"/>
                <a:gd name="connsiteY1" fmla="*/ 0 h 737657"/>
                <a:gd name="connsiteX2" fmla="*/ 2417750 w 2418550"/>
                <a:gd name="connsiteY2" fmla="*/ 365593 h 737657"/>
                <a:gd name="connsiteX3" fmla="*/ 2418550 w 2418550"/>
                <a:gd name="connsiteY3" fmla="*/ 737657 h 737657"/>
                <a:gd name="connsiteX4" fmla="*/ 0 w 2418550"/>
                <a:gd name="connsiteY4" fmla="*/ 737657 h 737657"/>
                <a:gd name="connsiteX5" fmla="*/ 4488 w 2418550"/>
                <a:gd name="connsiteY5" fmla="*/ 375020 h 737657"/>
                <a:gd name="connsiteX6" fmla="*/ 0 w 2418550"/>
                <a:gd name="connsiteY6" fmla="*/ 0 h 737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550" h="737657">
                  <a:moveTo>
                    <a:pt x="0" y="0"/>
                  </a:moveTo>
                  <a:lnTo>
                    <a:pt x="2418550" y="0"/>
                  </a:lnTo>
                  <a:cubicBezTo>
                    <a:pt x="2418283" y="121864"/>
                    <a:pt x="2418017" y="243729"/>
                    <a:pt x="2417750" y="365593"/>
                  </a:cubicBezTo>
                  <a:cubicBezTo>
                    <a:pt x="2418017" y="489614"/>
                    <a:pt x="2418283" y="613636"/>
                    <a:pt x="2418550" y="737657"/>
                  </a:cubicBezTo>
                  <a:lnTo>
                    <a:pt x="0" y="737657"/>
                  </a:lnTo>
                  <a:cubicBezTo>
                    <a:pt x="1496" y="619920"/>
                    <a:pt x="2992" y="492757"/>
                    <a:pt x="4488" y="375020"/>
                  </a:cubicBezTo>
                  <a:lnTo>
                    <a:pt x="0" y="0"/>
                  </a:lnTo>
                  <a:close/>
                </a:path>
              </a:pathLst>
            </a:custGeom>
            <a:solidFill>
              <a:srgbClr val="FFE6CC"/>
            </a:solidFill>
            <a:scene3d>
              <a:camera prst="orthographicFront"/>
              <a:lightRig rig="flat" dir="t"/>
            </a:scene3d>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b="1" dirty="0">
                  <a:latin typeface="Calibri" panose="020F0502020204030204" pitchFamily="34" charset="0"/>
                  <a:ea typeface="黑体" panose="02010609060101010101" pitchFamily="49" charset="-122"/>
                </a:rPr>
                <a:t>基于</a:t>
              </a:r>
              <a:r>
                <a:rPr lang="en-US" altLang="zh-CN" sz="1600" b="1" dirty="0">
                  <a:latin typeface="Calibri" panose="020F0502020204030204" pitchFamily="34" charset="0"/>
                  <a:ea typeface="黑体" panose="02010609060101010101" pitchFamily="49" charset="-122"/>
                </a:rPr>
                <a:t>SIMD</a:t>
              </a:r>
              <a:r>
                <a:rPr lang="zh-CN" altLang="en-US" sz="1600" b="1" dirty="0">
                  <a:latin typeface="Calibri" panose="020F0502020204030204" pitchFamily="34" charset="0"/>
                  <a:ea typeface="黑体" panose="02010609060101010101" pitchFamily="49" charset="-122"/>
                </a:rPr>
                <a:t>的相似性检测方法特征提取优化研究</a:t>
              </a:r>
              <a:endParaRPr lang="zh-CN" altLang="en-US" sz="1600" b="1" kern="1200" dirty="0">
                <a:latin typeface="Calibri" panose="020F0502020204030204" pitchFamily="34" charset="0"/>
                <a:ea typeface="黑体" panose="02010609060101010101" pitchFamily="49" charset="-122"/>
              </a:endParaRPr>
            </a:p>
          </p:txBody>
        </p:sp>
        <p:sp>
          <p:nvSpPr>
            <p:cNvPr id="106" name="任意多边形 16">
              <a:extLst>
                <a:ext uri="{FF2B5EF4-FFF2-40B4-BE49-F238E27FC236}">
                  <a16:creationId xmlns:a16="http://schemas.microsoft.com/office/drawing/2014/main" id="{8F01D7F5-6831-B063-0B5A-58B868782498}"/>
                </a:ext>
              </a:extLst>
            </p:cNvPr>
            <p:cNvSpPr/>
            <p:nvPr/>
          </p:nvSpPr>
          <p:spPr>
            <a:xfrm>
              <a:off x="6081771" y="1274304"/>
              <a:ext cx="2418550" cy="737657"/>
            </a:xfrm>
            <a:custGeom>
              <a:avLst/>
              <a:gdLst>
                <a:gd name="connsiteX0" fmla="*/ 0 w 2418550"/>
                <a:gd name="connsiteY0" fmla="*/ 0 h 737657"/>
                <a:gd name="connsiteX1" fmla="*/ 2418550 w 2418550"/>
                <a:gd name="connsiteY1" fmla="*/ 0 h 737657"/>
                <a:gd name="connsiteX2" fmla="*/ 2418550 w 2418550"/>
                <a:gd name="connsiteY2" fmla="*/ 737657 h 737657"/>
                <a:gd name="connsiteX3" fmla="*/ 0 w 2418550"/>
                <a:gd name="connsiteY3" fmla="*/ 737657 h 737657"/>
                <a:gd name="connsiteX4" fmla="*/ 0 w 2418550"/>
                <a:gd name="connsiteY4" fmla="*/ 0 h 737657"/>
                <a:gd name="connsiteX0" fmla="*/ 0 w 2418550"/>
                <a:gd name="connsiteY0" fmla="*/ 0 h 737657"/>
                <a:gd name="connsiteX1" fmla="*/ 2418550 w 2418550"/>
                <a:gd name="connsiteY1" fmla="*/ 0 h 737657"/>
                <a:gd name="connsiteX2" fmla="*/ 2418550 w 2418550"/>
                <a:gd name="connsiteY2" fmla="*/ 737657 h 737657"/>
                <a:gd name="connsiteX3" fmla="*/ 0 w 2418550"/>
                <a:gd name="connsiteY3" fmla="*/ 737657 h 737657"/>
                <a:gd name="connsiteX4" fmla="*/ 576 w 2418550"/>
                <a:gd name="connsiteY4" fmla="*/ 356534 h 737657"/>
                <a:gd name="connsiteX5" fmla="*/ 0 w 2418550"/>
                <a:gd name="connsiteY5" fmla="*/ 0 h 737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550" h="737657">
                  <a:moveTo>
                    <a:pt x="0" y="0"/>
                  </a:moveTo>
                  <a:lnTo>
                    <a:pt x="2418550" y="0"/>
                  </a:lnTo>
                  <a:lnTo>
                    <a:pt x="2418550" y="737657"/>
                  </a:lnTo>
                  <a:lnTo>
                    <a:pt x="0" y="737657"/>
                  </a:lnTo>
                  <a:lnTo>
                    <a:pt x="576" y="356534"/>
                  </a:lnTo>
                  <a:lnTo>
                    <a:pt x="0" y="0"/>
                  </a:lnTo>
                  <a:close/>
                </a:path>
              </a:pathLst>
            </a:custGeom>
            <a:solidFill>
              <a:srgbClr val="DAE8FC"/>
            </a:solidFill>
            <a:scene3d>
              <a:camera prst="orthographicFront"/>
              <a:lightRig rig="flat" dir="t"/>
            </a:scene3d>
            <a:sp3d prstMaterial="dkEdge">
              <a:bevelT w="8200" h="38100"/>
            </a:sp3d>
          </p:spPr>
          <p:style>
            <a:lnRef idx="0">
              <a:schemeClr val="lt1">
                <a:hueOff val="0"/>
                <a:satOff val="0"/>
                <a:lumOff val="0"/>
                <a:alphaOff val="0"/>
              </a:schemeClr>
            </a:lnRef>
            <a:fillRef idx="2">
              <a:scrgbClr r="0" g="0" b="0"/>
            </a:fillRef>
            <a:effectRef idx="1">
              <a:schemeClr val="accent1">
                <a:hueOff val="0"/>
                <a:satOff val="0"/>
                <a:lumOff val="0"/>
                <a:alphaOff val="0"/>
              </a:schemeClr>
            </a:effectRef>
            <a:fontRef idx="minor">
              <a:schemeClr val="dk1"/>
            </a:fontRef>
          </p:style>
          <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b="1" dirty="0">
                  <a:latin typeface="Calibri" panose="020F0502020204030204" pitchFamily="34" charset="0"/>
                  <a:ea typeface="黑体" panose="02010609060101010101" pitchFamily="49" charset="-122"/>
                </a:rPr>
                <a:t>基于</a:t>
              </a:r>
              <a:r>
                <a:rPr lang="en-US" altLang="zh-CN" sz="1600" b="1" dirty="0">
                  <a:latin typeface="Calibri" panose="020F0502020204030204" pitchFamily="34" charset="0"/>
                  <a:ea typeface="黑体" panose="02010609060101010101" pitchFamily="49" charset="-122"/>
                </a:rPr>
                <a:t>AVX-512</a:t>
              </a:r>
              <a:r>
                <a:rPr lang="zh-CN" altLang="en-US" sz="1600" b="1" dirty="0">
                  <a:latin typeface="Calibri" panose="020F0502020204030204" pitchFamily="34" charset="0"/>
                  <a:ea typeface="黑体" panose="02010609060101010101" pitchFamily="49" charset="-122"/>
                </a:rPr>
                <a:t>指令集的并行特征提取算法（</a:t>
              </a:r>
              <a:r>
                <a:rPr lang="en-US" altLang="zh-CN" sz="1600" b="1" dirty="0">
                  <a:latin typeface="Calibri" panose="020F0502020204030204" pitchFamily="34" charset="0"/>
                  <a:ea typeface="黑体" panose="02010609060101010101" pitchFamily="49" charset="-122"/>
                </a:rPr>
                <a:t>PFE</a:t>
              </a:r>
              <a:r>
                <a:rPr lang="zh-CN" altLang="en-US" sz="1600" b="1" dirty="0">
                  <a:latin typeface="Calibri" panose="020F0502020204030204" pitchFamily="34" charset="0"/>
                  <a:ea typeface="黑体" panose="02010609060101010101" pitchFamily="49" charset="-122"/>
                </a:rPr>
                <a:t>）</a:t>
              </a:r>
              <a:endParaRPr lang="zh-CN" altLang="en-US" sz="1600" b="1" kern="1200" dirty="0">
                <a:latin typeface="Calibri" panose="020F0502020204030204" pitchFamily="34" charset="0"/>
                <a:ea typeface="黑体" panose="02010609060101010101" pitchFamily="49" charset="-122"/>
              </a:endParaRPr>
            </a:p>
          </p:txBody>
        </p:sp>
        <p:sp>
          <p:nvSpPr>
            <p:cNvPr id="107" name="任意多边形 17">
              <a:extLst>
                <a:ext uri="{FF2B5EF4-FFF2-40B4-BE49-F238E27FC236}">
                  <a16:creationId xmlns:a16="http://schemas.microsoft.com/office/drawing/2014/main" id="{E48224B6-624B-F6A3-7D5A-D2F2449E44D2}"/>
                </a:ext>
              </a:extLst>
            </p:cNvPr>
            <p:cNvSpPr/>
            <p:nvPr/>
          </p:nvSpPr>
          <p:spPr>
            <a:xfrm>
              <a:off x="6101200" y="2645300"/>
              <a:ext cx="2422476" cy="737657"/>
            </a:xfrm>
            <a:custGeom>
              <a:avLst/>
              <a:gdLst>
                <a:gd name="connsiteX0" fmla="*/ 0 w 2418550"/>
                <a:gd name="connsiteY0" fmla="*/ 0 h 737657"/>
                <a:gd name="connsiteX1" fmla="*/ 2418550 w 2418550"/>
                <a:gd name="connsiteY1" fmla="*/ 0 h 737657"/>
                <a:gd name="connsiteX2" fmla="*/ 2418550 w 2418550"/>
                <a:gd name="connsiteY2" fmla="*/ 737657 h 737657"/>
                <a:gd name="connsiteX3" fmla="*/ 0 w 2418550"/>
                <a:gd name="connsiteY3" fmla="*/ 737657 h 737657"/>
                <a:gd name="connsiteX4" fmla="*/ 0 w 2418550"/>
                <a:gd name="connsiteY4" fmla="*/ 0 h 737657"/>
                <a:gd name="connsiteX0" fmla="*/ 3926 w 2422476"/>
                <a:gd name="connsiteY0" fmla="*/ 0 h 737657"/>
                <a:gd name="connsiteX1" fmla="*/ 2422476 w 2422476"/>
                <a:gd name="connsiteY1" fmla="*/ 0 h 737657"/>
                <a:gd name="connsiteX2" fmla="*/ 2422476 w 2422476"/>
                <a:gd name="connsiteY2" fmla="*/ 737657 h 737657"/>
                <a:gd name="connsiteX3" fmla="*/ 3926 w 2422476"/>
                <a:gd name="connsiteY3" fmla="*/ 737657 h 737657"/>
                <a:gd name="connsiteX4" fmla="*/ 0 w 2422476"/>
                <a:gd name="connsiteY4" fmla="*/ 352424 h 737657"/>
                <a:gd name="connsiteX5" fmla="*/ 3926 w 2422476"/>
                <a:gd name="connsiteY5" fmla="*/ 0 h 737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2476" h="737657">
                  <a:moveTo>
                    <a:pt x="3926" y="0"/>
                  </a:moveTo>
                  <a:lnTo>
                    <a:pt x="2422476" y="0"/>
                  </a:lnTo>
                  <a:lnTo>
                    <a:pt x="2422476" y="737657"/>
                  </a:lnTo>
                  <a:lnTo>
                    <a:pt x="3926" y="737657"/>
                  </a:lnTo>
                  <a:cubicBezTo>
                    <a:pt x="2617" y="609246"/>
                    <a:pt x="1309" y="480835"/>
                    <a:pt x="0" y="352424"/>
                  </a:cubicBezTo>
                  <a:cubicBezTo>
                    <a:pt x="1309" y="234949"/>
                    <a:pt x="2617" y="117475"/>
                    <a:pt x="3926" y="0"/>
                  </a:cubicBezTo>
                  <a:close/>
                </a:path>
              </a:pathLst>
            </a:custGeom>
            <a:solidFill>
              <a:srgbClr val="DAE8FC"/>
            </a:solidFill>
            <a:scene3d>
              <a:camera prst="orthographicFront"/>
              <a:lightRig rig="flat" dir="t"/>
            </a:scene3d>
            <a:sp3d prstMaterial="dkEdge">
              <a:bevelT w="8200" h="38100"/>
            </a:sp3d>
          </p:spPr>
          <p:style>
            <a:lnRef idx="0">
              <a:schemeClr val="lt1">
                <a:hueOff val="0"/>
                <a:satOff val="0"/>
                <a:lumOff val="0"/>
                <a:alphaOff val="0"/>
              </a:schemeClr>
            </a:lnRef>
            <a:fillRef idx="2">
              <a:scrgbClr r="0" g="0" b="0"/>
            </a:fillRef>
            <a:effectRef idx="1">
              <a:schemeClr val="accent1">
                <a:hueOff val="0"/>
                <a:satOff val="0"/>
                <a:lumOff val="0"/>
                <a:alphaOff val="0"/>
              </a:schemeClr>
            </a:effectRef>
            <a:fontRef idx="minor">
              <a:schemeClr val="dk1"/>
            </a:fontRef>
          </p:style>
          <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b="1" dirty="0">
                  <a:latin typeface="Calibri" panose="020F0502020204030204" pitchFamily="34" charset="0"/>
                  <a:ea typeface="黑体" panose="02010609060101010101" pitchFamily="49" charset="-122"/>
                </a:rPr>
                <a:t>优化：线性变换和子区域最大值两种策略</a:t>
              </a:r>
              <a:endParaRPr lang="zh-CN" altLang="en-US" sz="1600" b="1" kern="1200" dirty="0">
                <a:latin typeface="Calibri" panose="020F0502020204030204" pitchFamily="34" charset="0"/>
                <a:ea typeface="黑体" panose="02010609060101010101" pitchFamily="49" charset="-122"/>
              </a:endParaRPr>
            </a:p>
          </p:txBody>
        </p:sp>
        <p:sp>
          <p:nvSpPr>
            <p:cNvPr id="108" name="任意多边形 18">
              <a:extLst>
                <a:ext uri="{FF2B5EF4-FFF2-40B4-BE49-F238E27FC236}">
                  <a16:creationId xmlns:a16="http://schemas.microsoft.com/office/drawing/2014/main" id="{C0315FE7-143A-D8E6-8E7E-932535B8B076}"/>
                </a:ext>
              </a:extLst>
            </p:cNvPr>
            <p:cNvSpPr/>
            <p:nvPr/>
          </p:nvSpPr>
          <p:spPr>
            <a:xfrm>
              <a:off x="6072919" y="4016296"/>
              <a:ext cx="2424137" cy="737657"/>
            </a:xfrm>
            <a:custGeom>
              <a:avLst/>
              <a:gdLst>
                <a:gd name="connsiteX0" fmla="*/ 0 w 2418550"/>
                <a:gd name="connsiteY0" fmla="*/ 0 h 737657"/>
                <a:gd name="connsiteX1" fmla="*/ 2418550 w 2418550"/>
                <a:gd name="connsiteY1" fmla="*/ 0 h 737657"/>
                <a:gd name="connsiteX2" fmla="*/ 2418550 w 2418550"/>
                <a:gd name="connsiteY2" fmla="*/ 737657 h 737657"/>
                <a:gd name="connsiteX3" fmla="*/ 0 w 2418550"/>
                <a:gd name="connsiteY3" fmla="*/ 737657 h 737657"/>
                <a:gd name="connsiteX4" fmla="*/ 0 w 2418550"/>
                <a:gd name="connsiteY4" fmla="*/ 0 h 737657"/>
                <a:gd name="connsiteX0" fmla="*/ 5587 w 2424137"/>
                <a:gd name="connsiteY0" fmla="*/ 0 h 737657"/>
                <a:gd name="connsiteX1" fmla="*/ 2424137 w 2424137"/>
                <a:gd name="connsiteY1" fmla="*/ 0 h 737657"/>
                <a:gd name="connsiteX2" fmla="*/ 2424137 w 2424137"/>
                <a:gd name="connsiteY2" fmla="*/ 737657 h 737657"/>
                <a:gd name="connsiteX3" fmla="*/ 5587 w 2424137"/>
                <a:gd name="connsiteY3" fmla="*/ 737657 h 737657"/>
                <a:gd name="connsiteX4" fmla="*/ 0 w 2424137"/>
                <a:gd name="connsiteY4" fmla="*/ 357742 h 737657"/>
                <a:gd name="connsiteX5" fmla="*/ 5587 w 2424137"/>
                <a:gd name="connsiteY5" fmla="*/ 0 h 737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4137" h="737657">
                  <a:moveTo>
                    <a:pt x="5587" y="0"/>
                  </a:moveTo>
                  <a:lnTo>
                    <a:pt x="2424137" y="0"/>
                  </a:lnTo>
                  <a:lnTo>
                    <a:pt x="2424137" y="737657"/>
                  </a:lnTo>
                  <a:lnTo>
                    <a:pt x="5587" y="737657"/>
                  </a:lnTo>
                  <a:cubicBezTo>
                    <a:pt x="3725" y="611019"/>
                    <a:pt x="1862" y="484380"/>
                    <a:pt x="0" y="357742"/>
                  </a:cubicBezTo>
                  <a:cubicBezTo>
                    <a:pt x="1862" y="238495"/>
                    <a:pt x="3725" y="119247"/>
                    <a:pt x="5587" y="0"/>
                  </a:cubicBezTo>
                  <a:close/>
                </a:path>
              </a:pathLst>
            </a:custGeom>
            <a:solidFill>
              <a:srgbClr val="DAE8FC"/>
            </a:solidFill>
            <a:scene3d>
              <a:camera prst="orthographicFront"/>
              <a:lightRig rig="flat" dir="t"/>
            </a:scene3d>
            <a:sp3d prstMaterial="dkEdge">
              <a:bevelT w="8200" h="38100"/>
            </a:sp3d>
          </p:spPr>
          <p:style>
            <a:lnRef idx="0">
              <a:schemeClr val="lt1">
                <a:hueOff val="0"/>
                <a:satOff val="0"/>
                <a:lumOff val="0"/>
                <a:alphaOff val="0"/>
              </a:schemeClr>
            </a:lnRef>
            <a:fillRef idx="2">
              <a:scrgbClr r="0" g="0" b="0"/>
            </a:fillRef>
            <a:effectRef idx="1">
              <a:schemeClr val="accent1">
                <a:hueOff val="0"/>
                <a:satOff val="0"/>
                <a:lumOff val="0"/>
                <a:alphaOff val="0"/>
              </a:schemeClr>
            </a:effectRef>
            <a:fontRef idx="minor">
              <a:schemeClr val="dk1"/>
            </a:fontRef>
          </p:style>
          <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b="1" dirty="0">
                  <a:latin typeface="Calibri" panose="020F0502020204030204" pitchFamily="34" charset="0"/>
                  <a:ea typeface="黑体" panose="02010609060101010101" pitchFamily="49" charset="-122"/>
                </a:rPr>
                <a:t>基于局部性感知的特征匹配技术（</a:t>
              </a:r>
              <a:r>
                <a:rPr lang="en-US" altLang="zh-CN" sz="1600" b="1" dirty="0">
                  <a:latin typeface="Calibri" panose="020F0502020204030204" pitchFamily="34" charset="0"/>
                  <a:ea typeface="黑体" panose="02010609060101010101" pitchFamily="49" charset="-122"/>
                </a:rPr>
                <a:t>LAFM</a:t>
              </a:r>
              <a:r>
                <a:rPr lang="zh-CN" altLang="en-US" sz="1600" b="1" dirty="0">
                  <a:latin typeface="Calibri" panose="020F0502020204030204" pitchFamily="34" charset="0"/>
                  <a:ea typeface="黑体" panose="02010609060101010101" pitchFamily="49" charset="-122"/>
                </a:rPr>
                <a:t>）</a:t>
              </a:r>
              <a:endParaRPr lang="zh-CN" altLang="en-US" sz="1600" b="1" kern="1200" dirty="0">
                <a:latin typeface="Calibri" panose="020F0502020204030204" pitchFamily="34" charset="0"/>
                <a:ea typeface="黑体" panose="02010609060101010101" pitchFamily="49" charset="-122"/>
              </a:endParaRPr>
            </a:p>
          </p:txBody>
        </p:sp>
        <p:sp>
          <p:nvSpPr>
            <p:cNvPr id="109" name="任意多边形 19">
              <a:extLst>
                <a:ext uri="{FF2B5EF4-FFF2-40B4-BE49-F238E27FC236}">
                  <a16:creationId xmlns:a16="http://schemas.microsoft.com/office/drawing/2014/main" id="{612610D0-3795-1649-0C90-9CFA1BE5F72B}"/>
                </a:ext>
              </a:extLst>
            </p:cNvPr>
            <p:cNvSpPr/>
            <p:nvPr/>
          </p:nvSpPr>
          <p:spPr>
            <a:xfrm>
              <a:off x="3163878" y="4672108"/>
              <a:ext cx="2420746" cy="737657"/>
            </a:xfrm>
            <a:custGeom>
              <a:avLst/>
              <a:gdLst>
                <a:gd name="connsiteX0" fmla="*/ 0 w 2418550"/>
                <a:gd name="connsiteY0" fmla="*/ 0 h 737657"/>
                <a:gd name="connsiteX1" fmla="*/ 2418550 w 2418550"/>
                <a:gd name="connsiteY1" fmla="*/ 0 h 737657"/>
                <a:gd name="connsiteX2" fmla="*/ 2418550 w 2418550"/>
                <a:gd name="connsiteY2" fmla="*/ 737657 h 737657"/>
                <a:gd name="connsiteX3" fmla="*/ 0 w 2418550"/>
                <a:gd name="connsiteY3" fmla="*/ 737657 h 737657"/>
                <a:gd name="connsiteX4" fmla="*/ 0 w 2418550"/>
                <a:gd name="connsiteY4" fmla="*/ 0 h 737657"/>
                <a:gd name="connsiteX0" fmla="*/ 0 w 2418550"/>
                <a:gd name="connsiteY0" fmla="*/ 0 h 737657"/>
                <a:gd name="connsiteX1" fmla="*/ 2418550 w 2418550"/>
                <a:gd name="connsiteY1" fmla="*/ 0 h 737657"/>
                <a:gd name="connsiteX2" fmla="*/ 2418550 w 2418550"/>
                <a:gd name="connsiteY2" fmla="*/ 737657 h 737657"/>
                <a:gd name="connsiteX3" fmla="*/ 0 w 2418550"/>
                <a:gd name="connsiteY3" fmla="*/ 737657 h 737657"/>
                <a:gd name="connsiteX4" fmla="*/ 0 w 2418550"/>
                <a:gd name="connsiteY4" fmla="*/ 0 h 737657"/>
                <a:gd name="connsiteX0" fmla="*/ 2196 w 2420746"/>
                <a:gd name="connsiteY0" fmla="*/ 0 h 737657"/>
                <a:gd name="connsiteX1" fmla="*/ 2420746 w 2420746"/>
                <a:gd name="connsiteY1" fmla="*/ 0 h 737657"/>
                <a:gd name="connsiteX2" fmla="*/ 2420746 w 2420746"/>
                <a:gd name="connsiteY2" fmla="*/ 737657 h 737657"/>
                <a:gd name="connsiteX3" fmla="*/ 2196 w 2420746"/>
                <a:gd name="connsiteY3" fmla="*/ 737657 h 737657"/>
                <a:gd name="connsiteX4" fmla="*/ 4841 w 2420746"/>
                <a:gd name="connsiteY4" fmla="*/ 369335 h 737657"/>
                <a:gd name="connsiteX5" fmla="*/ 2196 w 2420746"/>
                <a:gd name="connsiteY5" fmla="*/ 0 h 737657"/>
                <a:gd name="connsiteX0" fmla="*/ 2196 w 2420746"/>
                <a:gd name="connsiteY0" fmla="*/ 0 h 737657"/>
                <a:gd name="connsiteX1" fmla="*/ 2420746 w 2420746"/>
                <a:gd name="connsiteY1" fmla="*/ 0 h 737657"/>
                <a:gd name="connsiteX2" fmla="*/ 2409421 w 2420746"/>
                <a:gd name="connsiteY2" fmla="*/ 361806 h 737657"/>
                <a:gd name="connsiteX3" fmla="*/ 2420746 w 2420746"/>
                <a:gd name="connsiteY3" fmla="*/ 737657 h 737657"/>
                <a:gd name="connsiteX4" fmla="*/ 2196 w 2420746"/>
                <a:gd name="connsiteY4" fmla="*/ 737657 h 737657"/>
                <a:gd name="connsiteX5" fmla="*/ 4841 w 2420746"/>
                <a:gd name="connsiteY5" fmla="*/ 369335 h 737657"/>
                <a:gd name="connsiteX6" fmla="*/ 2196 w 2420746"/>
                <a:gd name="connsiteY6" fmla="*/ 0 h 737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20746" h="737657">
                  <a:moveTo>
                    <a:pt x="2196" y="0"/>
                  </a:moveTo>
                  <a:lnTo>
                    <a:pt x="2420746" y="0"/>
                  </a:lnTo>
                  <a:lnTo>
                    <a:pt x="2409421" y="361806"/>
                  </a:lnTo>
                  <a:lnTo>
                    <a:pt x="2420746" y="737657"/>
                  </a:lnTo>
                  <a:lnTo>
                    <a:pt x="2196" y="737657"/>
                  </a:lnTo>
                  <a:cubicBezTo>
                    <a:pt x="-6349" y="614883"/>
                    <a:pt x="13386" y="492109"/>
                    <a:pt x="4841" y="369335"/>
                  </a:cubicBezTo>
                  <a:cubicBezTo>
                    <a:pt x="3959" y="246223"/>
                    <a:pt x="3078" y="123112"/>
                    <a:pt x="2196" y="0"/>
                  </a:cubicBezTo>
                  <a:close/>
                </a:path>
              </a:pathLst>
            </a:custGeom>
            <a:solidFill>
              <a:srgbClr val="FFE6CC"/>
            </a:solidFill>
            <a:scene3d>
              <a:camera prst="orthographicFront"/>
              <a:lightRig rig="flat" dir="t"/>
            </a:scene3d>
            <a:sp3d prstMaterial="dkEdge">
              <a:bevelT w="8200" h="38100"/>
            </a:sp3d>
          </p:spPr>
          <p:style>
            <a:lnRef idx="0">
              <a:schemeClr val="lt1">
                <a:hueOff val="0"/>
                <a:satOff val="0"/>
                <a:lumOff val="0"/>
                <a:alphaOff val="0"/>
              </a:schemeClr>
            </a:lnRef>
            <a:fillRef idx="2">
              <a:scrgbClr r="0" g="0" b="0"/>
            </a:fillRef>
            <a:effectRef idx="1">
              <a:schemeClr val="accent6">
                <a:hueOff val="0"/>
                <a:satOff val="0"/>
                <a:lumOff val="0"/>
                <a:alphaOff val="0"/>
              </a:schemeClr>
            </a:effectRef>
            <a:fontRef idx="minor">
              <a:schemeClr val="dk1"/>
            </a:fontRef>
          </p:style>
          <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b="1" dirty="0">
                  <a:latin typeface="Calibri" panose="020F0502020204030204" pitchFamily="34" charset="0"/>
                  <a:ea typeface="黑体" panose="02010609060101010101" pitchFamily="49" charset="-122"/>
                </a:rPr>
                <a:t>基于局部性的相似性检测方法特征匹配优化研究</a:t>
              </a:r>
              <a:endParaRPr lang="zh-CN" altLang="en-US" sz="1600" b="1" kern="1200" dirty="0">
                <a:latin typeface="Calibri" panose="020F0502020204030204" pitchFamily="34" charset="0"/>
                <a:ea typeface="黑体" panose="02010609060101010101" pitchFamily="49" charset="-122"/>
              </a:endParaRPr>
            </a:p>
          </p:txBody>
        </p:sp>
        <p:sp>
          <p:nvSpPr>
            <p:cNvPr id="110" name="任意多边形 20">
              <a:extLst>
                <a:ext uri="{FF2B5EF4-FFF2-40B4-BE49-F238E27FC236}">
                  <a16:creationId xmlns:a16="http://schemas.microsoft.com/office/drawing/2014/main" id="{82184B1E-C0D8-DFE3-54AE-CA32C0945D3D}"/>
                </a:ext>
              </a:extLst>
            </p:cNvPr>
            <p:cNvSpPr/>
            <p:nvPr/>
          </p:nvSpPr>
          <p:spPr>
            <a:xfrm>
              <a:off x="6044640" y="5387291"/>
              <a:ext cx="2429876" cy="737657"/>
            </a:xfrm>
            <a:custGeom>
              <a:avLst/>
              <a:gdLst>
                <a:gd name="connsiteX0" fmla="*/ 0 w 2418550"/>
                <a:gd name="connsiteY0" fmla="*/ 0 h 737657"/>
                <a:gd name="connsiteX1" fmla="*/ 2418550 w 2418550"/>
                <a:gd name="connsiteY1" fmla="*/ 0 h 737657"/>
                <a:gd name="connsiteX2" fmla="*/ 2418550 w 2418550"/>
                <a:gd name="connsiteY2" fmla="*/ 737657 h 737657"/>
                <a:gd name="connsiteX3" fmla="*/ 0 w 2418550"/>
                <a:gd name="connsiteY3" fmla="*/ 737657 h 737657"/>
                <a:gd name="connsiteX4" fmla="*/ 0 w 2418550"/>
                <a:gd name="connsiteY4" fmla="*/ 0 h 737657"/>
                <a:gd name="connsiteX0" fmla="*/ 11326 w 2429876"/>
                <a:gd name="connsiteY0" fmla="*/ 0 h 737657"/>
                <a:gd name="connsiteX1" fmla="*/ 2429876 w 2429876"/>
                <a:gd name="connsiteY1" fmla="*/ 0 h 737657"/>
                <a:gd name="connsiteX2" fmla="*/ 2429876 w 2429876"/>
                <a:gd name="connsiteY2" fmla="*/ 737657 h 737657"/>
                <a:gd name="connsiteX3" fmla="*/ 11326 w 2429876"/>
                <a:gd name="connsiteY3" fmla="*/ 737657 h 737657"/>
                <a:gd name="connsiteX4" fmla="*/ 0 w 2429876"/>
                <a:gd name="connsiteY4" fmla="*/ 344206 h 737657"/>
                <a:gd name="connsiteX5" fmla="*/ 11326 w 2429876"/>
                <a:gd name="connsiteY5" fmla="*/ 0 h 737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9876" h="737657">
                  <a:moveTo>
                    <a:pt x="11326" y="0"/>
                  </a:moveTo>
                  <a:lnTo>
                    <a:pt x="2429876" y="0"/>
                  </a:lnTo>
                  <a:lnTo>
                    <a:pt x="2429876" y="737657"/>
                  </a:lnTo>
                  <a:lnTo>
                    <a:pt x="11326" y="737657"/>
                  </a:lnTo>
                  <a:lnTo>
                    <a:pt x="0" y="344206"/>
                  </a:lnTo>
                  <a:lnTo>
                    <a:pt x="11326" y="0"/>
                  </a:lnTo>
                  <a:close/>
                </a:path>
              </a:pathLst>
            </a:custGeom>
            <a:solidFill>
              <a:srgbClr val="DAE8FC"/>
            </a:solidFill>
            <a:scene3d>
              <a:camera prst="orthographicFront"/>
              <a:lightRig rig="flat" dir="t"/>
            </a:scene3d>
            <a:sp3d prstMaterial="dkEdge">
              <a:bevelT w="8200" h="38100"/>
            </a:sp3d>
          </p:spPr>
          <p:style>
            <a:lnRef idx="0">
              <a:schemeClr val="lt1">
                <a:hueOff val="0"/>
                <a:satOff val="0"/>
                <a:lumOff val="0"/>
                <a:alphaOff val="0"/>
              </a:schemeClr>
            </a:lnRef>
            <a:fillRef idx="2">
              <a:scrgbClr r="0" g="0" b="0"/>
            </a:fillRef>
            <a:effectRef idx="1">
              <a:schemeClr val="accent1">
                <a:hueOff val="0"/>
                <a:satOff val="0"/>
                <a:lumOff val="0"/>
                <a:alphaOff val="0"/>
              </a:schemeClr>
            </a:effectRef>
            <a:fontRef idx="minor">
              <a:schemeClr val="dk1"/>
            </a:fontRef>
          </p:style>
          <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zh-CN" altLang="en-US" sz="1600" b="1" kern="1200" dirty="0">
                  <a:latin typeface="Calibri" panose="020F0502020204030204" pitchFamily="34" charset="0"/>
                  <a:ea typeface="黑体" panose="02010609060101010101" pitchFamily="49" charset="-122"/>
                </a:rPr>
                <a:t>优化：分级并行的差量压缩策略</a:t>
              </a:r>
            </a:p>
          </p:txBody>
        </p:sp>
        <p:cxnSp>
          <p:nvCxnSpPr>
            <p:cNvPr id="111" name="肘形连接符 28">
              <a:extLst>
                <a:ext uri="{FF2B5EF4-FFF2-40B4-BE49-F238E27FC236}">
                  <a16:creationId xmlns:a16="http://schemas.microsoft.com/office/drawing/2014/main" id="{86CE7309-30EC-F9CA-9809-E32E0EA40F99}"/>
                </a:ext>
              </a:extLst>
            </p:cNvPr>
            <p:cNvCxnSpPr>
              <a:stCxn id="104" idx="2"/>
              <a:endCxn id="109" idx="5"/>
            </p:cNvCxnSpPr>
            <p:nvPr/>
          </p:nvCxnSpPr>
          <p:spPr>
            <a:xfrm>
              <a:off x="2669844" y="3761295"/>
              <a:ext cx="498875" cy="1280148"/>
            </a:xfrm>
            <a:prstGeom prst="bentConnector3">
              <a:avLst>
                <a:gd name="adj1" fmla="val 46204"/>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2" name="肘形连接符 53">
              <a:extLst>
                <a:ext uri="{FF2B5EF4-FFF2-40B4-BE49-F238E27FC236}">
                  <a16:creationId xmlns:a16="http://schemas.microsoft.com/office/drawing/2014/main" id="{02628C19-74C9-81E5-D548-2AE17D401830}"/>
                </a:ext>
              </a:extLst>
            </p:cNvPr>
            <p:cNvCxnSpPr>
              <a:stCxn id="104" idx="2"/>
              <a:endCxn id="105" idx="5"/>
            </p:cNvCxnSpPr>
            <p:nvPr/>
          </p:nvCxnSpPr>
          <p:spPr>
            <a:xfrm flipV="1">
              <a:off x="2669844" y="2366128"/>
              <a:ext cx="499620" cy="1395167"/>
            </a:xfrm>
            <a:prstGeom prst="bentConnector3">
              <a:avLst>
                <a:gd name="adj1" fmla="val 45914"/>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3" name="肘形连接符 64">
              <a:extLst>
                <a:ext uri="{FF2B5EF4-FFF2-40B4-BE49-F238E27FC236}">
                  <a16:creationId xmlns:a16="http://schemas.microsoft.com/office/drawing/2014/main" id="{C297208B-034C-8932-9237-EF0CC986C6CF}"/>
                </a:ext>
              </a:extLst>
            </p:cNvPr>
            <p:cNvCxnSpPr>
              <a:stCxn id="105" idx="2"/>
              <a:endCxn id="106" idx="4"/>
            </p:cNvCxnSpPr>
            <p:nvPr/>
          </p:nvCxnSpPr>
          <p:spPr>
            <a:xfrm flipV="1">
              <a:off x="5582726" y="1630838"/>
              <a:ext cx="499621" cy="725863"/>
            </a:xfrm>
            <a:prstGeom prst="bentConnector3">
              <a:avLst>
                <a:gd name="adj1" fmla="val 48584"/>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4" name="肘形连接符 68">
              <a:extLst>
                <a:ext uri="{FF2B5EF4-FFF2-40B4-BE49-F238E27FC236}">
                  <a16:creationId xmlns:a16="http://schemas.microsoft.com/office/drawing/2014/main" id="{06CA339D-5AA5-FAB5-C7B1-F61622BCB4E3}"/>
                </a:ext>
              </a:extLst>
            </p:cNvPr>
            <p:cNvCxnSpPr>
              <a:stCxn id="105" idx="2"/>
              <a:endCxn id="107" idx="4"/>
            </p:cNvCxnSpPr>
            <p:nvPr/>
          </p:nvCxnSpPr>
          <p:spPr>
            <a:xfrm>
              <a:off x="5582726" y="2356701"/>
              <a:ext cx="518474" cy="641023"/>
            </a:xfrm>
            <a:prstGeom prst="bentConnector3">
              <a:avLst>
                <a:gd name="adj1" fmla="val 46706"/>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5" name="肘形连接符 72">
              <a:extLst>
                <a:ext uri="{FF2B5EF4-FFF2-40B4-BE49-F238E27FC236}">
                  <a16:creationId xmlns:a16="http://schemas.microsoft.com/office/drawing/2014/main" id="{75BCBD01-8565-15DC-E3A9-738C52D4621D}"/>
                </a:ext>
              </a:extLst>
            </p:cNvPr>
            <p:cNvCxnSpPr>
              <a:stCxn id="109" idx="2"/>
              <a:endCxn id="108" idx="4"/>
            </p:cNvCxnSpPr>
            <p:nvPr/>
          </p:nvCxnSpPr>
          <p:spPr>
            <a:xfrm flipV="1">
              <a:off x="5573299" y="4374038"/>
              <a:ext cx="499620" cy="659876"/>
            </a:xfrm>
            <a:prstGeom prst="bentConnector3">
              <a:avLst>
                <a:gd name="adj1" fmla="val 49818"/>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6" name="肘形连接符 80">
              <a:extLst>
                <a:ext uri="{FF2B5EF4-FFF2-40B4-BE49-F238E27FC236}">
                  <a16:creationId xmlns:a16="http://schemas.microsoft.com/office/drawing/2014/main" id="{EF5CCE02-DDE0-9B38-C552-FEAC2756DEAE}"/>
                </a:ext>
              </a:extLst>
            </p:cNvPr>
            <p:cNvCxnSpPr>
              <a:stCxn id="109" idx="2"/>
              <a:endCxn id="110" idx="4"/>
            </p:cNvCxnSpPr>
            <p:nvPr/>
          </p:nvCxnSpPr>
          <p:spPr>
            <a:xfrm>
              <a:off x="5573299" y="5033914"/>
              <a:ext cx="471341" cy="697583"/>
            </a:xfrm>
            <a:prstGeom prst="bentConnector3">
              <a:avLst>
                <a:gd name="adj1" fmla="val 53103"/>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 name="灯片编号占位符 1">
            <a:extLst>
              <a:ext uri="{FF2B5EF4-FFF2-40B4-BE49-F238E27FC236}">
                <a16:creationId xmlns:a16="http://schemas.microsoft.com/office/drawing/2014/main" id="{05352D07-719D-7F94-09EF-C0FA05D339B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7</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2226808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1">
            <a:extLst>
              <a:ext uri="{FF2B5EF4-FFF2-40B4-BE49-F238E27FC236}">
                <a16:creationId xmlns:a16="http://schemas.microsoft.com/office/drawing/2014/main" id="{F2A816F9-5D58-2CC0-EC6E-D126F2F27481}"/>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3.1.1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相似性检测方法计算开销分析</a:t>
            </a:r>
          </a:p>
        </p:txBody>
      </p:sp>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874407"/>
          </a:xfrm>
          <a:prstGeom prst="rect">
            <a:avLst/>
          </a:prstGeom>
        </p:spPr>
        <p:txBody>
          <a:bodyPr wrap="square">
            <a:spAutoFit/>
          </a:bodyPr>
          <a:lstStyle/>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特征提取步骤可以分成两个阶段：</a:t>
            </a:r>
            <a:r>
              <a:rPr kumimoji="1" lang="zh-CN" altLang="en-US" sz="1800" b="1" dirty="0">
                <a:solidFill>
                  <a:schemeClr val="tx1"/>
                </a:solidFill>
                <a:latin typeface="微软雅黑" panose="020B0503020204020204" pitchFamily="34" charset="-122"/>
                <a:ea typeface="微软雅黑" panose="020B0503020204020204" pitchFamily="34" charset="-122"/>
              </a:rPr>
              <a:t>数据特征化</a:t>
            </a:r>
            <a:r>
              <a:rPr kumimoji="1" lang="zh-CN" altLang="en-US" sz="1800" dirty="0">
                <a:solidFill>
                  <a:schemeClr val="tx1"/>
                </a:solidFill>
                <a:latin typeface="微软雅黑" panose="020B0503020204020204" pitchFamily="34" charset="-122"/>
                <a:ea typeface="微软雅黑" panose="020B0503020204020204" pitchFamily="34" charset="-122"/>
              </a:rPr>
              <a:t>和</a:t>
            </a:r>
            <a:r>
              <a:rPr kumimoji="1" lang="zh-CN" altLang="en-US" sz="1800" b="1" dirty="0">
                <a:solidFill>
                  <a:schemeClr val="tx1"/>
                </a:solidFill>
                <a:latin typeface="微软雅黑" panose="020B0503020204020204" pitchFamily="34" charset="-122"/>
                <a:ea typeface="微软雅黑" panose="020B0503020204020204" pitchFamily="34" charset="-122"/>
              </a:rPr>
              <a:t>特征值选取</a:t>
            </a:r>
            <a:endParaRPr kumimoji="1" lang="en-US" altLang="zh-CN" sz="1800" b="1" dirty="0">
              <a:solidFill>
                <a:schemeClr val="tx1"/>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kumimoji="1" lang="zh-CN" altLang="en-US" sz="1800" dirty="0">
                <a:solidFill>
                  <a:schemeClr val="tx1"/>
                </a:solidFill>
                <a:latin typeface="微软雅黑" panose="020B0503020204020204" pitchFamily="34" charset="-122"/>
                <a:ea typeface="微软雅黑" panose="020B0503020204020204" pitchFamily="34" charset="-122"/>
              </a:rPr>
              <a:t>数据特征化：最常用的算法是基于</a:t>
            </a:r>
            <a:r>
              <a:rPr kumimoji="1" lang="en-US" altLang="zh-CN" sz="1800" dirty="0">
                <a:solidFill>
                  <a:schemeClr val="tx1"/>
                </a:solidFill>
                <a:latin typeface="微软雅黑" panose="020B0503020204020204" pitchFamily="34" charset="-122"/>
                <a:ea typeface="微软雅黑" panose="020B0503020204020204" pitchFamily="34" charset="-122"/>
              </a:rPr>
              <a:t>Rabin</a:t>
            </a:r>
            <a:r>
              <a:rPr kumimoji="1" lang="zh-CN" altLang="en-US" sz="1800" dirty="0">
                <a:solidFill>
                  <a:schemeClr val="tx1"/>
                </a:solidFill>
                <a:latin typeface="微软雅黑" panose="020B0503020204020204" pitchFamily="34" charset="-122"/>
                <a:ea typeface="微软雅黑" panose="020B0503020204020204" pitchFamily="34" charset="-122"/>
              </a:rPr>
              <a:t>指纹的滑动哈希算法</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B34A1E0-7507-112F-BC68-110328AB9DE4}"/>
                  </a:ext>
                </a:extLst>
              </p:cNvPr>
              <p:cNvSpPr txBox="1"/>
              <p:nvPr/>
            </p:nvSpPr>
            <p:spPr>
              <a:xfrm>
                <a:off x="611560" y="2995520"/>
                <a:ext cx="770485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800" i="1" smtClean="0">
                          <a:solidFill>
                            <a:schemeClr val="tx1"/>
                          </a:solidFill>
                          <a:latin typeface="Cambria Math" panose="02040503050406030204" pitchFamily="18" charset="0"/>
                        </a:rPr>
                        <m:t>𝑅𝑎𝑏𝑖𝑛</m:t>
                      </m:r>
                      <m:d>
                        <m:dPr>
                          <m:ctrlPr>
                            <a:rPr lang="zh-CN" altLang="en-US" sz="1800" i="1">
                              <a:solidFill>
                                <a:schemeClr val="tx1"/>
                              </a:solidFill>
                              <a:latin typeface="Cambria Math" panose="02040503050406030204" pitchFamily="18" charset="0"/>
                            </a:rPr>
                          </m:ctrlPr>
                        </m:dPr>
                        <m:e>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𝐵</m:t>
                              </m:r>
                            </m:e>
                            <m:sub>
                              <m:r>
                                <a:rPr lang="zh-CN" altLang="en-US" sz="1800" i="1">
                                  <a:solidFill>
                                    <a:schemeClr val="tx1"/>
                                  </a:solidFill>
                                  <a:latin typeface="Cambria Math" panose="02040503050406030204" pitchFamily="18" charset="0"/>
                                </a:rPr>
                                <m:t>𝑖</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𝐵</m:t>
                              </m:r>
                            </m:e>
                            <m:sub>
                              <m:r>
                                <a:rPr lang="zh-CN" altLang="en-US" sz="1800" i="1">
                                  <a:solidFill>
                                    <a:schemeClr val="tx1"/>
                                  </a:solidFill>
                                  <a:latin typeface="Cambria Math" panose="02040503050406030204" pitchFamily="18" charset="0"/>
                                </a:rPr>
                                <m:t>𝑖</m:t>
                              </m:r>
                              <m:r>
                                <a:rPr lang="zh-CN" altLang="en-US" sz="1800" i="0">
                                  <a:solidFill>
                                    <a:schemeClr val="tx1"/>
                                  </a:solidFill>
                                  <a:latin typeface="Cambria Math" panose="02040503050406030204" pitchFamily="18" charset="0"/>
                                </a:rPr>
                                <m:t>+</m:t>
                              </m:r>
                              <m:r>
                                <a:rPr lang="zh-CN" altLang="en-US" sz="1800" i="1">
                                  <a:solidFill>
                                    <a:schemeClr val="tx1"/>
                                  </a:solidFill>
                                  <a:latin typeface="Cambria Math" panose="02040503050406030204" pitchFamily="18" charset="0"/>
                                </a:rPr>
                                <m:t>𝑤</m:t>
                              </m:r>
                              <m:r>
                                <a:rPr lang="zh-CN" altLang="en-US" sz="1800" i="0">
                                  <a:solidFill>
                                    <a:schemeClr val="tx1"/>
                                  </a:solidFill>
                                  <a:latin typeface="Cambria Math" panose="02040503050406030204" pitchFamily="18" charset="0"/>
                                </a:rPr>
                                <m:t>−1</m:t>
                              </m:r>
                            </m:sub>
                          </m:sSub>
                        </m:e>
                      </m:d>
                      <m:r>
                        <a:rPr lang="zh-CN" altLang="en-US" sz="1800" i="0">
                          <a:solidFill>
                            <a:schemeClr val="tx1"/>
                          </a:solidFill>
                          <a:latin typeface="Cambria Math" panose="02040503050406030204" pitchFamily="18" charset="0"/>
                        </a:rPr>
                        <m:t>=</m:t>
                      </m:r>
                      <m:d>
                        <m:dPr>
                          <m:begChr m:val="["/>
                          <m:endChr m:val="]"/>
                          <m:ctrlPr>
                            <a:rPr lang="zh-CN" altLang="en-US" sz="1800" i="1">
                              <a:solidFill>
                                <a:schemeClr val="tx1"/>
                              </a:solidFill>
                              <a:latin typeface="Cambria Math" panose="02040503050406030204" pitchFamily="18" charset="0"/>
                            </a:rPr>
                          </m:ctrlPr>
                        </m:dPr>
                        <m:e>
                          <m:r>
                            <a:rPr lang="zh-CN" altLang="en-US" sz="1800" i="1">
                              <a:solidFill>
                                <a:schemeClr val="tx1"/>
                              </a:solidFill>
                              <a:latin typeface="Cambria Math" panose="02040503050406030204" pitchFamily="18" charset="0"/>
                            </a:rPr>
                            <m:t>𝑅𝑎𝑏𝑖𝑛</m:t>
                          </m:r>
                          <m:d>
                            <m:dPr>
                              <m:ctrlPr>
                                <a:rPr lang="zh-CN" altLang="en-US" sz="1800" i="1">
                                  <a:solidFill>
                                    <a:schemeClr val="tx1"/>
                                  </a:solidFill>
                                  <a:latin typeface="Cambria Math" panose="02040503050406030204" pitchFamily="18" charset="0"/>
                                </a:rPr>
                              </m:ctrlPr>
                            </m:dPr>
                            <m:e>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𝐵</m:t>
                                  </m:r>
                                </m:e>
                                <m:sub>
                                  <m:r>
                                    <a:rPr lang="zh-CN" altLang="en-US" sz="1800" i="1">
                                      <a:solidFill>
                                        <a:schemeClr val="tx1"/>
                                      </a:solidFill>
                                      <a:latin typeface="Cambria Math" panose="02040503050406030204" pitchFamily="18" charset="0"/>
                                    </a:rPr>
                                    <m:t>𝑖</m:t>
                                  </m:r>
                                  <m:r>
                                    <a:rPr lang="zh-CN" altLang="en-US" sz="1800" i="0">
                                      <a:solidFill>
                                        <a:schemeClr val="tx1"/>
                                      </a:solidFill>
                                      <a:latin typeface="Cambria Math" panose="02040503050406030204" pitchFamily="18" charset="0"/>
                                    </a:rPr>
                                    <m:t>−1</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𝐵</m:t>
                                  </m:r>
                                </m:e>
                                <m:sub>
                                  <m:r>
                                    <a:rPr lang="zh-CN" altLang="en-US" sz="1800" i="1">
                                      <a:solidFill>
                                        <a:schemeClr val="tx1"/>
                                      </a:solidFill>
                                      <a:latin typeface="Cambria Math" panose="02040503050406030204" pitchFamily="18" charset="0"/>
                                    </a:rPr>
                                    <m:t>𝑖</m:t>
                                  </m:r>
                                  <m:r>
                                    <a:rPr lang="zh-CN" altLang="en-US" sz="1800" i="0">
                                      <a:solidFill>
                                        <a:schemeClr val="tx1"/>
                                      </a:solidFill>
                                      <a:latin typeface="Cambria Math" panose="02040503050406030204" pitchFamily="18" charset="0"/>
                                    </a:rPr>
                                    <m:t>+</m:t>
                                  </m:r>
                                  <m:r>
                                    <a:rPr lang="zh-CN" altLang="en-US" sz="1800" i="1">
                                      <a:solidFill>
                                        <a:schemeClr val="tx1"/>
                                      </a:solidFill>
                                      <a:latin typeface="Cambria Math" panose="02040503050406030204" pitchFamily="18" charset="0"/>
                                    </a:rPr>
                                    <m:t>𝑤</m:t>
                                  </m:r>
                                  <m:r>
                                    <a:rPr lang="zh-CN" altLang="en-US" sz="1800" i="0">
                                      <a:solidFill>
                                        <a:schemeClr val="tx1"/>
                                      </a:solidFill>
                                      <a:latin typeface="Cambria Math" panose="02040503050406030204" pitchFamily="18" charset="0"/>
                                    </a:rPr>
                                    <m:t>−2</m:t>
                                  </m:r>
                                </m:sub>
                              </m:sSub>
                            </m:e>
                          </m:d>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𝐵</m:t>
                              </m:r>
                            </m:e>
                            <m:sub>
                              <m:r>
                                <a:rPr lang="zh-CN" altLang="en-US" sz="1800" i="1">
                                  <a:solidFill>
                                    <a:schemeClr val="tx1"/>
                                  </a:solidFill>
                                  <a:latin typeface="Cambria Math" panose="02040503050406030204" pitchFamily="18" charset="0"/>
                                </a:rPr>
                                <m:t>𝑖</m:t>
                              </m:r>
                              <m:r>
                                <a:rPr lang="zh-CN" altLang="en-US" sz="1800" i="0">
                                  <a:solidFill>
                                    <a:schemeClr val="tx1"/>
                                  </a:solidFill>
                                  <a:latin typeface="Cambria Math" panose="02040503050406030204" pitchFamily="18" charset="0"/>
                                </a:rPr>
                                <m:t>−1</m:t>
                              </m:r>
                            </m:sub>
                          </m:sSub>
                          <m:sSup>
                            <m:sSupPr>
                              <m:ctrlPr>
                                <a:rPr lang="zh-CN" altLang="en-US" sz="1800" i="1">
                                  <a:solidFill>
                                    <a:schemeClr val="tx1"/>
                                  </a:solidFill>
                                  <a:latin typeface="Cambria Math" panose="02040503050406030204" pitchFamily="18" charset="0"/>
                                </a:rPr>
                              </m:ctrlPr>
                            </m:sSupPr>
                            <m:e>
                              <m:r>
                                <a:rPr lang="zh-CN" altLang="en-US" sz="1800" i="1">
                                  <a:solidFill>
                                    <a:schemeClr val="tx1"/>
                                  </a:solidFill>
                                  <a:latin typeface="Cambria Math" panose="02040503050406030204" pitchFamily="18" charset="0"/>
                                </a:rPr>
                                <m:t>𝑝</m:t>
                              </m:r>
                            </m:e>
                            <m:sup>
                              <m:r>
                                <a:rPr lang="zh-CN" altLang="en-US" sz="1800" i="1">
                                  <a:solidFill>
                                    <a:schemeClr val="tx1"/>
                                  </a:solidFill>
                                  <a:latin typeface="Cambria Math" panose="02040503050406030204" pitchFamily="18" charset="0"/>
                                </a:rPr>
                                <m:t>𝑤</m:t>
                              </m:r>
                              <m:r>
                                <a:rPr lang="zh-CN" altLang="en-US" sz="1800" i="0">
                                  <a:solidFill>
                                    <a:schemeClr val="tx1"/>
                                  </a:solidFill>
                                  <a:latin typeface="Cambria Math" panose="02040503050406030204" pitchFamily="18" charset="0"/>
                                </a:rPr>
                                <m:t>−1</m:t>
                              </m:r>
                            </m:sup>
                          </m:sSup>
                        </m:e>
                      </m:d>
                      <m:r>
                        <a:rPr lang="zh-CN" altLang="en-US" sz="1800" i="1">
                          <a:solidFill>
                            <a:schemeClr val="tx1"/>
                          </a:solidFill>
                          <a:latin typeface="Cambria Math" panose="02040503050406030204" pitchFamily="18" charset="0"/>
                        </a:rPr>
                        <m:t>𝑝</m:t>
                      </m:r>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𝐵</m:t>
                          </m:r>
                        </m:e>
                        <m:sub>
                          <m:r>
                            <a:rPr lang="zh-CN" altLang="en-US" sz="1800" i="1">
                              <a:solidFill>
                                <a:schemeClr val="tx1"/>
                              </a:solidFill>
                              <a:latin typeface="Cambria Math" panose="02040503050406030204" pitchFamily="18" charset="0"/>
                            </a:rPr>
                            <m:t>𝑖</m:t>
                          </m:r>
                          <m:r>
                            <a:rPr lang="zh-CN" altLang="en-US" sz="1800" i="0">
                              <a:solidFill>
                                <a:schemeClr val="tx1"/>
                              </a:solidFill>
                              <a:latin typeface="Cambria Math" panose="02040503050406030204" pitchFamily="18" charset="0"/>
                            </a:rPr>
                            <m:t>+</m:t>
                          </m:r>
                          <m:r>
                            <a:rPr lang="zh-CN" altLang="en-US" sz="1800" i="1">
                              <a:solidFill>
                                <a:schemeClr val="tx1"/>
                              </a:solidFill>
                              <a:latin typeface="Cambria Math" panose="02040503050406030204" pitchFamily="18" charset="0"/>
                            </a:rPr>
                            <m:t>𝑤</m:t>
                          </m:r>
                          <m:r>
                            <a:rPr lang="zh-CN" altLang="en-US" sz="1800" i="0">
                              <a:solidFill>
                                <a:schemeClr val="tx1"/>
                              </a:solidFill>
                              <a:latin typeface="Cambria Math" panose="02040503050406030204" pitchFamily="18" charset="0"/>
                            </a:rPr>
                            <m:t>−1</m:t>
                          </m:r>
                        </m:sub>
                      </m:sSub>
                    </m:oMath>
                  </m:oMathPara>
                </a14:m>
                <a:endParaRPr lang="zh-CN" altLang="en-US" sz="1800" dirty="0">
                  <a:solidFill>
                    <a:schemeClr val="tx1"/>
                  </a:solidFill>
                </a:endParaRPr>
              </a:p>
            </p:txBody>
          </p:sp>
        </mc:Choice>
        <mc:Fallback xmlns="">
          <p:sp>
            <p:nvSpPr>
              <p:cNvPr id="10" name="文本框 9">
                <a:extLst>
                  <a:ext uri="{FF2B5EF4-FFF2-40B4-BE49-F238E27FC236}">
                    <a16:creationId xmlns:a16="http://schemas.microsoft.com/office/drawing/2014/main" id="{AB34A1E0-7507-112F-BC68-110328AB9DE4}"/>
                  </a:ext>
                </a:extLst>
              </p:cNvPr>
              <p:cNvSpPr txBox="1">
                <a:spLocks noRot="1" noChangeAspect="1" noMove="1" noResize="1" noEditPoints="1" noAdjustHandles="1" noChangeArrowheads="1" noChangeShapeType="1" noTextEdit="1"/>
              </p:cNvSpPr>
              <p:nvPr/>
            </p:nvSpPr>
            <p:spPr>
              <a:xfrm>
                <a:off x="611560" y="2995520"/>
                <a:ext cx="7704856" cy="369332"/>
              </a:xfrm>
              <a:prstGeom prst="rect">
                <a:avLst/>
              </a:prstGeom>
              <a:blipFill>
                <a:blip r:embed="rId5"/>
                <a:stretch>
                  <a:fillRect b="-8197"/>
                </a:stretch>
              </a:blipFill>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C0FC5E80-BBBE-3CE9-131B-6EE815ECD857}"/>
              </a:ext>
            </a:extLst>
          </p:cNvPr>
          <p:cNvSpPr/>
          <p:nvPr/>
        </p:nvSpPr>
        <p:spPr bwMode="auto">
          <a:xfrm>
            <a:off x="827584" y="2932804"/>
            <a:ext cx="2160240" cy="558347"/>
          </a:xfrm>
          <a:prstGeom prst="rect">
            <a:avLst/>
          </a:prstGeom>
          <a:noFill/>
          <a:ln>
            <a:solidFill>
              <a:srgbClr val="FF0000"/>
            </a:solidFill>
            <a:prstDash val="dash"/>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20204" pitchFamily="34" charset="0"/>
              <a:ea typeface="黑体" panose="02010609060101010101" pitchFamily="49" charset="-122"/>
            </a:endParaRPr>
          </a:p>
        </p:txBody>
      </p:sp>
      <p:sp>
        <p:nvSpPr>
          <p:cNvPr id="22" name="矩形 21">
            <a:extLst>
              <a:ext uri="{FF2B5EF4-FFF2-40B4-BE49-F238E27FC236}">
                <a16:creationId xmlns:a16="http://schemas.microsoft.com/office/drawing/2014/main" id="{F1EA1DBE-44B4-E851-2FFA-12B5999C1464}"/>
              </a:ext>
            </a:extLst>
          </p:cNvPr>
          <p:cNvSpPr/>
          <p:nvPr/>
        </p:nvSpPr>
        <p:spPr bwMode="auto">
          <a:xfrm>
            <a:off x="3275856" y="2932804"/>
            <a:ext cx="2376264" cy="558347"/>
          </a:xfrm>
          <a:prstGeom prst="rect">
            <a:avLst/>
          </a:prstGeom>
          <a:noFill/>
          <a:ln>
            <a:solidFill>
              <a:srgbClr val="00B050"/>
            </a:solidFill>
            <a:prstDash val="dash"/>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20204" pitchFamily="34" charset="0"/>
              <a:ea typeface="黑体" panose="02010609060101010101" pitchFamily="49" charset="-122"/>
            </a:endParaRPr>
          </a:p>
        </p:txBody>
      </p:sp>
      <p:sp>
        <p:nvSpPr>
          <p:cNvPr id="24" name="文本框 23">
            <a:extLst>
              <a:ext uri="{FF2B5EF4-FFF2-40B4-BE49-F238E27FC236}">
                <a16:creationId xmlns:a16="http://schemas.microsoft.com/office/drawing/2014/main" id="{34529398-174F-AF3A-4EFF-36ED23673DA0}"/>
              </a:ext>
            </a:extLst>
          </p:cNvPr>
          <p:cNvSpPr txBox="1"/>
          <p:nvPr/>
        </p:nvSpPr>
        <p:spPr>
          <a:xfrm>
            <a:off x="1465394" y="3563724"/>
            <a:ext cx="884620" cy="369332"/>
          </a:xfrm>
          <a:prstGeom prst="rect">
            <a:avLst/>
          </a:prstGeom>
          <a:noFill/>
        </p:spPr>
        <p:txBody>
          <a:bodyPr wrap="square">
            <a:spAutoFit/>
          </a:bodyPr>
          <a:lstStyle/>
          <a:p>
            <a:r>
              <a:rPr kumimoji="1" lang="en-US" altLang="zh-CN" sz="18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Rabin</a:t>
            </a:r>
            <a:r>
              <a:rPr kumimoji="1" lang="en-US" altLang="zh-CN" sz="1800" i="1"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endParaRPr lang="zh-CN" altLang="en-US" sz="1800" i="1" dirty="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341FCE59-E920-8760-A12C-E056CDC06108}"/>
              </a:ext>
            </a:extLst>
          </p:cNvPr>
          <p:cNvSpPr txBox="1"/>
          <p:nvPr/>
        </p:nvSpPr>
        <p:spPr>
          <a:xfrm>
            <a:off x="3936799" y="3563724"/>
            <a:ext cx="1054378" cy="369332"/>
          </a:xfrm>
          <a:prstGeom prst="rect">
            <a:avLst/>
          </a:prstGeom>
          <a:noFill/>
        </p:spPr>
        <p:txBody>
          <a:bodyPr wrap="square">
            <a:spAutoFit/>
          </a:bodyPr>
          <a:lstStyle/>
          <a:p>
            <a:r>
              <a:rPr kumimoji="1" lang="en-US" altLang="zh-CN" sz="18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Rabin</a:t>
            </a:r>
            <a:r>
              <a:rPr kumimoji="1" lang="en-US" altLang="zh-CN" sz="1800" i="1"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kumimoji="1" lang="en-US" altLang="zh-CN" sz="18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D8BFA0D3-EBE5-12D5-653E-1EA44AE461D8}"/>
              </a:ext>
            </a:extLst>
          </p:cNvPr>
          <p:cNvSpPr/>
          <p:nvPr/>
        </p:nvSpPr>
        <p:spPr bwMode="auto">
          <a:xfrm>
            <a:off x="5922228" y="2932804"/>
            <a:ext cx="440432" cy="558347"/>
          </a:xfrm>
          <a:prstGeom prst="rect">
            <a:avLst/>
          </a:prstGeom>
          <a:noFill/>
          <a:ln>
            <a:solidFill>
              <a:srgbClr val="00B0F0"/>
            </a:solidFill>
            <a:prstDash val="dash"/>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20204" pitchFamily="34" charset="0"/>
              <a:ea typeface="黑体" panose="02010609060101010101" pitchFamily="49" charset="-122"/>
            </a:endParaRPr>
          </a:p>
        </p:txBody>
      </p:sp>
      <p:sp>
        <p:nvSpPr>
          <p:cNvPr id="14" name="矩形 13">
            <a:extLst>
              <a:ext uri="{FF2B5EF4-FFF2-40B4-BE49-F238E27FC236}">
                <a16:creationId xmlns:a16="http://schemas.microsoft.com/office/drawing/2014/main" id="{04706C96-3C9A-95E3-9141-581FF7274233}"/>
              </a:ext>
            </a:extLst>
          </p:cNvPr>
          <p:cNvSpPr/>
          <p:nvPr/>
        </p:nvSpPr>
        <p:spPr bwMode="auto">
          <a:xfrm>
            <a:off x="7308304" y="2932804"/>
            <a:ext cx="864096" cy="558347"/>
          </a:xfrm>
          <a:prstGeom prst="rect">
            <a:avLst/>
          </a:prstGeom>
          <a:noFill/>
          <a:ln>
            <a:solidFill>
              <a:srgbClr val="00B0F0"/>
            </a:solidFill>
            <a:prstDash val="dash"/>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20204" pitchFamily="34" charset="0"/>
              <a:ea typeface="黑体" panose="02010609060101010101" pitchFamily="49" charset="-122"/>
            </a:endParaRPr>
          </a:p>
        </p:txBody>
      </p:sp>
      <p:sp>
        <p:nvSpPr>
          <p:cNvPr id="17" name="矩形 16">
            <a:extLst>
              <a:ext uri="{FF2B5EF4-FFF2-40B4-BE49-F238E27FC236}">
                <a16:creationId xmlns:a16="http://schemas.microsoft.com/office/drawing/2014/main" id="{FDE085F1-9039-2520-91F1-BBADBDFF29C1}"/>
              </a:ext>
            </a:extLst>
          </p:cNvPr>
          <p:cNvSpPr/>
          <p:nvPr/>
        </p:nvSpPr>
        <p:spPr>
          <a:xfrm>
            <a:off x="541573" y="3978204"/>
            <a:ext cx="8062875" cy="458908"/>
          </a:xfrm>
          <a:prstGeom prst="rect">
            <a:avLst/>
          </a:prstGeom>
        </p:spPr>
        <p:txBody>
          <a:bodyPr wrap="square">
            <a:spAutoFit/>
          </a:bodyPr>
          <a:lstStyle/>
          <a:p>
            <a:pPr>
              <a:lnSpc>
                <a:spcPct val="150000"/>
              </a:lnSpc>
            </a:pPr>
            <a:r>
              <a:rPr kumimoji="1" lang="en-US" altLang="zh-CN" sz="1800" dirty="0">
                <a:solidFill>
                  <a:schemeClr val="tx1"/>
                </a:solidFill>
                <a:latin typeface="微软雅黑" panose="020B0503020204020204" pitchFamily="34" charset="-122"/>
                <a:ea typeface="微软雅黑" panose="020B0503020204020204" pitchFamily="34" charset="-122"/>
              </a:rPr>
              <a:t>2.    </a:t>
            </a:r>
            <a:r>
              <a:rPr kumimoji="1" lang="zh-CN" altLang="en-US" sz="1800" dirty="0">
                <a:solidFill>
                  <a:schemeClr val="tx1"/>
                </a:solidFill>
                <a:latin typeface="微软雅黑" panose="020B0503020204020204" pitchFamily="34" charset="-122"/>
                <a:ea typeface="微软雅黑" panose="020B0503020204020204" pitchFamily="34" charset="-122"/>
              </a:rPr>
              <a:t>特征值选取：在指纹计算的同时还需要执行相应的操作来选出特征值</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graphicFrame>
        <p:nvGraphicFramePr>
          <p:cNvPr id="18" name="表格 17">
            <a:extLst>
              <a:ext uri="{FF2B5EF4-FFF2-40B4-BE49-F238E27FC236}">
                <a16:creationId xmlns:a16="http://schemas.microsoft.com/office/drawing/2014/main" id="{D396B1D7-A17C-1ECA-3315-682BAD43FACD}"/>
              </a:ext>
            </a:extLst>
          </p:cNvPr>
          <p:cNvGraphicFramePr/>
          <p:nvPr>
            <p:custDataLst>
              <p:tags r:id="rId2"/>
            </p:custDataLst>
            <p:extLst>
              <p:ext uri="{D42A27DB-BD31-4B8C-83A1-F6EECF244321}">
                <p14:modId xmlns:p14="http://schemas.microsoft.com/office/powerpoint/2010/main" val="2786456547"/>
              </p:ext>
            </p:extLst>
          </p:nvPr>
        </p:nvGraphicFramePr>
        <p:xfrm>
          <a:off x="683568" y="4581128"/>
          <a:ext cx="7776863" cy="131961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20000"/>
                    </a:ext>
                  </a:extLst>
                </a:gridCol>
                <a:gridCol w="6192687">
                  <a:extLst>
                    <a:ext uri="{9D8B030D-6E8A-4147-A177-3AD203B41FA5}">
                      <a16:colId xmlns:a16="http://schemas.microsoft.com/office/drawing/2014/main" val="20001"/>
                    </a:ext>
                  </a:extLst>
                </a:gridCol>
              </a:tblGrid>
              <a:tr h="439870">
                <a:tc>
                  <a:txBody>
                    <a:bodyPr/>
                    <a:lstStyle/>
                    <a:p>
                      <a:pPr algn="ctr">
                        <a:buNone/>
                      </a:pPr>
                      <a:r>
                        <a:rPr lang="zh-CN" altLang="en-US" sz="1600" dirty="0">
                          <a:solidFill>
                            <a:schemeClr val="tx1"/>
                          </a:solidFill>
                        </a:rPr>
                        <a:t>方法</a:t>
                      </a:r>
                    </a:p>
                  </a:txBody>
                  <a:tcPr anchor="ctr"/>
                </a:tc>
                <a:tc>
                  <a:txBody>
                    <a:bodyPr/>
                    <a:lstStyle/>
                    <a:p>
                      <a:pPr algn="ctr">
                        <a:buNone/>
                      </a:pPr>
                      <a:r>
                        <a:rPr lang="zh-CN" altLang="en-US" sz="1600" dirty="0">
                          <a:solidFill>
                            <a:schemeClr val="tx1"/>
                          </a:solidFill>
                        </a:rPr>
                        <a:t>特征值选取阶段中针对单个指纹的计算开销</a:t>
                      </a:r>
                    </a:p>
                  </a:txBody>
                  <a:tcPr anchor="ctr"/>
                </a:tc>
                <a:extLst>
                  <a:ext uri="{0D108BD9-81ED-4DB2-BD59-A6C34878D82A}">
                    <a16:rowId xmlns:a16="http://schemas.microsoft.com/office/drawing/2014/main" val="10000"/>
                  </a:ext>
                </a:extLst>
              </a:tr>
              <a:tr h="439870">
                <a:tc>
                  <a:txBody>
                    <a:bodyPr/>
                    <a:lstStyle/>
                    <a:p>
                      <a:pPr algn="ctr">
                        <a:buNone/>
                      </a:pPr>
                      <a:r>
                        <a:rPr lang="en-US" altLang="zh-CN" sz="1600" dirty="0">
                          <a:latin typeface="微软雅黑" panose="020B0503020204020204" pitchFamily="34" charset="-122"/>
                          <a:ea typeface="微软雅黑" panose="020B0503020204020204" pitchFamily="34" charset="-122"/>
                        </a:rPr>
                        <a:t>Super-feature</a:t>
                      </a:r>
                      <a:endParaRPr lang="zh-CN" altLang="en-US" sz="1600" dirty="0">
                        <a:latin typeface="微软雅黑" panose="020B0503020204020204" pitchFamily="34" charset="-122"/>
                        <a:ea typeface="微软雅黑" panose="020B0503020204020204" pitchFamily="34" charset="-122"/>
                      </a:endParaRPr>
                    </a:p>
                  </a:txBody>
                  <a:tcPr anchor="ctr"/>
                </a:tc>
                <a:tc>
                  <a:txBody>
                    <a:bodyPr/>
                    <a:lstStyle/>
                    <a:p>
                      <a:pPr algn="ctr">
                        <a:buNone/>
                      </a:pPr>
                      <a:r>
                        <a:rPr lang="en-US" altLang="zh-CN" sz="1600" kern="1200" dirty="0">
                          <a:solidFill>
                            <a:schemeClr val="dk1"/>
                          </a:solidFill>
                          <a:latin typeface="微软雅黑" panose="020B0503020204020204" pitchFamily="34" charset="-122"/>
                          <a:ea typeface="微软雅黑" panose="020B0503020204020204" pitchFamily="34" charset="-122"/>
                          <a:cs typeface="+mn-cs"/>
                        </a:rPr>
                        <a:t>N </a:t>
                      </a:r>
                      <a:r>
                        <a:rPr lang="zh-CN" altLang="en-US" sz="1600" kern="1200" dirty="0">
                          <a:solidFill>
                            <a:schemeClr val="dk1"/>
                          </a:solidFill>
                          <a:latin typeface="微软雅黑" panose="020B0503020204020204" pitchFamily="34" charset="-122"/>
                          <a:ea typeface="微软雅黑" panose="020B0503020204020204" pitchFamily="34" charset="-122"/>
                          <a:cs typeface="+mn-cs"/>
                        </a:rPr>
                        <a:t>次乘法，</a:t>
                      </a:r>
                      <a:r>
                        <a:rPr lang="en-US" altLang="zh-CN" sz="1600" kern="1200" dirty="0">
                          <a:solidFill>
                            <a:schemeClr val="dk1"/>
                          </a:solidFill>
                          <a:latin typeface="微软雅黑" panose="020B0503020204020204" pitchFamily="34" charset="-122"/>
                          <a:ea typeface="微软雅黑" panose="020B0503020204020204" pitchFamily="34" charset="-122"/>
                          <a:cs typeface="+mn-cs"/>
                        </a:rPr>
                        <a:t>N </a:t>
                      </a:r>
                      <a:r>
                        <a:rPr lang="zh-CN" altLang="en-US" sz="1600" kern="1200" dirty="0">
                          <a:solidFill>
                            <a:schemeClr val="dk1"/>
                          </a:solidFill>
                          <a:latin typeface="微软雅黑" panose="020B0503020204020204" pitchFamily="34" charset="-122"/>
                          <a:ea typeface="微软雅黑" panose="020B0503020204020204" pitchFamily="34" charset="-122"/>
                          <a:cs typeface="+mn-cs"/>
                        </a:rPr>
                        <a:t>次加法，</a:t>
                      </a:r>
                      <a:r>
                        <a:rPr lang="en-US" altLang="zh-CN" sz="1600" kern="1200" dirty="0">
                          <a:solidFill>
                            <a:schemeClr val="dk1"/>
                          </a:solidFill>
                          <a:latin typeface="微软雅黑" panose="020B0503020204020204" pitchFamily="34" charset="-122"/>
                          <a:ea typeface="微软雅黑" panose="020B0503020204020204" pitchFamily="34" charset="-122"/>
                          <a:cs typeface="+mn-cs"/>
                        </a:rPr>
                        <a:t>N </a:t>
                      </a:r>
                      <a:r>
                        <a:rPr lang="zh-CN" altLang="en-US" sz="1600" kern="1200" dirty="0">
                          <a:solidFill>
                            <a:schemeClr val="dk1"/>
                          </a:solidFill>
                          <a:latin typeface="微软雅黑" panose="020B0503020204020204" pitchFamily="34" charset="-122"/>
                          <a:ea typeface="微软雅黑" panose="020B0503020204020204" pitchFamily="34" charset="-122"/>
                          <a:cs typeface="+mn-cs"/>
                        </a:rPr>
                        <a:t>次求模，</a:t>
                      </a:r>
                      <a:r>
                        <a:rPr lang="en-US" altLang="zh-CN" sz="1600" kern="1200" dirty="0">
                          <a:solidFill>
                            <a:schemeClr val="dk1"/>
                          </a:solidFill>
                          <a:latin typeface="微软雅黑" panose="020B0503020204020204" pitchFamily="34" charset="-122"/>
                          <a:ea typeface="微软雅黑" panose="020B0503020204020204" pitchFamily="34" charset="-122"/>
                          <a:cs typeface="+mn-cs"/>
                        </a:rPr>
                        <a:t>N </a:t>
                      </a:r>
                      <a:r>
                        <a:rPr lang="zh-CN" altLang="en-US" sz="1600" kern="1200" dirty="0">
                          <a:solidFill>
                            <a:schemeClr val="dk1"/>
                          </a:solidFill>
                          <a:latin typeface="微软雅黑" panose="020B0503020204020204" pitchFamily="34" charset="-122"/>
                          <a:ea typeface="微软雅黑" panose="020B0503020204020204" pitchFamily="34" charset="-122"/>
                          <a:cs typeface="+mn-cs"/>
                        </a:rPr>
                        <a:t>次条件判断，</a:t>
                      </a:r>
                      <a:r>
                        <a:rPr lang="en-US" altLang="zh-CN" sz="1600" kern="1200" dirty="0">
                          <a:solidFill>
                            <a:schemeClr val="dk1"/>
                          </a:solidFill>
                          <a:latin typeface="微软雅黑" panose="020B0503020204020204" pitchFamily="34" charset="-122"/>
                          <a:ea typeface="微软雅黑" panose="020B0503020204020204" pitchFamily="34" charset="-122"/>
                          <a:cs typeface="+mn-cs"/>
                        </a:rPr>
                        <a:t>N </a:t>
                      </a:r>
                      <a:r>
                        <a:rPr lang="zh-CN" altLang="en-US" sz="1600" kern="1200" dirty="0">
                          <a:solidFill>
                            <a:schemeClr val="dk1"/>
                          </a:solidFill>
                          <a:latin typeface="微软雅黑" panose="020B0503020204020204" pitchFamily="34" charset="-122"/>
                          <a:ea typeface="微软雅黑" panose="020B0503020204020204" pitchFamily="34" charset="-122"/>
                          <a:cs typeface="+mn-cs"/>
                        </a:rPr>
                        <a:t>次数值比较</a:t>
                      </a:r>
                    </a:p>
                  </a:txBody>
                  <a:tcPr anchor="ctr"/>
                </a:tc>
                <a:extLst>
                  <a:ext uri="{0D108BD9-81ED-4DB2-BD59-A6C34878D82A}">
                    <a16:rowId xmlns:a16="http://schemas.microsoft.com/office/drawing/2014/main" val="10001"/>
                  </a:ext>
                </a:extLst>
              </a:tr>
              <a:tr h="439870">
                <a:tc>
                  <a:txBody>
                    <a:bodyPr/>
                    <a:lstStyle/>
                    <a:p>
                      <a:pPr algn="ctr">
                        <a:buNone/>
                      </a:pPr>
                      <a:r>
                        <a:rPr lang="en-US" altLang="zh-CN" sz="1600" dirty="0">
                          <a:latin typeface="微软雅黑" panose="020B0503020204020204" pitchFamily="34" charset="-122"/>
                          <a:ea typeface="微软雅黑" panose="020B0503020204020204" pitchFamily="34" charset="-122"/>
                        </a:rPr>
                        <a:t>Finesse</a:t>
                      </a:r>
                      <a:endParaRPr lang="zh-CN" altLang="en-US" sz="1600" dirty="0">
                        <a:solidFill>
                          <a:srgbClr val="FF0000"/>
                        </a:solidFill>
                        <a:latin typeface="微软雅黑" panose="020B0503020204020204" pitchFamily="34" charset="-122"/>
                        <a:ea typeface="微软雅黑" panose="020B0503020204020204" pitchFamily="34" charset="-122"/>
                      </a:endParaRPr>
                    </a:p>
                  </a:txBody>
                  <a:tcPr anchor="ctr"/>
                </a:tc>
                <a:tc>
                  <a:txBody>
                    <a:bodyPr/>
                    <a:lstStyle/>
                    <a:p>
                      <a:pPr algn="ctr">
                        <a:buNone/>
                      </a:pPr>
                      <a:r>
                        <a:rPr lang="en-US" altLang="zh-CN" sz="1600" kern="1200" dirty="0">
                          <a:solidFill>
                            <a:schemeClr val="dk1"/>
                          </a:solidFill>
                          <a:latin typeface="微软雅黑" panose="020B0503020204020204" pitchFamily="34" charset="-122"/>
                          <a:ea typeface="微软雅黑" panose="020B0503020204020204" pitchFamily="34" charset="-122"/>
                          <a:cs typeface="+mn-cs"/>
                        </a:rPr>
                        <a:t>1 </a:t>
                      </a:r>
                      <a:r>
                        <a:rPr lang="zh-CN" altLang="en-US" sz="1600" kern="1200" dirty="0">
                          <a:solidFill>
                            <a:schemeClr val="dk1"/>
                          </a:solidFill>
                          <a:latin typeface="微软雅黑" panose="020B0503020204020204" pitchFamily="34" charset="-122"/>
                          <a:ea typeface="微软雅黑" panose="020B0503020204020204" pitchFamily="34" charset="-122"/>
                          <a:cs typeface="+mn-cs"/>
                        </a:rPr>
                        <a:t>次条件判断，</a:t>
                      </a:r>
                      <a:r>
                        <a:rPr lang="en-US" altLang="zh-CN" sz="1600" kern="1200" dirty="0">
                          <a:solidFill>
                            <a:schemeClr val="dk1"/>
                          </a:solidFill>
                          <a:latin typeface="微软雅黑" panose="020B0503020204020204" pitchFamily="34" charset="-122"/>
                          <a:ea typeface="微软雅黑" panose="020B0503020204020204" pitchFamily="34" charset="-122"/>
                          <a:cs typeface="+mn-cs"/>
                        </a:rPr>
                        <a:t>1 </a:t>
                      </a:r>
                      <a:r>
                        <a:rPr lang="zh-CN" altLang="en-US" sz="1600" kern="1200" dirty="0">
                          <a:solidFill>
                            <a:schemeClr val="dk1"/>
                          </a:solidFill>
                          <a:latin typeface="微软雅黑" panose="020B0503020204020204" pitchFamily="34" charset="-122"/>
                          <a:ea typeface="微软雅黑" panose="020B0503020204020204" pitchFamily="34" charset="-122"/>
                          <a:cs typeface="+mn-cs"/>
                        </a:rPr>
                        <a:t>次数值比较</a:t>
                      </a:r>
                    </a:p>
                  </a:txBody>
                  <a:tcPr anchor="ctr"/>
                </a:tc>
                <a:extLst>
                  <a:ext uri="{0D108BD9-81ED-4DB2-BD59-A6C34878D82A}">
                    <a16:rowId xmlns:a16="http://schemas.microsoft.com/office/drawing/2014/main" val="10002"/>
                  </a:ext>
                </a:extLst>
              </a:tr>
            </a:tbl>
          </a:graphicData>
        </a:graphic>
      </p:graphicFrame>
      <p:sp>
        <p:nvSpPr>
          <p:cNvPr id="19" name="文本框 18">
            <a:extLst>
              <a:ext uri="{FF2B5EF4-FFF2-40B4-BE49-F238E27FC236}">
                <a16:creationId xmlns:a16="http://schemas.microsoft.com/office/drawing/2014/main" id="{D2B52418-130C-D748-F8A0-407180CF7F62}"/>
              </a:ext>
            </a:extLst>
          </p:cNvPr>
          <p:cNvSpPr txBox="1"/>
          <p:nvPr/>
        </p:nvSpPr>
        <p:spPr>
          <a:xfrm>
            <a:off x="611559" y="6070472"/>
            <a:ext cx="7848872" cy="499624"/>
          </a:xfrm>
          <a:prstGeom prst="rect">
            <a:avLst/>
          </a:prstGeom>
          <a:noFill/>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问题：</a:t>
            </a:r>
            <a:r>
              <a:rPr kumimoji="1" lang="zh-CN" altLang="en-US" sz="1800" dirty="0">
                <a:solidFill>
                  <a:schemeClr val="tx1"/>
                </a:solidFill>
                <a:latin typeface="微软雅黑" panose="020B0503020204020204" pitchFamily="34" charset="-122"/>
                <a:ea typeface="微软雅黑" panose="020B0503020204020204" pitchFamily="34" charset="-122"/>
              </a:rPr>
              <a:t>指纹计算具有</a:t>
            </a:r>
            <a:r>
              <a:rPr kumimoji="1" lang="zh-CN" altLang="en-US" sz="1800" dirty="0">
                <a:solidFill>
                  <a:srgbClr val="FF0000"/>
                </a:solidFill>
                <a:latin typeface="微软雅黑" panose="020B0503020204020204" pitchFamily="34" charset="-122"/>
                <a:ea typeface="微软雅黑" panose="020B0503020204020204" pitchFamily="34" charset="-122"/>
              </a:rPr>
              <a:t>内容依赖性</a:t>
            </a:r>
            <a:r>
              <a:rPr kumimoji="1" lang="zh-CN" altLang="en-US" sz="1800" dirty="0">
                <a:solidFill>
                  <a:schemeClr val="tx1"/>
                </a:solidFill>
                <a:latin typeface="微软雅黑" panose="020B0503020204020204" pitchFamily="34" charset="-122"/>
                <a:ea typeface="微软雅黑" panose="020B0503020204020204" pitchFamily="34" charset="-122"/>
              </a:rPr>
              <a:t>，</a:t>
            </a:r>
            <a:r>
              <a:rPr kumimoji="1" lang="zh-CN" altLang="en-US" sz="1800" dirty="0">
                <a:solidFill>
                  <a:srgbClr val="FF0000"/>
                </a:solidFill>
                <a:latin typeface="微软雅黑" panose="020B0503020204020204" pitchFamily="34" charset="-122"/>
                <a:ea typeface="微软雅黑" panose="020B0503020204020204" pitchFamily="34" charset="-122"/>
              </a:rPr>
              <a:t>串行</a:t>
            </a:r>
            <a:r>
              <a:rPr kumimoji="1" lang="zh-CN" altLang="en-US" sz="1800" dirty="0">
                <a:solidFill>
                  <a:schemeClr val="tx1"/>
                </a:solidFill>
                <a:latin typeface="微软雅黑" panose="020B0503020204020204" pitchFamily="34" charset="-122"/>
                <a:ea typeface="微软雅黑" panose="020B0503020204020204" pitchFamily="34" charset="-122"/>
              </a:rPr>
              <a:t>的计算方式限制了特征提取速率</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pic>
        <p:nvPicPr>
          <p:cNvPr id="20" name="图片 19">
            <a:extLst>
              <a:ext uri="{FF2B5EF4-FFF2-40B4-BE49-F238E27FC236}">
                <a16:creationId xmlns:a16="http://schemas.microsoft.com/office/drawing/2014/main" id="{B0A12654-87FB-1E85-E9AF-553683338FCB}"/>
              </a:ext>
            </a:extLst>
          </p:cNvPr>
          <p:cNvPicPr>
            <a:picLocks noChangeAspect="1"/>
          </p:cNvPicPr>
          <p:nvPr/>
        </p:nvPicPr>
        <p:blipFill>
          <a:blip r:embed="rId6"/>
          <a:stretch>
            <a:fillRect/>
          </a:stretch>
        </p:blipFill>
        <p:spPr>
          <a:xfrm>
            <a:off x="2771799" y="2354035"/>
            <a:ext cx="3600399" cy="2966823"/>
          </a:xfrm>
          <a:prstGeom prst="rect">
            <a:avLst/>
          </a:prstGeom>
        </p:spPr>
      </p:pic>
      <p:sp>
        <p:nvSpPr>
          <p:cNvPr id="23" name="矩形 22">
            <a:extLst>
              <a:ext uri="{FF2B5EF4-FFF2-40B4-BE49-F238E27FC236}">
                <a16:creationId xmlns:a16="http://schemas.microsoft.com/office/drawing/2014/main" id="{7FD4B31B-17DD-3B3C-65CC-E05424EB9D08}"/>
              </a:ext>
            </a:extLst>
          </p:cNvPr>
          <p:cNvSpPr/>
          <p:nvPr/>
        </p:nvSpPr>
        <p:spPr bwMode="auto">
          <a:xfrm>
            <a:off x="4788024" y="4398942"/>
            <a:ext cx="576064" cy="558347"/>
          </a:xfrm>
          <a:prstGeom prst="rect">
            <a:avLst/>
          </a:prstGeom>
          <a:noFill/>
          <a:ln>
            <a:solidFill>
              <a:srgbClr val="FF0000"/>
            </a:solidFill>
            <a:prstDash val="soli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0" i="0" u="none" strike="noStrike" cap="none" normalizeH="0" baseline="0">
              <a:ln>
                <a:noFill/>
              </a:ln>
              <a:solidFill>
                <a:srgbClr val="FF3300"/>
              </a:solidFill>
              <a:effectLst/>
              <a:latin typeface="Arial" panose="020B0604020202020204" pitchFamily="34" charset="0"/>
              <a:ea typeface="黑体" panose="02010609060101010101" pitchFamily="49" charset="-122"/>
            </a:endParaRPr>
          </a:p>
        </p:txBody>
      </p:sp>
      <p:sp>
        <p:nvSpPr>
          <p:cNvPr id="2" name="灯片编号占位符 1">
            <a:extLst>
              <a:ext uri="{FF2B5EF4-FFF2-40B4-BE49-F238E27FC236}">
                <a16:creationId xmlns:a16="http://schemas.microsoft.com/office/drawing/2014/main" id="{9981AD04-68EA-0EC4-DFA4-32BA788C12C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8</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2029632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874407"/>
          </a:xfrm>
          <a:prstGeom prst="rect">
            <a:avLst/>
          </a:prstGeom>
        </p:spPr>
        <p:txBody>
          <a:bodyPr wrap="square">
            <a:spAutoFit/>
          </a:bodyPr>
          <a:lstStyle/>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基于</a:t>
            </a:r>
            <a:r>
              <a:rPr kumimoji="1" lang="en-US" altLang="zh-CN" sz="1800" b="1" dirty="0">
                <a:solidFill>
                  <a:schemeClr val="tx1"/>
                </a:solidFill>
                <a:latin typeface="微软雅黑" panose="020B0503020204020204" pitchFamily="34" charset="-122"/>
                <a:ea typeface="微软雅黑" panose="020B0503020204020204" pitchFamily="34" charset="-122"/>
              </a:rPr>
              <a:t>AVX-512</a:t>
            </a:r>
            <a:r>
              <a:rPr kumimoji="1" lang="zh-CN" altLang="en-US" sz="1800" b="1" dirty="0">
                <a:solidFill>
                  <a:schemeClr val="tx1"/>
                </a:solidFill>
                <a:latin typeface="微软雅黑" panose="020B0503020204020204" pitchFamily="34" charset="-122"/>
                <a:ea typeface="微软雅黑" panose="020B0503020204020204" pitchFamily="34" charset="-122"/>
              </a:rPr>
              <a:t>指令集的并行特征提取算法</a:t>
            </a:r>
            <a:r>
              <a:rPr kumimoji="1" lang="en-US" altLang="zh-CN" sz="1800" b="1" dirty="0">
                <a:solidFill>
                  <a:schemeClr val="tx1"/>
                </a:solidFill>
                <a:latin typeface="微软雅黑" panose="020B0503020204020204" pitchFamily="34" charset="-122"/>
                <a:ea typeface="微软雅黑" panose="020B0503020204020204" pitchFamily="34" charset="-122"/>
              </a:rPr>
              <a:t>PFE</a:t>
            </a:r>
            <a:r>
              <a:rPr kumimoji="1" lang="zh-CN" altLang="en-US" sz="1800" dirty="0">
                <a:solidFill>
                  <a:schemeClr val="tx1"/>
                </a:solidFill>
                <a:latin typeface="微软雅黑" panose="020B0503020204020204" pitchFamily="34" charset="-122"/>
                <a:ea typeface="微软雅黑" panose="020B0503020204020204" pitchFamily="34" charset="-122"/>
              </a:rPr>
              <a:t>，主要分为五个步骤</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第一步：计算数据块各个并行子区域的范围</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3.1.2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4" name="矩形 23">
            <a:extLst>
              <a:ext uri="{FF2B5EF4-FFF2-40B4-BE49-F238E27FC236}">
                <a16:creationId xmlns:a16="http://schemas.microsoft.com/office/drawing/2014/main" id="{E1AB0AD4-546F-1E48-776D-20F18B3060D9}"/>
              </a:ext>
            </a:extLst>
          </p:cNvPr>
          <p:cNvSpPr/>
          <p:nvPr/>
        </p:nvSpPr>
        <p:spPr bwMode="auto">
          <a:xfrm>
            <a:off x="1331640" y="2913132"/>
            <a:ext cx="6480720" cy="248466"/>
          </a:xfrm>
          <a:prstGeom prst="rect">
            <a:avLst/>
          </a:prstGeom>
          <a:solidFill>
            <a:srgbClr val="D9E7FB"/>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5" name="矩形 24">
            <a:extLst>
              <a:ext uri="{FF2B5EF4-FFF2-40B4-BE49-F238E27FC236}">
                <a16:creationId xmlns:a16="http://schemas.microsoft.com/office/drawing/2014/main" id="{06C35949-B197-7399-8BF4-ABE75116E124}"/>
              </a:ext>
            </a:extLst>
          </p:cNvPr>
          <p:cNvSpPr/>
          <p:nvPr/>
        </p:nvSpPr>
        <p:spPr bwMode="auto">
          <a:xfrm>
            <a:off x="2952000" y="3790029"/>
            <a:ext cx="162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26" name="直接连接符 25">
            <a:extLst>
              <a:ext uri="{FF2B5EF4-FFF2-40B4-BE49-F238E27FC236}">
                <a16:creationId xmlns:a16="http://schemas.microsoft.com/office/drawing/2014/main" id="{CD3AC79D-D8C4-1EA4-DD8F-780BDD62402F}"/>
              </a:ext>
            </a:extLst>
          </p:cNvPr>
          <p:cNvCxnSpPr>
            <a:cxnSpLocks/>
          </p:cNvCxnSpPr>
          <p:nvPr/>
        </p:nvCxnSpPr>
        <p:spPr bwMode="auto">
          <a:xfrm flipV="1">
            <a:off x="295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1D242936-0021-5089-A29E-9B1C8721582F}"/>
              </a:ext>
            </a:extLst>
          </p:cNvPr>
          <p:cNvCxnSpPr>
            <a:cxnSpLocks/>
          </p:cNvCxnSpPr>
          <p:nvPr/>
        </p:nvCxnSpPr>
        <p:spPr bwMode="auto">
          <a:xfrm flipV="1">
            <a:off x="133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28" name="矩形 27">
            <a:extLst>
              <a:ext uri="{FF2B5EF4-FFF2-40B4-BE49-F238E27FC236}">
                <a16:creationId xmlns:a16="http://schemas.microsoft.com/office/drawing/2014/main" id="{E3AF136B-5E3A-CC4C-4905-84AFAE3BE143}"/>
              </a:ext>
            </a:extLst>
          </p:cNvPr>
          <p:cNvSpPr/>
          <p:nvPr/>
        </p:nvSpPr>
        <p:spPr bwMode="auto">
          <a:xfrm>
            <a:off x="1331640" y="3356993"/>
            <a:ext cx="162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29" name="直接连接符 28">
            <a:extLst>
              <a:ext uri="{FF2B5EF4-FFF2-40B4-BE49-F238E27FC236}">
                <a16:creationId xmlns:a16="http://schemas.microsoft.com/office/drawing/2014/main" id="{D107B104-74AE-495D-394D-CB16BB864F53}"/>
              </a:ext>
            </a:extLst>
          </p:cNvPr>
          <p:cNvCxnSpPr>
            <a:cxnSpLocks/>
          </p:cNvCxnSpPr>
          <p:nvPr/>
        </p:nvCxnSpPr>
        <p:spPr bwMode="auto">
          <a:xfrm flipV="1">
            <a:off x="7812360" y="2852936"/>
            <a:ext cx="0" cy="2304256"/>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DDE1F80C-2AE5-ED7C-54A6-E24E0D83902F}"/>
              </a:ext>
            </a:extLst>
          </p:cNvPr>
          <p:cNvCxnSpPr>
            <a:cxnSpLocks/>
          </p:cNvCxnSpPr>
          <p:nvPr/>
        </p:nvCxnSpPr>
        <p:spPr bwMode="auto">
          <a:xfrm flipV="1">
            <a:off x="6194632"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31" name="直接连接符 30">
            <a:extLst>
              <a:ext uri="{FF2B5EF4-FFF2-40B4-BE49-F238E27FC236}">
                <a16:creationId xmlns:a16="http://schemas.microsoft.com/office/drawing/2014/main" id="{E8FC8219-DD55-0BB4-D6AA-56A790759D21}"/>
              </a:ext>
            </a:extLst>
          </p:cNvPr>
          <p:cNvCxnSpPr>
            <a:cxnSpLocks/>
          </p:cNvCxnSpPr>
          <p:nvPr/>
        </p:nvCxnSpPr>
        <p:spPr bwMode="auto">
          <a:xfrm flipV="1">
            <a:off x="457200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32" name="矩形 31">
            <a:extLst>
              <a:ext uri="{FF2B5EF4-FFF2-40B4-BE49-F238E27FC236}">
                <a16:creationId xmlns:a16="http://schemas.microsoft.com/office/drawing/2014/main" id="{C2D1DF1F-EAF0-0D9E-738C-147878DA1985}"/>
              </a:ext>
            </a:extLst>
          </p:cNvPr>
          <p:cNvSpPr/>
          <p:nvPr/>
        </p:nvSpPr>
        <p:spPr bwMode="auto">
          <a:xfrm>
            <a:off x="4567436" y="4221089"/>
            <a:ext cx="162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3" name="矩形 32">
            <a:extLst>
              <a:ext uri="{FF2B5EF4-FFF2-40B4-BE49-F238E27FC236}">
                <a16:creationId xmlns:a16="http://schemas.microsoft.com/office/drawing/2014/main" id="{C4344E1D-8F44-6541-F736-4B11FD0351EC}"/>
              </a:ext>
            </a:extLst>
          </p:cNvPr>
          <p:cNvSpPr/>
          <p:nvPr/>
        </p:nvSpPr>
        <p:spPr bwMode="auto">
          <a:xfrm>
            <a:off x="6194632" y="4653136"/>
            <a:ext cx="1620000" cy="248466"/>
          </a:xfrm>
          <a:prstGeom prst="rect">
            <a:avLst/>
          </a:prstGeom>
          <a:solidFill>
            <a:srgbClr val="FFC0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4" name="矩形 33">
            <a:extLst>
              <a:ext uri="{FF2B5EF4-FFF2-40B4-BE49-F238E27FC236}">
                <a16:creationId xmlns:a16="http://schemas.microsoft.com/office/drawing/2014/main" id="{6CB9BD96-6E86-8ACE-77E0-1FB9E3F48D85}"/>
              </a:ext>
            </a:extLst>
          </p:cNvPr>
          <p:cNvSpPr/>
          <p:nvPr/>
        </p:nvSpPr>
        <p:spPr bwMode="auto">
          <a:xfrm>
            <a:off x="2949368" y="3790029"/>
            <a:ext cx="360000" cy="248466"/>
          </a:xfrm>
          <a:prstGeom prst="rect">
            <a:avLst/>
          </a:prstGeom>
          <a:solidFill>
            <a:srgbClr val="FF0000"/>
          </a:solidFill>
          <a:ln w="12700">
            <a:no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8" name="矩形 17">
            <a:extLst>
              <a:ext uri="{FF2B5EF4-FFF2-40B4-BE49-F238E27FC236}">
                <a16:creationId xmlns:a16="http://schemas.microsoft.com/office/drawing/2014/main" id="{15073C7C-7F23-3757-38B5-B7105C0E9654}"/>
              </a:ext>
            </a:extLst>
          </p:cNvPr>
          <p:cNvSpPr/>
          <p:nvPr/>
        </p:nvSpPr>
        <p:spPr bwMode="auto">
          <a:xfrm>
            <a:off x="4560240" y="4221089"/>
            <a:ext cx="360000" cy="248466"/>
          </a:xfrm>
          <a:prstGeom prst="rect">
            <a:avLst/>
          </a:prstGeom>
          <a:solidFill>
            <a:srgbClr val="FF0000"/>
          </a:solidFill>
          <a:ln w="12700">
            <a:no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9" name="矩形 18">
            <a:extLst>
              <a:ext uri="{FF2B5EF4-FFF2-40B4-BE49-F238E27FC236}">
                <a16:creationId xmlns:a16="http://schemas.microsoft.com/office/drawing/2014/main" id="{6ABEA619-43A3-1581-082E-9955DD8C0AA0}"/>
              </a:ext>
            </a:extLst>
          </p:cNvPr>
          <p:cNvSpPr/>
          <p:nvPr/>
        </p:nvSpPr>
        <p:spPr bwMode="auto">
          <a:xfrm>
            <a:off x="6171112" y="4652149"/>
            <a:ext cx="360000" cy="248466"/>
          </a:xfrm>
          <a:prstGeom prst="rect">
            <a:avLst/>
          </a:prstGeom>
          <a:solidFill>
            <a:srgbClr val="FF0000"/>
          </a:solidFill>
          <a:ln w="12700">
            <a:no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0" name="文本框 19">
            <a:extLst>
              <a:ext uri="{FF2B5EF4-FFF2-40B4-BE49-F238E27FC236}">
                <a16:creationId xmlns:a16="http://schemas.microsoft.com/office/drawing/2014/main" id="{79651E0D-EE74-4F39-EA13-16AA5864302F}"/>
              </a:ext>
            </a:extLst>
          </p:cNvPr>
          <p:cNvSpPr txBox="1"/>
          <p:nvPr/>
        </p:nvSpPr>
        <p:spPr>
          <a:xfrm>
            <a:off x="724418" y="5434913"/>
            <a:ext cx="7880030" cy="874407"/>
          </a:xfrm>
          <a:prstGeom prst="rect">
            <a:avLst/>
          </a:prstGeom>
          <a:noFill/>
        </p:spPr>
        <p:txBody>
          <a:bodyPr wrap="square">
            <a:spAutoFit/>
          </a:bodyPr>
          <a:lstStyle/>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问题</a:t>
            </a:r>
            <a:r>
              <a:rPr kumimoji="1" lang="zh-CN" altLang="en-US" sz="1800" dirty="0">
                <a:solidFill>
                  <a:schemeClr val="tx1"/>
                </a:solidFill>
                <a:latin typeface="微软雅黑" panose="020B0503020204020204" pitchFamily="34" charset="-122"/>
                <a:ea typeface="微软雅黑" panose="020B0503020204020204" pitchFamily="34" charset="-122"/>
              </a:rPr>
              <a:t>：相比于串行的计算方式，先平均分块再并行计算各子块指纹集合的方式会导致当前数据块的指纹集合中的</a:t>
            </a:r>
            <a:r>
              <a:rPr kumimoji="1" lang="en-US" altLang="zh-CN" sz="1800" dirty="0">
                <a:solidFill>
                  <a:srgbClr val="FF0000"/>
                </a:solidFill>
                <a:latin typeface="微软雅黑" panose="020B0503020204020204" pitchFamily="34" charset="-122"/>
                <a:ea typeface="微软雅黑" panose="020B0503020204020204" pitchFamily="34" charset="-122"/>
              </a:rPr>
              <a:t>(N-1)*(W-1)</a:t>
            </a:r>
            <a:r>
              <a:rPr kumimoji="1" lang="zh-CN" altLang="en-US" sz="1800" dirty="0">
                <a:solidFill>
                  <a:schemeClr val="tx1"/>
                </a:solidFill>
                <a:latin typeface="微软雅黑" panose="020B0503020204020204" pitchFamily="34" charset="-122"/>
                <a:ea typeface="微软雅黑" panose="020B0503020204020204" pitchFamily="34" charset="-122"/>
              </a:rPr>
              <a:t>个</a:t>
            </a:r>
            <a:r>
              <a:rPr kumimoji="1" lang="en-US" altLang="zh-CN" sz="1800" dirty="0">
                <a:solidFill>
                  <a:schemeClr val="tx1"/>
                </a:solidFill>
                <a:latin typeface="微软雅黑" panose="020B0503020204020204" pitchFamily="34" charset="-122"/>
                <a:ea typeface="微软雅黑" panose="020B0503020204020204" pitchFamily="34" charset="-122"/>
              </a:rPr>
              <a:t>Rabin</a:t>
            </a:r>
            <a:r>
              <a:rPr kumimoji="1" lang="zh-CN" altLang="en-US" sz="1800" dirty="0">
                <a:solidFill>
                  <a:schemeClr val="tx1"/>
                </a:solidFill>
                <a:latin typeface="微软雅黑" panose="020B0503020204020204" pitchFamily="34" charset="-122"/>
                <a:ea typeface="微软雅黑" panose="020B0503020204020204" pitchFamily="34" charset="-122"/>
              </a:rPr>
              <a:t>指纹出现错误。</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62719C44-A032-FD36-0835-A1310D50FAA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9</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2855925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18" grpId="0" animBg="1"/>
      <p:bldP spid="19" grpId="0" animBg="1"/>
      <p:bldP spid="2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3.1.2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4" name="矩形 23">
            <a:extLst>
              <a:ext uri="{FF2B5EF4-FFF2-40B4-BE49-F238E27FC236}">
                <a16:creationId xmlns:a16="http://schemas.microsoft.com/office/drawing/2014/main" id="{E1AB0AD4-546F-1E48-776D-20F18B3060D9}"/>
              </a:ext>
            </a:extLst>
          </p:cNvPr>
          <p:cNvSpPr/>
          <p:nvPr/>
        </p:nvSpPr>
        <p:spPr bwMode="auto">
          <a:xfrm>
            <a:off x="1331640" y="2913132"/>
            <a:ext cx="6480720" cy="248466"/>
          </a:xfrm>
          <a:prstGeom prst="rect">
            <a:avLst/>
          </a:prstGeom>
          <a:solidFill>
            <a:srgbClr val="D9E7FB"/>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5" name="矩形 24">
            <a:extLst>
              <a:ext uri="{FF2B5EF4-FFF2-40B4-BE49-F238E27FC236}">
                <a16:creationId xmlns:a16="http://schemas.microsoft.com/office/drawing/2014/main" id="{06C35949-B197-7399-8BF4-ABE75116E124}"/>
              </a:ext>
            </a:extLst>
          </p:cNvPr>
          <p:cNvSpPr/>
          <p:nvPr/>
        </p:nvSpPr>
        <p:spPr bwMode="auto">
          <a:xfrm>
            <a:off x="2952000" y="3790029"/>
            <a:ext cx="162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26" name="直接连接符 25">
            <a:extLst>
              <a:ext uri="{FF2B5EF4-FFF2-40B4-BE49-F238E27FC236}">
                <a16:creationId xmlns:a16="http://schemas.microsoft.com/office/drawing/2014/main" id="{CD3AC79D-D8C4-1EA4-DD8F-780BDD62402F}"/>
              </a:ext>
            </a:extLst>
          </p:cNvPr>
          <p:cNvCxnSpPr>
            <a:cxnSpLocks/>
          </p:cNvCxnSpPr>
          <p:nvPr/>
        </p:nvCxnSpPr>
        <p:spPr bwMode="auto">
          <a:xfrm flipV="1">
            <a:off x="295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1D242936-0021-5089-A29E-9B1C8721582F}"/>
              </a:ext>
            </a:extLst>
          </p:cNvPr>
          <p:cNvCxnSpPr>
            <a:cxnSpLocks/>
          </p:cNvCxnSpPr>
          <p:nvPr/>
        </p:nvCxnSpPr>
        <p:spPr bwMode="auto">
          <a:xfrm flipV="1">
            <a:off x="133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28" name="矩形 27">
            <a:extLst>
              <a:ext uri="{FF2B5EF4-FFF2-40B4-BE49-F238E27FC236}">
                <a16:creationId xmlns:a16="http://schemas.microsoft.com/office/drawing/2014/main" id="{E3AF136B-5E3A-CC4C-4905-84AFAE3BE143}"/>
              </a:ext>
            </a:extLst>
          </p:cNvPr>
          <p:cNvSpPr/>
          <p:nvPr/>
        </p:nvSpPr>
        <p:spPr bwMode="auto">
          <a:xfrm>
            <a:off x="1331640" y="3356993"/>
            <a:ext cx="162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29" name="直接连接符 28">
            <a:extLst>
              <a:ext uri="{FF2B5EF4-FFF2-40B4-BE49-F238E27FC236}">
                <a16:creationId xmlns:a16="http://schemas.microsoft.com/office/drawing/2014/main" id="{D107B104-74AE-495D-394D-CB16BB864F53}"/>
              </a:ext>
            </a:extLst>
          </p:cNvPr>
          <p:cNvCxnSpPr>
            <a:cxnSpLocks/>
          </p:cNvCxnSpPr>
          <p:nvPr/>
        </p:nvCxnSpPr>
        <p:spPr bwMode="auto">
          <a:xfrm flipV="1">
            <a:off x="7812360" y="2852936"/>
            <a:ext cx="0" cy="2304256"/>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DDE1F80C-2AE5-ED7C-54A6-E24E0D83902F}"/>
              </a:ext>
            </a:extLst>
          </p:cNvPr>
          <p:cNvCxnSpPr>
            <a:cxnSpLocks/>
          </p:cNvCxnSpPr>
          <p:nvPr/>
        </p:nvCxnSpPr>
        <p:spPr bwMode="auto">
          <a:xfrm flipV="1">
            <a:off x="6194632"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31" name="直接连接符 30">
            <a:extLst>
              <a:ext uri="{FF2B5EF4-FFF2-40B4-BE49-F238E27FC236}">
                <a16:creationId xmlns:a16="http://schemas.microsoft.com/office/drawing/2014/main" id="{E8FC8219-DD55-0BB4-D6AA-56A790759D21}"/>
              </a:ext>
            </a:extLst>
          </p:cNvPr>
          <p:cNvCxnSpPr>
            <a:cxnSpLocks/>
          </p:cNvCxnSpPr>
          <p:nvPr/>
        </p:nvCxnSpPr>
        <p:spPr bwMode="auto">
          <a:xfrm flipV="1">
            <a:off x="457200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32" name="矩形 31">
            <a:extLst>
              <a:ext uri="{FF2B5EF4-FFF2-40B4-BE49-F238E27FC236}">
                <a16:creationId xmlns:a16="http://schemas.microsoft.com/office/drawing/2014/main" id="{C2D1DF1F-EAF0-0D9E-738C-147878DA1985}"/>
              </a:ext>
            </a:extLst>
          </p:cNvPr>
          <p:cNvSpPr/>
          <p:nvPr/>
        </p:nvSpPr>
        <p:spPr bwMode="auto">
          <a:xfrm>
            <a:off x="4567436" y="4221089"/>
            <a:ext cx="162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3" name="矩形 32">
            <a:extLst>
              <a:ext uri="{FF2B5EF4-FFF2-40B4-BE49-F238E27FC236}">
                <a16:creationId xmlns:a16="http://schemas.microsoft.com/office/drawing/2014/main" id="{C4344E1D-8F44-6541-F736-4B11FD0351EC}"/>
              </a:ext>
            </a:extLst>
          </p:cNvPr>
          <p:cNvSpPr/>
          <p:nvPr/>
        </p:nvSpPr>
        <p:spPr bwMode="auto">
          <a:xfrm>
            <a:off x="6194632" y="4653136"/>
            <a:ext cx="1620000" cy="248466"/>
          </a:xfrm>
          <a:prstGeom prst="rect">
            <a:avLst/>
          </a:prstGeom>
          <a:solidFill>
            <a:srgbClr val="FFC0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4" name="矩形 33">
            <a:extLst>
              <a:ext uri="{FF2B5EF4-FFF2-40B4-BE49-F238E27FC236}">
                <a16:creationId xmlns:a16="http://schemas.microsoft.com/office/drawing/2014/main" id="{6CB9BD96-6E86-8ACE-77E0-1FB9E3F48D85}"/>
              </a:ext>
            </a:extLst>
          </p:cNvPr>
          <p:cNvSpPr/>
          <p:nvPr/>
        </p:nvSpPr>
        <p:spPr bwMode="auto">
          <a:xfrm>
            <a:off x="2951640" y="3356992"/>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5" name="矩形 34">
            <a:extLst>
              <a:ext uri="{FF2B5EF4-FFF2-40B4-BE49-F238E27FC236}">
                <a16:creationId xmlns:a16="http://schemas.microsoft.com/office/drawing/2014/main" id="{EA59D090-0A15-1837-3CA3-1CBA3F7D45FD}"/>
              </a:ext>
            </a:extLst>
          </p:cNvPr>
          <p:cNvSpPr/>
          <p:nvPr/>
        </p:nvSpPr>
        <p:spPr bwMode="auto">
          <a:xfrm>
            <a:off x="2596205" y="3790029"/>
            <a:ext cx="36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6" name="矩形 35">
            <a:extLst>
              <a:ext uri="{FF2B5EF4-FFF2-40B4-BE49-F238E27FC236}">
                <a16:creationId xmlns:a16="http://schemas.microsoft.com/office/drawing/2014/main" id="{3DB9A55A-4017-78BA-AE6E-D65F17CEE402}"/>
              </a:ext>
            </a:extLst>
          </p:cNvPr>
          <p:cNvSpPr/>
          <p:nvPr/>
        </p:nvSpPr>
        <p:spPr bwMode="auto">
          <a:xfrm>
            <a:off x="4202512" y="4221089"/>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7" name="矩形 36">
            <a:extLst>
              <a:ext uri="{FF2B5EF4-FFF2-40B4-BE49-F238E27FC236}">
                <a16:creationId xmlns:a16="http://schemas.microsoft.com/office/drawing/2014/main" id="{BE403773-97D1-8562-A8A9-BE96E31FD6DE}"/>
              </a:ext>
            </a:extLst>
          </p:cNvPr>
          <p:cNvSpPr/>
          <p:nvPr/>
        </p:nvSpPr>
        <p:spPr bwMode="auto">
          <a:xfrm>
            <a:off x="5832361" y="4653136"/>
            <a:ext cx="36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9" name="文本框 18">
            <a:extLst>
              <a:ext uri="{FF2B5EF4-FFF2-40B4-BE49-F238E27FC236}">
                <a16:creationId xmlns:a16="http://schemas.microsoft.com/office/drawing/2014/main" id="{300D71D0-6678-27EE-D333-CD3B0D0B8069}"/>
              </a:ext>
            </a:extLst>
          </p:cNvPr>
          <p:cNvSpPr txBox="1"/>
          <p:nvPr/>
        </p:nvSpPr>
        <p:spPr>
          <a:xfrm>
            <a:off x="724418" y="5434913"/>
            <a:ext cx="7880030" cy="874407"/>
          </a:xfrm>
          <a:prstGeom prst="rect">
            <a:avLst/>
          </a:prstGeom>
          <a:noFill/>
        </p:spPr>
        <p:txBody>
          <a:bodyPr wrap="square">
            <a:spAutoFit/>
          </a:bodyPr>
          <a:lstStyle/>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解决方法</a:t>
            </a:r>
            <a:r>
              <a:rPr kumimoji="1" lang="zh-CN" altLang="en-US" sz="1800" dirty="0">
                <a:solidFill>
                  <a:schemeClr val="tx1"/>
                </a:solidFill>
                <a:latin typeface="微软雅黑" panose="020B0503020204020204" pitchFamily="34" charset="-122"/>
                <a:ea typeface="微软雅黑" panose="020B0503020204020204" pitchFamily="34" charset="-122"/>
              </a:rPr>
              <a:t>：除第一个子块</a:t>
            </a:r>
            <a:r>
              <a:rPr kumimoji="1" lang="zh-CN" altLang="en-US" sz="1800">
                <a:solidFill>
                  <a:schemeClr val="tx1"/>
                </a:solidFill>
                <a:latin typeface="微软雅黑" panose="020B0503020204020204" pitchFamily="34" charset="-122"/>
                <a:ea typeface="微软雅黑" panose="020B0503020204020204" pitchFamily="34" charset="-122"/>
              </a:rPr>
              <a:t>外，令每</a:t>
            </a:r>
            <a:r>
              <a:rPr kumimoji="1" lang="zh-CN" altLang="en-US" sz="1800" dirty="0">
                <a:solidFill>
                  <a:schemeClr val="tx1"/>
                </a:solidFill>
                <a:latin typeface="微软雅黑" panose="020B0503020204020204" pitchFamily="34" charset="-122"/>
                <a:ea typeface="微软雅黑" panose="020B0503020204020204" pitchFamily="34" charset="-122"/>
              </a:rPr>
              <a:t>对相邻的子块之间</a:t>
            </a:r>
            <a:r>
              <a:rPr kumimoji="1" lang="zh-CN" altLang="en-US" sz="1800">
                <a:solidFill>
                  <a:schemeClr val="tx1"/>
                </a:solidFill>
                <a:latin typeface="微软雅黑" panose="020B0503020204020204" pitchFamily="34" charset="-122"/>
                <a:ea typeface="微软雅黑" panose="020B0503020204020204" pitchFamily="34" charset="-122"/>
              </a:rPr>
              <a:t>都存在</a:t>
            </a:r>
            <a:r>
              <a:rPr kumimoji="1" lang="en-US" altLang="zh-CN" sz="1800" dirty="0">
                <a:solidFill>
                  <a:srgbClr val="FF0000"/>
                </a:solidFill>
                <a:latin typeface="微软雅黑" panose="020B0503020204020204" pitchFamily="34" charset="-122"/>
                <a:ea typeface="微软雅黑" panose="020B0503020204020204" pitchFamily="34" charset="-122"/>
              </a:rPr>
              <a:t>W-1</a:t>
            </a:r>
            <a:r>
              <a:rPr kumimoji="1" lang="zh-CN" altLang="en-US" sz="1800" dirty="0">
                <a:solidFill>
                  <a:srgbClr val="FF0000"/>
                </a:solidFill>
                <a:latin typeface="微软雅黑" panose="020B0503020204020204" pitchFamily="34" charset="-122"/>
                <a:ea typeface="微软雅黑" panose="020B0503020204020204" pitchFamily="34" charset="-122"/>
              </a:rPr>
              <a:t>个字节的重叠区域</a:t>
            </a:r>
            <a:r>
              <a:rPr kumimoji="1" lang="zh-CN" altLang="en-US" sz="1800" dirty="0">
                <a:solidFill>
                  <a:schemeClr val="tx1"/>
                </a:solidFill>
                <a:latin typeface="微软雅黑" panose="020B0503020204020204" pitchFamily="34" charset="-122"/>
                <a:ea typeface="微软雅黑" panose="020B0503020204020204" pitchFamily="34" charset="-122"/>
              </a:rPr>
              <a:t>。通过多计算</a:t>
            </a:r>
            <a:r>
              <a:rPr kumimoji="1" lang="en-US" altLang="zh-CN" sz="1800" dirty="0">
                <a:solidFill>
                  <a:srgbClr val="FF0000"/>
                </a:solidFill>
                <a:latin typeface="微软雅黑" panose="020B0503020204020204" pitchFamily="34" charset="-122"/>
                <a:ea typeface="微软雅黑" panose="020B0503020204020204" pitchFamily="34" charset="-122"/>
              </a:rPr>
              <a:t>N*(W-1)</a:t>
            </a:r>
            <a:r>
              <a:rPr kumimoji="1" lang="zh-CN" altLang="en-US" sz="1800" dirty="0">
                <a:solidFill>
                  <a:schemeClr val="tx1"/>
                </a:solidFill>
                <a:latin typeface="微软雅黑" panose="020B0503020204020204" pitchFamily="34" charset="-122"/>
                <a:ea typeface="微软雅黑" panose="020B0503020204020204" pitchFamily="34" charset="-122"/>
              </a:rPr>
              <a:t>个</a:t>
            </a:r>
            <a:r>
              <a:rPr kumimoji="1" lang="en-US" altLang="zh-CN" sz="1800" dirty="0">
                <a:solidFill>
                  <a:schemeClr val="tx1"/>
                </a:solidFill>
                <a:latin typeface="微软雅黑" panose="020B0503020204020204" pitchFamily="34" charset="-122"/>
                <a:ea typeface="微软雅黑" panose="020B0503020204020204" pitchFamily="34" charset="-122"/>
              </a:rPr>
              <a:t>Rabin</a:t>
            </a:r>
            <a:r>
              <a:rPr kumimoji="1" lang="zh-CN" altLang="en-US" sz="1800" dirty="0">
                <a:solidFill>
                  <a:schemeClr val="tx1"/>
                </a:solidFill>
                <a:latin typeface="微软雅黑" panose="020B0503020204020204" pitchFamily="34" charset="-122"/>
                <a:ea typeface="微软雅黑" panose="020B0503020204020204" pitchFamily="34" charset="-122"/>
              </a:rPr>
              <a:t>指纹，保证了特征提取结果的</a:t>
            </a:r>
            <a:r>
              <a:rPr kumimoji="1" lang="zh-CN" altLang="en-US" sz="1800" dirty="0">
                <a:solidFill>
                  <a:srgbClr val="FF0000"/>
                </a:solidFill>
                <a:latin typeface="微软雅黑" panose="020B0503020204020204" pitchFamily="34" charset="-122"/>
                <a:ea typeface="微软雅黑" panose="020B0503020204020204" pitchFamily="34" charset="-122"/>
              </a:rPr>
              <a:t>不变性</a:t>
            </a:r>
            <a:endParaRPr kumimoji="1" lang="en-US" altLang="zh-CN" sz="1800" dirty="0">
              <a:solidFill>
                <a:srgbClr val="FF0000"/>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BBBD4436-6BB4-293F-D73D-A648D161BF24}"/>
              </a:ext>
            </a:extLst>
          </p:cNvPr>
          <p:cNvSpPr/>
          <p:nvPr/>
        </p:nvSpPr>
        <p:spPr>
          <a:xfrm>
            <a:off x="541573" y="1916832"/>
            <a:ext cx="8062875" cy="874407"/>
          </a:xfrm>
          <a:prstGeom prst="rect">
            <a:avLst/>
          </a:prstGeom>
        </p:spPr>
        <p:txBody>
          <a:bodyPr wrap="square">
            <a:spAutoFit/>
          </a:bodyPr>
          <a:lstStyle/>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基于</a:t>
            </a:r>
            <a:r>
              <a:rPr kumimoji="1" lang="en-US" altLang="zh-CN" sz="1800" b="1" dirty="0">
                <a:solidFill>
                  <a:schemeClr val="tx1"/>
                </a:solidFill>
                <a:latin typeface="微软雅黑" panose="020B0503020204020204" pitchFamily="34" charset="-122"/>
                <a:ea typeface="微软雅黑" panose="020B0503020204020204" pitchFamily="34" charset="-122"/>
              </a:rPr>
              <a:t>AVX-512</a:t>
            </a:r>
            <a:r>
              <a:rPr kumimoji="1" lang="zh-CN" altLang="en-US" sz="1800" b="1" dirty="0">
                <a:solidFill>
                  <a:schemeClr val="tx1"/>
                </a:solidFill>
                <a:latin typeface="微软雅黑" panose="020B0503020204020204" pitchFamily="34" charset="-122"/>
                <a:ea typeface="微软雅黑" panose="020B0503020204020204" pitchFamily="34" charset="-122"/>
              </a:rPr>
              <a:t>指令集的并行特征提取算法</a:t>
            </a:r>
            <a:r>
              <a:rPr kumimoji="1" lang="en-US" altLang="zh-CN" sz="1800" b="1" dirty="0">
                <a:solidFill>
                  <a:schemeClr val="tx1"/>
                </a:solidFill>
                <a:latin typeface="微软雅黑" panose="020B0503020204020204" pitchFamily="34" charset="-122"/>
                <a:ea typeface="微软雅黑" panose="020B0503020204020204" pitchFamily="34" charset="-122"/>
              </a:rPr>
              <a:t>PFE</a:t>
            </a:r>
            <a:r>
              <a:rPr kumimoji="1" lang="zh-CN" altLang="en-US" sz="1800" dirty="0">
                <a:solidFill>
                  <a:schemeClr val="tx1"/>
                </a:solidFill>
                <a:latin typeface="微软雅黑" panose="020B0503020204020204" pitchFamily="34" charset="-122"/>
                <a:ea typeface="微软雅黑" panose="020B0503020204020204" pitchFamily="34" charset="-122"/>
              </a:rPr>
              <a:t>，主要分为五个步骤</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第一步：计算数据块各个并行子区域的范围</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25A1B020-E9F2-0D02-720C-08ABAEA51EB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10</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3903193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874407"/>
          </a:xfrm>
          <a:prstGeom prst="rect">
            <a:avLst/>
          </a:prstGeom>
        </p:spPr>
        <p:txBody>
          <a:bodyPr wrap="square">
            <a:spAutoFit/>
          </a:bodyPr>
          <a:lstStyle/>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基于</a:t>
            </a:r>
            <a:r>
              <a:rPr kumimoji="1" lang="en-US" altLang="zh-CN" sz="1800" b="1" dirty="0">
                <a:solidFill>
                  <a:schemeClr val="tx1"/>
                </a:solidFill>
                <a:latin typeface="微软雅黑" panose="020B0503020204020204" pitchFamily="34" charset="-122"/>
                <a:ea typeface="微软雅黑" panose="020B0503020204020204" pitchFamily="34" charset="-122"/>
              </a:rPr>
              <a:t>AVX-512</a:t>
            </a:r>
            <a:r>
              <a:rPr kumimoji="1" lang="zh-CN" altLang="en-US" sz="1800" b="1" dirty="0">
                <a:solidFill>
                  <a:schemeClr val="tx1"/>
                </a:solidFill>
                <a:latin typeface="微软雅黑" panose="020B0503020204020204" pitchFamily="34" charset="-122"/>
                <a:ea typeface="微软雅黑" panose="020B0503020204020204" pitchFamily="34" charset="-122"/>
              </a:rPr>
              <a:t>指令集的并行特征提取算法</a:t>
            </a:r>
            <a:r>
              <a:rPr kumimoji="1" lang="en-US" altLang="zh-CN" sz="1800" b="1" dirty="0">
                <a:solidFill>
                  <a:schemeClr val="tx1"/>
                </a:solidFill>
                <a:latin typeface="微软雅黑" panose="020B0503020204020204" pitchFamily="34" charset="-122"/>
                <a:ea typeface="微软雅黑" panose="020B0503020204020204" pitchFamily="34" charset="-122"/>
              </a:rPr>
              <a:t>PFE</a:t>
            </a:r>
            <a:r>
              <a:rPr kumimoji="1" lang="zh-CN" altLang="en-US" sz="1800" dirty="0">
                <a:solidFill>
                  <a:schemeClr val="tx1"/>
                </a:solidFill>
                <a:latin typeface="微软雅黑" panose="020B0503020204020204" pitchFamily="34" charset="-122"/>
                <a:ea typeface="微软雅黑" panose="020B0503020204020204" pitchFamily="34" charset="-122"/>
              </a:rPr>
              <a:t>，主要分为五个步骤</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第二步：读取各个子区域的数据到向量寄存器中</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49" name="矩形 48">
            <a:extLst>
              <a:ext uri="{FF2B5EF4-FFF2-40B4-BE49-F238E27FC236}">
                <a16:creationId xmlns:a16="http://schemas.microsoft.com/office/drawing/2014/main" id="{75E6A436-5C14-C67E-7EDA-62650F5557EF}"/>
              </a:ext>
            </a:extLst>
          </p:cNvPr>
          <p:cNvSpPr/>
          <p:nvPr/>
        </p:nvSpPr>
        <p:spPr bwMode="auto">
          <a:xfrm>
            <a:off x="1331640" y="2913132"/>
            <a:ext cx="6480720" cy="248466"/>
          </a:xfrm>
          <a:prstGeom prst="rect">
            <a:avLst/>
          </a:prstGeom>
          <a:solidFill>
            <a:srgbClr val="D9E7FB"/>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50" name="矩形 49">
            <a:extLst>
              <a:ext uri="{FF2B5EF4-FFF2-40B4-BE49-F238E27FC236}">
                <a16:creationId xmlns:a16="http://schemas.microsoft.com/office/drawing/2014/main" id="{CE517A91-C96C-42BE-DF75-C1D01E111AC2}"/>
              </a:ext>
            </a:extLst>
          </p:cNvPr>
          <p:cNvSpPr/>
          <p:nvPr/>
        </p:nvSpPr>
        <p:spPr bwMode="auto">
          <a:xfrm>
            <a:off x="2952000" y="3790029"/>
            <a:ext cx="162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51" name="直接连接符 50">
            <a:extLst>
              <a:ext uri="{FF2B5EF4-FFF2-40B4-BE49-F238E27FC236}">
                <a16:creationId xmlns:a16="http://schemas.microsoft.com/office/drawing/2014/main" id="{F137E4FD-D3D3-8658-4A1C-C94D70A8F914}"/>
              </a:ext>
            </a:extLst>
          </p:cNvPr>
          <p:cNvCxnSpPr>
            <a:cxnSpLocks/>
          </p:cNvCxnSpPr>
          <p:nvPr/>
        </p:nvCxnSpPr>
        <p:spPr bwMode="auto">
          <a:xfrm flipV="1">
            <a:off x="295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52" name="直接连接符 51">
            <a:extLst>
              <a:ext uri="{FF2B5EF4-FFF2-40B4-BE49-F238E27FC236}">
                <a16:creationId xmlns:a16="http://schemas.microsoft.com/office/drawing/2014/main" id="{1D3817E8-E2A2-07E0-A915-75247A7E8F2C}"/>
              </a:ext>
            </a:extLst>
          </p:cNvPr>
          <p:cNvCxnSpPr>
            <a:cxnSpLocks/>
          </p:cNvCxnSpPr>
          <p:nvPr/>
        </p:nvCxnSpPr>
        <p:spPr bwMode="auto">
          <a:xfrm flipV="1">
            <a:off x="133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53" name="矩形 52">
            <a:extLst>
              <a:ext uri="{FF2B5EF4-FFF2-40B4-BE49-F238E27FC236}">
                <a16:creationId xmlns:a16="http://schemas.microsoft.com/office/drawing/2014/main" id="{5BA3A25A-D363-5728-4073-8280A979B8E2}"/>
              </a:ext>
            </a:extLst>
          </p:cNvPr>
          <p:cNvSpPr/>
          <p:nvPr/>
        </p:nvSpPr>
        <p:spPr bwMode="auto">
          <a:xfrm>
            <a:off x="1331640" y="3356993"/>
            <a:ext cx="162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54" name="直接连接符 53">
            <a:extLst>
              <a:ext uri="{FF2B5EF4-FFF2-40B4-BE49-F238E27FC236}">
                <a16:creationId xmlns:a16="http://schemas.microsoft.com/office/drawing/2014/main" id="{95155B0B-0C46-1904-A607-AD6DA0A1C040}"/>
              </a:ext>
            </a:extLst>
          </p:cNvPr>
          <p:cNvCxnSpPr>
            <a:cxnSpLocks/>
          </p:cNvCxnSpPr>
          <p:nvPr/>
        </p:nvCxnSpPr>
        <p:spPr bwMode="auto">
          <a:xfrm flipV="1">
            <a:off x="7812360" y="2852936"/>
            <a:ext cx="0" cy="2304256"/>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55" name="直接连接符 54">
            <a:extLst>
              <a:ext uri="{FF2B5EF4-FFF2-40B4-BE49-F238E27FC236}">
                <a16:creationId xmlns:a16="http://schemas.microsoft.com/office/drawing/2014/main" id="{FEC4526E-626B-2B3A-8BC8-1F139B5B7811}"/>
              </a:ext>
            </a:extLst>
          </p:cNvPr>
          <p:cNvCxnSpPr>
            <a:cxnSpLocks/>
          </p:cNvCxnSpPr>
          <p:nvPr/>
        </p:nvCxnSpPr>
        <p:spPr bwMode="auto">
          <a:xfrm flipV="1">
            <a:off x="6194632"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56" name="直接连接符 55">
            <a:extLst>
              <a:ext uri="{FF2B5EF4-FFF2-40B4-BE49-F238E27FC236}">
                <a16:creationId xmlns:a16="http://schemas.microsoft.com/office/drawing/2014/main" id="{7075AC34-DCB4-4B35-3D05-3E59EE0CB215}"/>
              </a:ext>
            </a:extLst>
          </p:cNvPr>
          <p:cNvCxnSpPr>
            <a:cxnSpLocks/>
          </p:cNvCxnSpPr>
          <p:nvPr/>
        </p:nvCxnSpPr>
        <p:spPr bwMode="auto">
          <a:xfrm flipV="1">
            <a:off x="457200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57" name="矩形 56">
            <a:extLst>
              <a:ext uri="{FF2B5EF4-FFF2-40B4-BE49-F238E27FC236}">
                <a16:creationId xmlns:a16="http://schemas.microsoft.com/office/drawing/2014/main" id="{7321C806-2A86-BAF1-6B2C-8A7DBC511EA7}"/>
              </a:ext>
            </a:extLst>
          </p:cNvPr>
          <p:cNvSpPr/>
          <p:nvPr/>
        </p:nvSpPr>
        <p:spPr bwMode="auto">
          <a:xfrm>
            <a:off x="4567436" y="4221089"/>
            <a:ext cx="162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58" name="矩形 57">
            <a:extLst>
              <a:ext uri="{FF2B5EF4-FFF2-40B4-BE49-F238E27FC236}">
                <a16:creationId xmlns:a16="http://schemas.microsoft.com/office/drawing/2014/main" id="{46C5BCF5-1791-2F7D-B3CF-C33F6E528995}"/>
              </a:ext>
            </a:extLst>
          </p:cNvPr>
          <p:cNvSpPr/>
          <p:nvPr/>
        </p:nvSpPr>
        <p:spPr bwMode="auto">
          <a:xfrm>
            <a:off x="6194632" y="4653136"/>
            <a:ext cx="1620000" cy="248466"/>
          </a:xfrm>
          <a:prstGeom prst="rect">
            <a:avLst/>
          </a:prstGeom>
          <a:solidFill>
            <a:srgbClr val="FFC0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59" name="矩形 58">
            <a:extLst>
              <a:ext uri="{FF2B5EF4-FFF2-40B4-BE49-F238E27FC236}">
                <a16:creationId xmlns:a16="http://schemas.microsoft.com/office/drawing/2014/main" id="{52956955-408F-16AA-82E8-C0BE9A96B069}"/>
              </a:ext>
            </a:extLst>
          </p:cNvPr>
          <p:cNvSpPr/>
          <p:nvPr/>
        </p:nvSpPr>
        <p:spPr bwMode="auto">
          <a:xfrm>
            <a:off x="2951640" y="3356992"/>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60" name="矩形 59">
            <a:extLst>
              <a:ext uri="{FF2B5EF4-FFF2-40B4-BE49-F238E27FC236}">
                <a16:creationId xmlns:a16="http://schemas.microsoft.com/office/drawing/2014/main" id="{E448001B-DA0A-D2EE-4A3A-E7A042A696CC}"/>
              </a:ext>
            </a:extLst>
          </p:cNvPr>
          <p:cNvSpPr/>
          <p:nvPr/>
        </p:nvSpPr>
        <p:spPr bwMode="auto">
          <a:xfrm>
            <a:off x="2596205" y="3790029"/>
            <a:ext cx="36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61" name="矩形 60">
            <a:extLst>
              <a:ext uri="{FF2B5EF4-FFF2-40B4-BE49-F238E27FC236}">
                <a16:creationId xmlns:a16="http://schemas.microsoft.com/office/drawing/2014/main" id="{6244537E-E52B-4A3E-BD62-FB9F9F59CB42}"/>
              </a:ext>
            </a:extLst>
          </p:cNvPr>
          <p:cNvSpPr/>
          <p:nvPr/>
        </p:nvSpPr>
        <p:spPr bwMode="auto">
          <a:xfrm>
            <a:off x="4202512" y="4221089"/>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62" name="矩形 61">
            <a:extLst>
              <a:ext uri="{FF2B5EF4-FFF2-40B4-BE49-F238E27FC236}">
                <a16:creationId xmlns:a16="http://schemas.microsoft.com/office/drawing/2014/main" id="{3934676A-FAC6-A395-114C-596C5AD9CD88}"/>
              </a:ext>
            </a:extLst>
          </p:cNvPr>
          <p:cNvSpPr/>
          <p:nvPr/>
        </p:nvSpPr>
        <p:spPr bwMode="auto">
          <a:xfrm>
            <a:off x="5832361" y="4653136"/>
            <a:ext cx="36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63" name="矩形 62">
            <a:extLst>
              <a:ext uri="{FF2B5EF4-FFF2-40B4-BE49-F238E27FC236}">
                <a16:creationId xmlns:a16="http://schemas.microsoft.com/office/drawing/2014/main" id="{8039702A-1FE1-BC74-8DB0-F872E0AE142D}"/>
              </a:ext>
            </a:extLst>
          </p:cNvPr>
          <p:cNvSpPr/>
          <p:nvPr/>
        </p:nvSpPr>
        <p:spPr bwMode="auto">
          <a:xfrm>
            <a:off x="1333912" y="3301225"/>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65" name="矩形 64">
            <a:extLst>
              <a:ext uri="{FF2B5EF4-FFF2-40B4-BE49-F238E27FC236}">
                <a16:creationId xmlns:a16="http://schemas.microsoft.com/office/drawing/2014/main" id="{D986F7E1-E6EA-CD6C-5E04-8FE68141870E}"/>
              </a:ext>
            </a:extLst>
          </p:cNvPr>
          <p:cNvSpPr/>
          <p:nvPr/>
        </p:nvSpPr>
        <p:spPr bwMode="auto">
          <a:xfrm>
            <a:off x="2592001" y="3734262"/>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66" name="矩形 65">
            <a:extLst>
              <a:ext uri="{FF2B5EF4-FFF2-40B4-BE49-F238E27FC236}">
                <a16:creationId xmlns:a16="http://schemas.microsoft.com/office/drawing/2014/main" id="{444F9B8C-7B7E-0EF2-1E43-1BB6D18AE5B3}"/>
              </a:ext>
            </a:extLst>
          </p:cNvPr>
          <p:cNvSpPr/>
          <p:nvPr/>
        </p:nvSpPr>
        <p:spPr bwMode="auto">
          <a:xfrm>
            <a:off x="4202512" y="4165322"/>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67" name="矩形 66">
            <a:extLst>
              <a:ext uri="{FF2B5EF4-FFF2-40B4-BE49-F238E27FC236}">
                <a16:creationId xmlns:a16="http://schemas.microsoft.com/office/drawing/2014/main" id="{DDC81283-D7D3-6995-B7BB-BBCB4BAEDDB9}"/>
              </a:ext>
            </a:extLst>
          </p:cNvPr>
          <p:cNvSpPr/>
          <p:nvPr/>
        </p:nvSpPr>
        <p:spPr bwMode="auto">
          <a:xfrm>
            <a:off x="5832361" y="4594013"/>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2" name="Rectangle 11">
            <a:extLst>
              <a:ext uri="{FF2B5EF4-FFF2-40B4-BE49-F238E27FC236}">
                <a16:creationId xmlns:a16="http://schemas.microsoft.com/office/drawing/2014/main" id="{5B897904-8F04-138F-7CEC-3901CCBD229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3.1.2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3" name="文本框 22">
            <a:extLst>
              <a:ext uri="{FF2B5EF4-FFF2-40B4-BE49-F238E27FC236}">
                <a16:creationId xmlns:a16="http://schemas.microsoft.com/office/drawing/2014/main" id="{B5DC9ECD-048F-6E2F-F342-46791C44ACA7}"/>
              </a:ext>
            </a:extLst>
          </p:cNvPr>
          <p:cNvSpPr txBox="1"/>
          <p:nvPr/>
        </p:nvSpPr>
        <p:spPr>
          <a:xfrm>
            <a:off x="724418" y="5562380"/>
            <a:ext cx="7880030" cy="458908"/>
          </a:xfrm>
          <a:prstGeom prst="rect">
            <a:avLst/>
          </a:prstGeom>
          <a:noFill/>
        </p:spPr>
        <p:txBody>
          <a:bodyPr wrap="square">
            <a:spAutoFit/>
          </a:bodyPr>
          <a:lstStyle/>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滑动窗口初始位于各个子区域的首部</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A67F1EA2-E283-3EB5-EC30-C74C0163853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11</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194784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874407"/>
          </a:xfrm>
          <a:prstGeom prst="rect">
            <a:avLst/>
          </a:prstGeom>
        </p:spPr>
        <p:txBody>
          <a:bodyPr wrap="square">
            <a:spAutoFit/>
          </a:bodyPr>
          <a:lstStyle/>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基于</a:t>
            </a:r>
            <a:r>
              <a:rPr kumimoji="1" lang="en-US" altLang="zh-CN" sz="1800" b="1" dirty="0">
                <a:solidFill>
                  <a:schemeClr val="tx1"/>
                </a:solidFill>
                <a:latin typeface="微软雅黑" panose="020B0503020204020204" pitchFamily="34" charset="-122"/>
                <a:ea typeface="微软雅黑" panose="020B0503020204020204" pitchFamily="34" charset="-122"/>
              </a:rPr>
              <a:t>AVX-512</a:t>
            </a:r>
            <a:r>
              <a:rPr kumimoji="1" lang="zh-CN" altLang="en-US" sz="1800" b="1" dirty="0">
                <a:solidFill>
                  <a:schemeClr val="tx1"/>
                </a:solidFill>
                <a:latin typeface="微软雅黑" panose="020B0503020204020204" pitchFamily="34" charset="-122"/>
                <a:ea typeface="微软雅黑" panose="020B0503020204020204" pitchFamily="34" charset="-122"/>
              </a:rPr>
              <a:t>指令集的并行特征提取算法</a:t>
            </a:r>
            <a:r>
              <a:rPr kumimoji="1" lang="en-US" altLang="zh-CN" sz="1800" b="1" dirty="0">
                <a:solidFill>
                  <a:schemeClr val="tx1"/>
                </a:solidFill>
                <a:latin typeface="微软雅黑" panose="020B0503020204020204" pitchFamily="34" charset="-122"/>
                <a:ea typeface="微软雅黑" panose="020B0503020204020204" pitchFamily="34" charset="-122"/>
              </a:rPr>
              <a:t>PFE</a:t>
            </a:r>
            <a:r>
              <a:rPr kumimoji="1" lang="zh-CN" altLang="en-US" sz="1800" dirty="0">
                <a:solidFill>
                  <a:schemeClr val="tx1"/>
                </a:solidFill>
                <a:latin typeface="微软雅黑" panose="020B0503020204020204" pitchFamily="34" charset="-122"/>
                <a:ea typeface="微软雅黑" panose="020B0503020204020204" pitchFamily="34" charset="-122"/>
              </a:rPr>
              <a:t>，主要分为五个步骤</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第二步：读取各个子区域的数据到向量寄存器中</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C060125F-BAFC-B12A-3F44-9C0B044FF9CD}"/>
              </a:ext>
            </a:extLst>
          </p:cNvPr>
          <p:cNvSpPr/>
          <p:nvPr/>
        </p:nvSpPr>
        <p:spPr bwMode="auto">
          <a:xfrm>
            <a:off x="1331640" y="2913132"/>
            <a:ext cx="6480720" cy="248466"/>
          </a:xfrm>
          <a:prstGeom prst="rect">
            <a:avLst/>
          </a:prstGeom>
          <a:solidFill>
            <a:srgbClr val="D9E7FB"/>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0" name="矩形 9">
            <a:extLst>
              <a:ext uri="{FF2B5EF4-FFF2-40B4-BE49-F238E27FC236}">
                <a16:creationId xmlns:a16="http://schemas.microsoft.com/office/drawing/2014/main" id="{CD280846-F634-D767-A08A-BAC43137C4FC}"/>
              </a:ext>
            </a:extLst>
          </p:cNvPr>
          <p:cNvSpPr/>
          <p:nvPr/>
        </p:nvSpPr>
        <p:spPr bwMode="auto">
          <a:xfrm>
            <a:off x="2952000" y="3790029"/>
            <a:ext cx="162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14" name="直接连接符 13">
            <a:extLst>
              <a:ext uri="{FF2B5EF4-FFF2-40B4-BE49-F238E27FC236}">
                <a16:creationId xmlns:a16="http://schemas.microsoft.com/office/drawing/2014/main" id="{8419627A-DC1E-98BA-B6FF-D76F4D2CDC3E}"/>
              </a:ext>
            </a:extLst>
          </p:cNvPr>
          <p:cNvCxnSpPr>
            <a:cxnSpLocks/>
          </p:cNvCxnSpPr>
          <p:nvPr/>
        </p:nvCxnSpPr>
        <p:spPr bwMode="auto">
          <a:xfrm flipV="1">
            <a:off x="295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222BF2F0-6A78-9FAA-23DC-A97C9C05B8DC}"/>
              </a:ext>
            </a:extLst>
          </p:cNvPr>
          <p:cNvCxnSpPr>
            <a:cxnSpLocks/>
          </p:cNvCxnSpPr>
          <p:nvPr/>
        </p:nvCxnSpPr>
        <p:spPr bwMode="auto">
          <a:xfrm flipV="1">
            <a:off x="133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17" name="矩形 16">
            <a:extLst>
              <a:ext uri="{FF2B5EF4-FFF2-40B4-BE49-F238E27FC236}">
                <a16:creationId xmlns:a16="http://schemas.microsoft.com/office/drawing/2014/main" id="{4D11384B-4989-FABD-D6D4-00B58773DB17}"/>
              </a:ext>
            </a:extLst>
          </p:cNvPr>
          <p:cNvSpPr/>
          <p:nvPr/>
        </p:nvSpPr>
        <p:spPr bwMode="auto">
          <a:xfrm>
            <a:off x="1331640" y="3356993"/>
            <a:ext cx="162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18" name="直接连接符 17">
            <a:extLst>
              <a:ext uri="{FF2B5EF4-FFF2-40B4-BE49-F238E27FC236}">
                <a16:creationId xmlns:a16="http://schemas.microsoft.com/office/drawing/2014/main" id="{680B3B33-9D9A-1834-0B98-39B3EBEB6142}"/>
              </a:ext>
            </a:extLst>
          </p:cNvPr>
          <p:cNvCxnSpPr>
            <a:cxnSpLocks/>
          </p:cNvCxnSpPr>
          <p:nvPr/>
        </p:nvCxnSpPr>
        <p:spPr bwMode="auto">
          <a:xfrm flipV="1">
            <a:off x="7812360" y="2852936"/>
            <a:ext cx="0" cy="2304256"/>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B5051BF1-5DCC-890F-1B4F-3230B923A2C1}"/>
              </a:ext>
            </a:extLst>
          </p:cNvPr>
          <p:cNvCxnSpPr>
            <a:cxnSpLocks/>
          </p:cNvCxnSpPr>
          <p:nvPr/>
        </p:nvCxnSpPr>
        <p:spPr bwMode="auto">
          <a:xfrm flipV="1">
            <a:off x="6194632"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AD1DAA9A-6316-BDC2-0857-4AFB4FC3BB21}"/>
              </a:ext>
            </a:extLst>
          </p:cNvPr>
          <p:cNvCxnSpPr>
            <a:cxnSpLocks/>
          </p:cNvCxnSpPr>
          <p:nvPr/>
        </p:nvCxnSpPr>
        <p:spPr bwMode="auto">
          <a:xfrm flipV="1">
            <a:off x="457200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39" name="矩形 38">
            <a:extLst>
              <a:ext uri="{FF2B5EF4-FFF2-40B4-BE49-F238E27FC236}">
                <a16:creationId xmlns:a16="http://schemas.microsoft.com/office/drawing/2014/main" id="{48C9645A-8C1F-E91A-A0AD-341472971673}"/>
              </a:ext>
            </a:extLst>
          </p:cNvPr>
          <p:cNvSpPr/>
          <p:nvPr/>
        </p:nvSpPr>
        <p:spPr bwMode="auto">
          <a:xfrm>
            <a:off x="4567436" y="4221089"/>
            <a:ext cx="162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0" name="矩形 39">
            <a:extLst>
              <a:ext uri="{FF2B5EF4-FFF2-40B4-BE49-F238E27FC236}">
                <a16:creationId xmlns:a16="http://schemas.microsoft.com/office/drawing/2014/main" id="{4E1E3546-A389-414A-19B6-34B4EED83CFB}"/>
              </a:ext>
            </a:extLst>
          </p:cNvPr>
          <p:cNvSpPr/>
          <p:nvPr/>
        </p:nvSpPr>
        <p:spPr bwMode="auto">
          <a:xfrm>
            <a:off x="6194632" y="4653136"/>
            <a:ext cx="1620000" cy="248466"/>
          </a:xfrm>
          <a:prstGeom prst="rect">
            <a:avLst/>
          </a:prstGeom>
          <a:solidFill>
            <a:srgbClr val="FFC0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1" name="矩形 40">
            <a:extLst>
              <a:ext uri="{FF2B5EF4-FFF2-40B4-BE49-F238E27FC236}">
                <a16:creationId xmlns:a16="http://schemas.microsoft.com/office/drawing/2014/main" id="{96AB6962-445A-E119-72CD-E2F2CE90A063}"/>
              </a:ext>
            </a:extLst>
          </p:cNvPr>
          <p:cNvSpPr/>
          <p:nvPr/>
        </p:nvSpPr>
        <p:spPr bwMode="auto">
          <a:xfrm>
            <a:off x="2951640" y="3356992"/>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2" name="矩形 41">
            <a:extLst>
              <a:ext uri="{FF2B5EF4-FFF2-40B4-BE49-F238E27FC236}">
                <a16:creationId xmlns:a16="http://schemas.microsoft.com/office/drawing/2014/main" id="{1DB32B7A-3259-2C7E-C278-D724BD25389E}"/>
              </a:ext>
            </a:extLst>
          </p:cNvPr>
          <p:cNvSpPr/>
          <p:nvPr/>
        </p:nvSpPr>
        <p:spPr bwMode="auto">
          <a:xfrm>
            <a:off x="2596205" y="3790029"/>
            <a:ext cx="36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3" name="矩形 42">
            <a:extLst>
              <a:ext uri="{FF2B5EF4-FFF2-40B4-BE49-F238E27FC236}">
                <a16:creationId xmlns:a16="http://schemas.microsoft.com/office/drawing/2014/main" id="{027D9A8E-FF25-FDF3-92E9-A33719A48830}"/>
              </a:ext>
            </a:extLst>
          </p:cNvPr>
          <p:cNvSpPr/>
          <p:nvPr/>
        </p:nvSpPr>
        <p:spPr bwMode="auto">
          <a:xfrm>
            <a:off x="4202512" y="4221089"/>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4" name="矩形 43">
            <a:extLst>
              <a:ext uri="{FF2B5EF4-FFF2-40B4-BE49-F238E27FC236}">
                <a16:creationId xmlns:a16="http://schemas.microsoft.com/office/drawing/2014/main" id="{DB8E46B8-44D7-30AA-0762-A2E09DCF9738}"/>
              </a:ext>
            </a:extLst>
          </p:cNvPr>
          <p:cNvSpPr/>
          <p:nvPr/>
        </p:nvSpPr>
        <p:spPr bwMode="auto">
          <a:xfrm>
            <a:off x="5832361" y="4653136"/>
            <a:ext cx="36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2" name="矩形 21">
            <a:extLst>
              <a:ext uri="{FF2B5EF4-FFF2-40B4-BE49-F238E27FC236}">
                <a16:creationId xmlns:a16="http://schemas.microsoft.com/office/drawing/2014/main" id="{5AF9FF3B-3BF5-7CD0-94CC-8A8FC51F9D6E}"/>
              </a:ext>
            </a:extLst>
          </p:cNvPr>
          <p:cNvSpPr/>
          <p:nvPr/>
        </p:nvSpPr>
        <p:spPr bwMode="auto">
          <a:xfrm>
            <a:off x="1333912" y="3301225"/>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9" name="矩形 28">
            <a:extLst>
              <a:ext uri="{FF2B5EF4-FFF2-40B4-BE49-F238E27FC236}">
                <a16:creationId xmlns:a16="http://schemas.microsoft.com/office/drawing/2014/main" id="{64FB84A5-0A49-8DA8-9FD9-D04048BA4D91}"/>
              </a:ext>
            </a:extLst>
          </p:cNvPr>
          <p:cNvSpPr/>
          <p:nvPr/>
        </p:nvSpPr>
        <p:spPr bwMode="auto">
          <a:xfrm>
            <a:off x="1328120" y="3351580"/>
            <a:ext cx="216000" cy="248466"/>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3" name="矩形 32">
            <a:extLst>
              <a:ext uri="{FF2B5EF4-FFF2-40B4-BE49-F238E27FC236}">
                <a16:creationId xmlns:a16="http://schemas.microsoft.com/office/drawing/2014/main" id="{491BB3BB-AFC0-E2CA-CF6C-9D4DA4C8790B}"/>
              </a:ext>
            </a:extLst>
          </p:cNvPr>
          <p:cNvSpPr/>
          <p:nvPr/>
        </p:nvSpPr>
        <p:spPr bwMode="auto">
          <a:xfrm>
            <a:off x="2592001" y="3734262"/>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4" name="矩形 33">
            <a:extLst>
              <a:ext uri="{FF2B5EF4-FFF2-40B4-BE49-F238E27FC236}">
                <a16:creationId xmlns:a16="http://schemas.microsoft.com/office/drawing/2014/main" id="{378E3E66-61FE-A9C0-BA2D-80522BCB865F}"/>
              </a:ext>
            </a:extLst>
          </p:cNvPr>
          <p:cNvSpPr/>
          <p:nvPr/>
        </p:nvSpPr>
        <p:spPr bwMode="auto">
          <a:xfrm>
            <a:off x="4202512" y="4165322"/>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5" name="矩形 34">
            <a:extLst>
              <a:ext uri="{FF2B5EF4-FFF2-40B4-BE49-F238E27FC236}">
                <a16:creationId xmlns:a16="http://schemas.microsoft.com/office/drawing/2014/main" id="{B0A10366-6870-941A-A0ED-1EC8668AE1EC}"/>
              </a:ext>
            </a:extLst>
          </p:cNvPr>
          <p:cNvSpPr/>
          <p:nvPr/>
        </p:nvSpPr>
        <p:spPr bwMode="auto">
          <a:xfrm>
            <a:off x="5832361" y="4594013"/>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6" name="矩形 35">
            <a:extLst>
              <a:ext uri="{FF2B5EF4-FFF2-40B4-BE49-F238E27FC236}">
                <a16:creationId xmlns:a16="http://schemas.microsoft.com/office/drawing/2014/main" id="{51C543AD-BA69-9B65-D964-BF3CC228DE54}"/>
              </a:ext>
            </a:extLst>
          </p:cNvPr>
          <p:cNvSpPr/>
          <p:nvPr/>
        </p:nvSpPr>
        <p:spPr bwMode="auto">
          <a:xfrm>
            <a:off x="2587437" y="3794364"/>
            <a:ext cx="216000" cy="248466"/>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7" name="矩形 36">
            <a:extLst>
              <a:ext uri="{FF2B5EF4-FFF2-40B4-BE49-F238E27FC236}">
                <a16:creationId xmlns:a16="http://schemas.microsoft.com/office/drawing/2014/main" id="{A77B0D1C-8B2C-C6AB-F95A-46B1E0CC0234}"/>
              </a:ext>
            </a:extLst>
          </p:cNvPr>
          <p:cNvSpPr/>
          <p:nvPr/>
        </p:nvSpPr>
        <p:spPr bwMode="auto">
          <a:xfrm>
            <a:off x="4197588" y="4221089"/>
            <a:ext cx="216000" cy="248466"/>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8" name="矩形 37">
            <a:extLst>
              <a:ext uri="{FF2B5EF4-FFF2-40B4-BE49-F238E27FC236}">
                <a16:creationId xmlns:a16="http://schemas.microsoft.com/office/drawing/2014/main" id="{E6FB5860-B261-04F0-AB10-BD4A1FCB6A9D}"/>
              </a:ext>
            </a:extLst>
          </p:cNvPr>
          <p:cNvSpPr/>
          <p:nvPr/>
        </p:nvSpPr>
        <p:spPr bwMode="auto">
          <a:xfrm>
            <a:off x="5830090" y="4649780"/>
            <a:ext cx="216000" cy="248466"/>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0" name="矩形 29">
            <a:extLst>
              <a:ext uri="{FF2B5EF4-FFF2-40B4-BE49-F238E27FC236}">
                <a16:creationId xmlns:a16="http://schemas.microsoft.com/office/drawing/2014/main" id="{0AF40CD5-328F-7623-B3E6-528092371D1A}"/>
              </a:ext>
            </a:extLst>
          </p:cNvPr>
          <p:cNvSpPr/>
          <p:nvPr/>
        </p:nvSpPr>
        <p:spPr bwMode="auto">
          <a:xfrm>
            <a:off x="2663640" y="6263856"/>
            <a:ext cx="216000" cy="248466"/>
          </a:xfrm>
          <a:prstGeom prst="rect">
            <a:avLst/>
          </a:prstGeom>
          <a:solidFill>
            <a:srgbClr val="92D050"/>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1" name="矩形 30">
            <a:extLst>
              <a:ext uri="{FF2B5EF4-FFF2-40B4-BE49-F238E27FC236}">
                <a16:creationId xmlns:a16="http://schemas.microsoft.com/office/drawing/2014/main" id="{F96291F5-B49B-931E-8EE6-1022B8019BA3}"/>
              </a:ext>
            </a:extLst>
          </p:cNvPr>
          <p:cNvSpPr/>
          <p:nvPr/>
        </p:nvSpPr>
        <p:spPr bwMode="auto">
          <a:xfrm>
            <a:off x="2879640" y="6263856"/>
            <a:ext cx="216000" cy="248466"/>
          </a:xfrm>
          <a:prstGeom prst="rect">
            <a:avLst/>
          </a:prstGeom>
          <a:solidFill>
            <a:srgbClr val="92D050"/>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2" name="矩形 31">
            <a:extLst>
              <a:ext uri="{FF2B5EF4-FFF2-40B4-BE49-F238E27FC236}">
                <a16:creationId xmlns:a16="http://schemas.microsoft.com/office/drawing/2014/main" id="{FD2449A7-8CBF-7760-0CBD-6EDA6B0A136E}"/>
              </a:ext>
            </a:extLst>
          </p:cNvPr>
          <p:cNvSpPr/>
          <p:nvPr/>
        </p:nvSpPr>
        <p:spPr bwMode="auto">
          <a:xfrm>
            <a:off x="3095640" y="6263856"/>
            <a:ext cx="216000" cy="248466"/>
          </a:xfrm>
          <a:prstGeom prst="rect">
            <a:avLst/>
          </a:prstGeom>
          <a:solidFill>
            <a:srgbClr val="FFCC99"/>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9" name="矩形 48">
            <a:extLst>
              <a:ext uri="{FF2B5EF4-FFF2-40B4-BE49-F238E27FC236}">
                <a16:creationId xmlns:a16="http://schemas.microsoft.com/office/drawing/2014/main" id="{BED02B35-AA25-7200-B184-6B4CCD4F297C}"/>
              </a:ext>
            </a:extLst>
          </p:cNvPr>
          <p:cNvSpPr/>
          <p:nvPr/>
        </p:nvSpPr>
        <p:spPr bwMode="auto">
          <a:xfrm>
            <a:off x="3311640" y="6263856"/>
            <a:ext cx="216000" cy="248466"/>
          </a:xfrm>
          <a:prstGeom prst="rect">
            <a:avLst/>
          </a:prstGeom>
          <a:solidFill>
            <a:srgbClr val="FFFF00"/>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 name="矩形: 圆角 2">
            <a:extLst>
              <a:ext uri="{FF2B5EF4-FFF2-40B4-BE49-F238E27FC236}">
                <a16:creationId xmlns:a16="http://schemas.microsoft.com/office/drawing/2014/main" id="{56DE9920-8695-27AD-6E40-DDBB14182323}"/>
              </a:ext>
            </a:extLst>
          </p:cNvPr>
          <p:cNvSpPr/>
          <p:nvPr/>
        </p:nvSpPr>
        <p:spPr bwMode="auto">
          <a:xfrm>
            <a:off x="2514846" y="5613625"/>
            <a:ext cx="1161587" cy="343995"/>
          </a:xfrm>
          <a:prstGeom prst="roundRect">
            <a:avLst/>
          </a:prstGeom>
          <a:noFill/>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4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simd-gather</a:t>
            </a:r>
            <a:endParaRPr kumimoji="1" lang="zh-CN" altLang="en-US" sz="1400" b="0" i="0" u="none" strike="noStrike" cap="none" normalizeH="0" baseline="0" dirty="0">
              <a:ln>
                <a:noFill/>
              </a:ln>
              <a:solidFill>
                <a:schemeClr val="tx1"/>
              </a:solidFill>
              <a:effectLst/>
              <a:latin typeface="Arial" panose="020B0604020202020204" pitchFamily="34" charset="0"/>
              <a:ea typeface="黑体" panose="02010609060101010101" pitchFamily="49" charset="-122"/>
            </a:endParaRPr>
          </a:p>
        </p:txBody>
      </p:sp>
      <p:cxnSp>
        <p:nvCxnSpPr>
          <p:cNvPr id="25" name="连接符: 肘形 24">
            <a:extLst>
              <a:ext uri="{FF2B5EF4-FFF2-40B4-BE49-F238E27FC236}">
                <a16:creationId xmlns:a16="http://schemas.microsoft.com/office/drawing/2014/main" id="{A3917CB4-FE43-3ACE-ABBA-2032BCE10C2F}"/>
              </a:ext>
            </a:extLst>
          </p:cNvPr>
          <p:cNvCxnSpPr>
            <a:stCxn id="29" idx="2"/>
            <a:endCxn id="3" idx="0"/>
          </p:cNvCxnSpPr>
          <p:nvPr/>
        </p:nvCxnSpPr>
        <p:spPr bwMode="auto">
          <a:xfrm rot="16200000" flipH="1">
            <a:off x="1259091" y="3777075"/>
            <a:ext cx="2013579" cy="1659520"/>
          </a:xfrm>
          <a:prstGeom prst="bentConnector3">
            <a:avLst>
              <a:gd name="adj1" fmla="val 88222"/>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8" name="连接符: 肘形 27">
            <a:extLst>
              <a:ext uri="{FF2B5EF4-FFF2-40B4-BE49-F238E27FC236}">
                <a16:creationId xmlns:a16="http://schemas.microsoft.com/office/drawing/2014/main" id="{5CA8DD94-7E55-10C0-69F1-C7C5A7202787}"/>
              </a:ext>
            </a:extLst>
          </p:cNvPr>
          <p:cNvCxnSpPr>
            <a:stCxn id="36" idx="2"/>
            <a:endCxn id="3" idx="0"/>
          </p:cNvCxnSpPr>
          <p:nvPr/>
        </p:nvCxnSpPr>
        <p:spPr bwMode="auto">
          <a:xfrm rot="16200000" flipH="1">
            <a:off x="2110141" y="4628125"/>
            <a:ext cx="1570795" cy="400203"/>
          </a:xfrm>
          <a:prstGeom prst="bentConnector3">
            <a:avLst>
              <a:gd name="adj1" fmla="val 84928"/>
            </a:avLst>
          </a:prstGeom>
          <a:ln w="12700">
            <a:tailEnd type="triangle"/>
          </a:ln>
        </p:spPr>
        <p:style>
          <a:lnRef idx="1">
            <a:schemeClr val="dk1"/>
          </a:lnRef>
          <a:fillRef idx="0">
            <a:schemeClr val="dk1"/>
          </a:fillRef>
          <a:effectRef idx="0">
            <a:schemeClr val="dk1"/>
          </a:effectRef>
          <a:fontRef idx="minor">
            <a:schemeClr val="tx1"/>
          </a:fontRef>
        </p:style>
      </p:cxnSp>
      <p:cxnSp>
        <p:nvCxnSpPr>
          <p:cNvPr id="51" name="连接符: 肘形 50">
            <a:extLst>
              <a:ext uri="{FF2B5EF4-FFF2-40B4-BE49-F238E27FC236}">
                <a16:creationId xmlns:a16="http://schemas.microsoft.com/office/drawing/2014/main" id="{D5E8153E-F944-7387-CAC4-AAAD94E194BB}"/>
              </a:ext>
            </a:extLst>
          </p:cNvPr>
          <p:cNvCxnSpPr>
            <a:stCxn id="37" idx="2"/>
            <a:endCxn id="3" idx="0"/>
          </p:cNvCxnSpPr>
          <p:nvPr/>
        </p:nvCxnSpPr>
        <p:spPr bwMode="auto">
          <a:xfrm rot="5400000">
            <a:off x="3128579" y="4436616"/>
            <a:ext cx="1144070" cy="1209948"/>
          </a:xfrm>
          <a:prstGeom prst="bentConnector3">
            <a:avLst>
              <a:gd name="adj1" fmla="val 79750"/>
            </a:avLst>
          </a:prstGeom>
          <a:ln w="12700">
            <a:tailEnd type="triangle"/>
          </a:ln>
        </p:spPr>
        <p:style>
          <a:lnRef idx="1">
            <a:schemeClr val="dk1"/>
          </a:lnRef>
          <a:fillRef idx="0">
            <a:schemeClr val="dk1"/>
          </a:fillRef>
          <a:effectRef idx="0">
            <a:schemeClr val="dk1"/>
          </a:effectRef>
          <a:fontRef idx="minor">
            <a:schemeClr val="tx1"/>
          </a:fontRef>
        </p:style>
      </p:cxnSp>
      <p:cxnSp>
        <p:nvCxnSpPr>
          <p:cNvPr id="53" name="连接符: 肘形 52">
            <a:extLst>
              <a:ext uri="{FF2B5EF4-FFF2-40B4-BE49-F238E27FC236}">
                <a16:creationId xmlns:a16="http://schemas.microsoft.com/office/drawing/2014/main" id="{61E35BF6-D06E-D5A7-EEF0-924816FE0F81}"/>
              </a:ext>
            </a:extLst>
          </p:cNvPr>
          <p:cNvCxnSpPr>
            <a:stCxn id="38" idx="2"/>
            <a:endCxn id="3" idx="0"/>
          </p:cNvCxnSpPr>
          <p:nvPr/>
        </p:nvCxnSpPr>
        <p:spPr bwMode="auto">
          <a:xfrm rot="5400000">
            <a:off x="4159176" y="3834710"/>
            <a:ext cx="715379" cy="2842450"/>
          </a:xfrm>
          <a:prstGeom prst="bentConnector3">
            <a:avLst>
              <a:gd name="adj1" fmla="val 67042"/>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0" name="直接箭头连接符 59">
            <a:extLst>
              <a:ext uri="{FF2B5EF4-FFF2-40B4-BE49-F238E27FC236}">
                <a16:creationId xmlns:a16="http://schemas.microsoft.com/office/drawing/2014/main" id="{681BBD64-0234-EF62-B659-23A5C124FE99}"/>
              </a:ext>
            </a:extLst>
          </p:cNvPr>
          <p:cNvCxnSpPr>
            <a:stCxn id="3" idx="2"/>
          </p:cNvCxnSpPr>
          <p:nvPr/>
        </p:nvCxnSpPr>
        <p:spPr bwMode="auto">
          <a:xfrm>
            <a:off x="3095640" y="5957620"/>
            <a:ext cx="0" cy="30623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64" name="文本框 63">
            <a:extLst>
              <a:ext uri="{FF2B5EF4-FFF2-40B4-BE49-F238E27FC236}">
                <a16:creationId xmlns:a16="http://schemas.microsoft.com/office/drawing/2014/main" id="{8F07865D-C456-639F-C20F-49B6FFF40B1A}"/>
              </a:ext>
            </a:extLst>
          </p:cNvPr>
          <p:cNvSpPr txBox="1"/>
          <p:nvPr/>
        </p:nvSpPr>
        <p:spPr>
          <a:xfrm>
            <a:off x="1269288" y="6204029"/>
            <a:ext cx="1399276" cy="338554"/>
          </a:xfrm>
          <a:prstGeom prst="rect">
            <a:avLst/>
          </a:prstGeom>
          <a:noFill/>
        </p:spPr>
        <p:txBody>
          <a:bodyPr wrap="square">
            <a:spAutoFit/>
          </a:bodyPr>
          <a:lstStyle/>
          <a:p>
            <a:r>
              <a:rPr kumimoji="1" lang="zh-CN" altLang="en-US" sz="1600" dirty="0">
                <a:solidFill>
                  <a:schemeClr val="tx1"/>
                </a:solidFill>
                <a:latin typeface="微软雅黑" panose="020B0503020204020204" pitchFamily="34" charset="-122"/>
                <a:ea typeface="微软雅黑" panose="020B0503020204020204" pitchFamily="34" charset="-122"/>
              </a:rPr>
              <a:t>向量寄存器</a:t>
            </a:r>
            <a:r>
              <a:rPr kumimoji="1" lang="en-US" altLang="zh-CN" sz="1600" dirty="0">
                <a:solidFill>
                  <a:schemeClr val="tx1"/>
                </a:solidFill>
                <a:latin typeface="微软雅黑" panose="020B0503020204020204" pitchFamily="34" charset="-122"/>
                <a:ea typeface="微软雅黑" panose="020B0503020204020204" pitchFamily="34" charset="-122"/>
              </a:rPr>
              <a:t>L</a:t>
            </a:r>
            <a:endParaRPr lang="zh-CN" altLang="en-US" sz="1600" dirty="0"/>
          </a:p>
        </p:txBody>
      </p:sp>
      <p:sp>
        <p:nvSpPr>
          <p:cNvPr id="45" name="Rectangle 11">
            <a:extLst>
              <a:ext uri="{FF2B5EF4-FFF2-40B4-BE49-F238E27FC236}">
                <a16:creationId xmlns:a16="http://schemas.microsoft.com/office/drawing/2014/main" id="{406AE7D0-8600-CE79-A87A-E0025CCA7A4F}"/>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3.1.2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 name="灯片编号占位符 1">
            <a:extLst>
              <a:ext uri="{FF2B5EF4-FFF2-40B4-BE49-F238E27FC236}">
                <a16:creationId xmlns:a16="http://schemas.microsoft.com/office/drawing/2014/main" id="{76BEDC40-69CE-DCA4-42B0-BE43609CB91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594768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874407"/>
          </a:xfrm>
          <a:prstGeom prst="rect">
            <a:avLst/>
          </a:prstGeom>
        </p:spPr>
        <p:txBody>
          <a:bodyPr wrap="square">
            <a:spAutoFit/>
          </a:bodyPr>
          <a:lstStyle/>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基于</a:t>
            </a:r>
            <a:r>
              <a:rPr kumimoji="1" lang="en-US" altLang="zh-CN" sz="1800" b="1" dirty="0">
                <a:solidFill>
                  <a:schemeClr val="tx1"/>
                </a:solidFill>
                <a:latin typeface="微软雅黑" panose="020B0503020204020204" pitchFamily="34" charset="-122"/>
                <a:ea typeface="微软雅黑" panose="020B0503020204020204" pitchFamily="34" charset="-122"/>
              </a:rPr>
              <a:t>AVX-512</a:t>
            </a:r>
            <a:r>
              <a:rPr kumimoji="1" lang="zh-CN" altLang="en-US" sz="1800" b="1" dirty="0">
                <a:solidFill>
                  <a:schemeClr val="tx1"/>
                </a:solidFill>
                <a:latin typeface="微软雅黑" panose="020B0503020204020204" pitchFamily="34" charset="-122"/>
                <a:ea typeface="微软雅黑" panose="020B0503020204020204" pitchFamily="34" charset="-122"/>
              </a:rPr>
              <a:t>指令集的并行特征提取算法</a:t>
            </a:r>
            <a:r>
              <a:rPr kumimoji="1" lang="en-US" altLang="zh-CN" sz="1800" b="1" dirty="0">
                <a:solidFill>
                  <a:schemeClr val="tx1"/>
                </a:solidFill>
                <a:latin typeface="微软雅黑" panose="020B0503020204020204" pitchFamily="34" charset="-122"/>
                <a:ea typeface="微软雅黑" panose="020B0503020204020204" pitchFamily="34" charset="-122"/>
              </a:rPr>
              <a:t>PFE</a:t>
            </a:r>
            <a:r>
              <a:rPr kumimoji="1" lang="zh-CN" altLang="en-US" sz="1800" dirty="0">
                <a:solidFill>
                  <a:schemeClr val="tx1"/>
                </a:solidFill>
                <a:latin typeface="微软雅黑" panose="020B0503020204020204" pitchFamily="34" charset="-122"/>
                <a:ea typeface="微软雅黑" panose="020B0503020204020204" pitchFamily="34" charset="-122"/>
              </a:rPr>
              <a:t>，主要分为五个步骤</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第二步：读取各个子区域的数据到向量寄存器中</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C060125F-BAFC-B12A-3F44-9C0B044FF9CD}"/>
              </a:ext>
            </a:extLst>
          </p:cNvPr>
          <p:cNvSpPr/>
          <p:nvPr/>
        </p:nvSpPr>
        <p:spPr bwMode="auto">
          <a:xfrm>
            <a:off x="1331640" y="2913132"/>
            <a:ext cx="6480720" cy="248466"/>
          </a:xfrm>
          <a:prstGeom prst="rect">
            <a:avLst/>
          </a:prstGeom>
          <a:solidFill>
            <a:srgbClr val="D9E7FB"/>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0" name="矩形 9">
            <a:extLst>
              <a:ext uri="{FF2B5EF4-FFF2-40B4-BE49-F238E27FC236}">
                <a16:creationId xmlns:a16="http://schemas.microsoft.com/office/drawing/2014/main" id="{CD280846-F634-D767-A08A-BAC43137C4FC}"/>
              </a:ext>
            </a:extLst>
          </p:cNvPr>
          <p:cNvSpPr/>
          <p:nvPr/>
        </p:nvSpPr>
        <p:spPr bwMode="auto">
          <a:xfrm>
            <a:off x="2952000" y="3790029"/>
            <a:ext cx="162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14" name="直接连接符 13">
            <a:extLst>
              <a:ext uri="{FF2B5EF4-FFF2-40B4-BE49-F238E27FC236}">
                <a16:creationId xmlns:a16="http://schemas.microsoft.com/office/drawing/2014/main" id="{8419627A-DC1E-98BA-B6FF-D76F4D2CDC3E}"/>
              </a:ext>
            </a:extLst>
          </p:cNvPr>
          <p:cNvCxnSpPr>
            <a:cxnSpLocks/>
          </p:cNvCxnSpPr>
          <p:nvPr/>
        </p:nvCxnSpPr>
        <p:spPr bwMode="auto">
          <a:xfrm flipV="1">
            <a:off x="295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222BF2F0-6A78-9FAA-23DC-A97C9C05B8DC}"/>
              </a:ext>
            </a:extLst>
          </p:cNvPr>
          <p:cNvCxnSpPr>
            <a:cxnSpLocks/>
          </p:cNvCxnSpPr>
          <p:nvPr/>
        </p:nvCxnSpPr>
        <p:spPr bwMode="auto">
          <a:xfrm flipV="1">
            <a:off x="133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17" name="矩形 16">
            <a:extLst>
              <a:ext uri="{FF2B5EF4-FFF2-40B4-BE49-F238E27FC236}">
                <a16:creationId xmlns:a16="http://schemas.microsoft.com/office/drawing/2014/main" id="{4D11384B-4989-FABD-D6D4-00B58773DB17}"/>
              </a:ext>
            </a:extLst>
          </p:cNvPr>
          <p:cNvSpPr/>
          <p:nvPr/>
        </p:nvSpPr>
        <p:spPr bwMode="auto">
          <a:xfrm>
            <a:off x="1331640" y="3356993"/>
            <a:ext cx="162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18" name="直接连接符 17">
            <a:extLst>
              <a:ext uri="{FF2B5EF4-FFF2-40B4-BE49-F238E27FC236}">
                <a16:creationId xmlns:a16="http://schemas.microsoft.com/office/drawing/2014/main" id="{680B3B33-9D9A-1834-0B98-39B3EBEB6142}"/>
              </a:ext>
            </a:extLst>
          </p:cNvPr>
          <p:cNvCxnSpPr>
            <a:cxnSpLocks/>
          </p:cNvCxnSpPr>
          <p:nvPr/>
        </p:nvCxnSpPr>
        <p:spPr bwMode="auto">
          <a:xfrm flipV="1">
            <a:off x="7812360" y="2852936"/>
            <a:ext cx="0" cy="2304256"/>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B5051BF1-5DCC-890F-1B4F-3230B923A2C1}"/>
              </a:ext>
            </a:extLst>
          </p:cNvPr>
          <p:cNvCxnSpPr>
            <a:cxnSpLocks/>
          </p:cNvCxnSpPr>
          <p:nvPr/>
        </p:nvCxnSpPr>
        <p:spPr bwMode="auto">
          <a:xfrm flipV="1">
            <a:off x="6194632"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AD1DAA9A-6316-BDC2-0857-4AFB4FC3BB21}"/>
              </a:ext>
            </a:extLst>
          </p:cNvPr>
          <p:cNvCxnSpPr>
            <a:cxnSpLocks/>
          </p:cNvCxnSpPr>
          <p:nvPr/>
        </p:nvCxnSpPr>
        <p:spPr bwMode="auto">
          <a:xfrm flipV="1">
            <a:off x="457200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39" name="矩形 38">
            <a:extLst>
              <a:ext uri="{FF2B5EF4-FFF2-40B4-BE49-F238E27FC236}">
                <a16:creationId xmlns:a16="http://schemas.microsoft.com/office/drawing/2014/main" id="{48C9645A-8C1F-E91A-A0AD-341472971673}"/>
              </a:ext>
            </a:extLst>
          </p:cNvPr>
          <p:cNvSpPr/>
          <p:nvPr/>
        </p:nvSpPr>
        <p:spPr bwMode="auto">
          <a:xfrm>
            <a:off x="4567436" y="4221089"/>
            <a:ext cx="162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0" name="矩形 39">
            <a:extLst>
              <a:ext uri="{FF2B5EF4-FFF2-40B4-BE49-F238E27FC236}">
                <a16:creationId xmlns:a16="http://schemas.microsoft.com/office/drawing/2014/main" id="{4E1E3546-A389-414A-19B6-34B4EED83CFB}"/>
              </a:ext>
            </a:extLst>
          </p:cNvPr>
          <p:cNvSpPr/>
          <p:nvPr/>
        </p:nvSpPr>
        <p:spPr bwMode="auto">
          <a:xfrm>
            <a:off x="6194632" y="4653136"/>
            <a:ext cx="1620000" cy="248466"/>
          </a:xfrm>
          <a:prstGeom prst="rect">
            <a:avLst/>
          </a:prstGeom>
          <a:solidFill>
            <a:srgbClr val="FFC0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1" name="矩形 40">
            <a:extLst>
              <a:ext uri="{FF2B5EF4-FFF2-40B4-BE49-F238E27FC236}">
                <a16:creationId xmlns:a16="http://schemas.microsoft.com/office/drawing/2014/main" id="{96AB6962-445A-E119-72CD-E2F2CE90A063}"/>
              </a:ext>
            </a:extLst>
          </p:cNvPr>
          <p:cNvSpPr/>
          <p:nvPr/>
        </p:nvSpPr>
        <p:spPr bwMode="auto">
          <a:xfrm>
            <a:off x="2951640" y="3356992"/>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2" name="矩形 41">
            <a:extLst>
              <a:ext uri="{FF2B5EF4-FFF2-40B4-BE49-F238E27FC236}">
                <a16:creationId xmlns:a16="http://schemas.microsoft.com/office/drawing/2014/main" id="{1DB32B7A-3259-2C7E-C278-D724BD25389E}"/>
              </a:ext>
            </a:extLst>
          </p:cNvPr>
          <p:cNvSpPr/>
          <p:nvPr/>
        </p:nvSpPr>
        <p:spPr bwMode="auto">
          <a:xfrm>
            <a:off x="2596205" y="3790029"/>
            <a:ext cx="36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3" name="矩形 42">
            <a:extLst>
              <a:ext uri="{FF2B5EF4-FFF2-40B4-BE49-F238E27FC236}">
                <a16:creationId xmlns:a16="http://schemas.microsoft.com/office/drawing/2014/main" id="{027D9A8E-FF25-FDF3-92E9-A33719A48830}"/>
              </a:ext>
            </a:extLst>
          </p:cNvPr>
          <p:cNvSpPr/>
          <p:nvPr/>
        </p:nvSpPr>
        <p:spPr bwMode="auto">
          <a:xfrm>
            <a:off x="4202512" y="4221089"/>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4" name="矩形 43">
            <a:extLst>
              <a:ext uri="{FF2B5EF4-FFF2-40B4-BE49-F238E27FC236}">
                <a16:creationId xmlns:a16="http://schemas.microsoft.com/office/drawing/2014/main" id="{DB8E46B8-44D7-30AA-0762-A2E09DCF9738}"/>
              </a:ext>
            </a:extLst>
          </p:cNvPr>
          <p:cNvSpPr/>
          <p:nvPr/>
        </p:nvSpPr>
        <p:spPr bwMode="auto">
          <a:xfrm>
            <a:off x="5832361" y="4653136"/>
            <a:ext cx="36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2" name="矩形 21">
            <a:extLst>
              <a:ext uri="{FF2B5EF4-FFF2-40B4-BE49-F238E27FC236}">
                <a16:creationId xmlns:a16="http://schemas.microsoft.com/office/drawing/2014/main" id="{5AF9FF3B-3BF5-7CD0-94CC-8A8FC51F9D6E}"/>
              </a:ext>
            </a:extLst>
          </p:cNvPr>
          <p:cNvSpPr/>
          <p:nvPr/>
        </p:nvSpPr>
        <p:spPr bwMode="auto">
          <a:xfrm>
            <a:off x="1333912" y="3301225"/>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9" name="矩形 28">
            <a:extLst>
              <a:ext uri="{FF2B5EF4-FFF2-40B4-BE49-F238E27FC236}">
                <a16:creationId xmlns:a16="http://schemas.microsoft.com/office/drawing/2014/main" id="{64FB84A5-0A49-8DA8-9FD9-D04048BA4D91}"/>
              </a:ext>
            </a:extLst>
          </p:cNvPr>
          <p:cNvSpPr/>
          <p:nvPr/>
        </p:nvSpPr>
        <p:spPr bwMode="auto">
          <a:xfrm>
            <a:off x="1773108" y="3358306"/>
            <a:ext cx="216000" cy="248466"/>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3" name="矩形 32">
            <a:extLst>
              <a:ext uri="{FF2B5EF4-FFF2-40B4-BE49-F238E27FC236}">
                <a16:creationId xmlns:a16="http://schemas.microsoft.com/office/drawing/2014/main" id="{491BB3BB-AFC0-E2CA-CF6C-9D4DA4C8790B}"/>
              </a:ext>
            </a:extLst>
          </p:cNvPr>
          <p:cNvSpPr/>
          <p:nvPr/>
        </p:nvSpPr>
        <p:spPr bwMode="auto">
          <a:xfrm>
            <a:off x="2592001" y="3734262"/>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4" name="矩形 33">
            <a:extLst>
              <a:ext uri="{FF2B5EF4-FFF2-40B4-BE49-F238E27FC236}">
                <a16:creationId xmlns:a16="http://schemas.microsoft.com/office/drawing/2014/main" id="{378E3E66-61FE-A9C0-BA2D-80522BCB865F}"/>
              </a:ext>
            </a:extLst>
          </p:cNvPr>
          <p:cNvSpPr/>
          <p:nvPr/>
        </p:nvSpPr>
        <p:spPr bwMode="auto">
          <a:xfrm>
            <a:off x="4202512" y="4165322"/>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5" name="矩形 34">
            <a:extLst>
              <a:ext uri="{FF2B5EF4-FFF2-40B4-BE49-F238E27FC236}">
                <a16:creationId xmlns:a16="http://schemas.microsoft.com/office/drawing/2014/main" id="{B0A10366-6870-941A-A0ED-1EC8668AE1EC}"/>
              </a:ext>
            </a:extLst>
          </p:cNvPr>
          <p:cNvSpPr/>
          <p:nvPr/>
        </p:nvSpPr>
        <p:spPr bwMode="auto">
          <a:xfrm>
            <a:off x="5832361" y="4594013"/>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6" name="矩形 35">
            <a:extLst>
              <a:ext uri="{FF2B5EF4-FFF2-40B4-BE49-F238E27FC236}">
                <a16:creationId xmlns:a16="http://schemas.microsoft.com/office/drawing/2014/main" id="{51C543AD-BA69-9B65-D964-BF3CC228DE54}"/>
              </a:ext>
            </a:extLst>
          </p:cNvPr>
          <p:cNvSpPr/>
          <p:nvPr/>
        </p:nvSpPr>
        <p:spPr bwMode="auto">
          <a:xfrm>
            <a:off x="3031197" y="3784618"/>
            <a:ext cx="216000" cy="248466"/>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7" name="矩形 36">
            <a:extLst>
              <a:ext uri="{FF2B5EF4-FFF2-40B4-BE49-F238E27FC236}">
                <a16:creationId xmlns:a16="http://schemas.microsoft.com/office/drawing/2014/main" id="{A77B0D1C-8B2C-C6AB-F95A-46B1E0CC0234}"/>
              </a:ext>
            </a:extLst>
          </p:cNvPr>
          <p:cNvSpPr/>
          <p:nvPr/>
        </p:nvSpPr>
        <p:spPr bwMode="auto">
          <a:xfrm>
            <a:off x="4642133" y="4221089"/>
            <a:ext cx="216000" cy="248466"/>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8" name="矩形 37">
            <a:extLst>
              <a:ext uri="{FF2B5EF4-FFF2-40B4-BE49-F238E27FC236}">
                <a16:creationId xmlns:a16="http://schemas.microsoft.com/office/drawing/2014/main" id="{E6FB5860-B261-04F0-AB10-BD4A1FCB6A9D}"/>
              </a:ext>
            </a:extLst>
          </p:cNvPr>
          <p:cNvSpPr/>
          <p:nvPr/>
        </p:nvSpPr>
        <p:spPr bwMode="auto">
          <a:xfrm>
            <a:off x="6263285" y="4649780"/>
            <a:ext cx="216000" cy="248466"/>
          </a:xfrm>
          <a:prstGeom prst="rect">
            <a:avLst/>
          </a:prstGeom>
          <a:no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0" name="矩形 29">
            <a:extLst>
              <a:ext uri="{FF2B5EF4-FFF2-40B4-BE49-F238E27FC236}">
                <a16:creationId xmlns:a16="http://schemas.microsoft.com/office/drawing/2014/main" id="{0AF40CD5-328F-7623-B3E6-528092371D1A}"/>
              </a:ext>
            </a:extLst>
          </p:cNvPr>
          <p:cNvSpPr/>
          <p:nvPr/>
        </p:nvSpPr>
        <p:spPr bwMode="auto">
          <a:xfrm>
            <a:off x="2663640" y="6263856"/>
            <a:ext cx="216000" cy="248466"/>
          </a:xfrm>
          <a:prstGeom prst="rect">
            <a:avLst/>
          </a:prstGeom>
          <a:solidFill>
            <a:srgbClr val="92D050"/>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1" name="矩形 30">
            <a:extLst>
              <a:ext uri="{FF2B5EF4-FFF2-40B4-BE49-F238E27FC236}">
                <a16:creationId xmlns:a16="http://schemas.microsoft.com/office/drawing/2014/main" id="{F96291F5-B49B-931E-8EE6-1022B8019BA3}"/>
              </a:ext>
            </a:extLst>
          </p:cNvPr>
          <p:cNvSpPr/>
          <p:nvPr/>
        </p:nvSpPr>
        <p:spPr bwMode="auto">
          <a:xfrm>
            <a:off x="2879640" y="6263856"/>
            <a:ext cx="216000" cy="248466"/>
          </a:xfrm>
          <a:prstGeom prst="rect">
            <a:avLst/>
          </a:prstGeom>
          <a:solidFill>
            <a:srgbClr val="92D050"/>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32" name="矩形 31">
            <a:extLst>
              <a:ext uri="{FF2B5EF4-FFF2-40B4-BE49-F238E27FC236}">
                <a16:creationId xmlns:a16="http://schemas.microsoft.com/office/drawing/2014/main" id="{FD2449A7-8CBF-7760-0CBD-6EDA6B0A136E}"/>
              </a:ext>
            </a:extLst>
          </p:cNvPr>
          <p:cNvSpPr/>
          <p:nvPr/>
        </p:nvSpPr>
        <p:spPr bwMode="auto">
          <a:xfrm>
            <a:off x="3095640" y="6263856"/>
            <a:ext cx="216000" cy="248466"/>
          </a:xfrm>
          <a:prstGeom prst="rect">
            <a:avLst/>
          </a:prstGeom>
          <a:solidFill>
            <a:srgbClr val="FFCC99"/>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9" name="矩形 48">
            <a:extLst>
              <a:ext uri="{FF2B5EF4-FFF2-40B4-BE49-F238E27FC236}">
                <a16:creationId xmlns:a16="http://schemas.microsoft.com/office/drawing/2014/main" id="{BED02B35-AA25-7200-B184-6B4CCD4F297C}"/>
              </a:ext>
            </a:extLst>
          </p:cNvPr>
          <p:cNvSpPr/>
          <p:nvPr/>
        </p:nvSpPr>
        <p:spPr bwMode="auto">
          <a:xfrm>
            <a:off x="3311640" y="6263856"/>
            <a:ext cx="216000" cy="248466"/>
          </a:xfrm>
          <a:prstGeom prst="rect">
            <a:avLst/>
          </a:prstGeom>
          <a:solidFill>
            <a:srgbClr val="FFFF00"/>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64" name="文本框 63">
            <a:extLst>
              <a:ext uri="{FF2B5EF4-FFF2-40B4-BE49-F238E27FC236}">
                <a16:creationId xmlns:a16="http://schemas.microsoft.com/office/drawing/2014/main" id="{8F07865D-C456-639F-C20F-49B6FFF40B1A}"/>
              </a:ext>
            </a:extLst>
          </p:cNvPr>
          <p:cNvSpPr txBox="1"/>
          <p:nvPr/>
        </p:nvSpPr>
        <p:spPr>
          <a:xfrm>
            <a:off x="1269288" y="6204029"/>
            <a:ext cx="1399276" cy="338554"/>
          </a:xfrm>
          <a:prstGeom prst="rect">
            <a:avLst/>
          </a:prstGeom>
          <a:noFill/>
        </p:spPr>
        <p:txBody>
          <a:bodyPr wrap="square">
            <a:spAutoFit/>
          </a:bodyPr>
          <a:lstStyle/>
          <a:p>
            <a:r>
              <a:rPr kumimoji="1" lang="zh-CN" altLang="en-US" sz="1600" dirty="0">
                <a:solidFill>
                  <a:schemeClr val="tx1"/>
                </a:solidFill>
                <a:latin typeface="微软雅黑" panose="020B0503020204020204" pitchFamily="34" charset="-122"/>
                <a:ea typeface="微软雅黑" panose="020B0503020204020204" pitchFamily="34" charset="-122"/>
              </a:rPr>
              <a:t>向量寄存器</a:t>
            </a:r>
            <a:r>
              <a:rPr kumimoji="1" lang="en-US" altLang="zh-CN" sz="1600" dirty="0">
                <a:solidFill>
                  <a:schemeClr val="tx1"/>
                </a:solidFill>
                <a:latin typeface="微软雅黑" panose="020B0503020204020204" pitchFamily="34" charset="-122"/>
                <a:ea typeface="微软雅黑" panose="020B0503020204020204" pitchFamily="34" charset="-122"/>
              </a:rPr>
              <a:t>L</a:t>
            </a:r>
            <a:endParaRPr lang="zh-CN" altLang="en-US" sz="1600" dirty="0"/>
          </a:p>
        </p:txBody>
      </p:sp>
      <p:sp>
        <p:nvSpPr>
          <p:cNvPr id="45" name="矩形 44">
            <a:extLst>
              <a:ext uri="{FF2B5EF4-FFF2-40B4-BE49-F238E27FC236}">
                <a16:creationId xmlns:a16="http://schemas.microsoft.com/office/drawing/2014/main" id="{AB3E9BE9-B197-5FEC-3BD5-AC3DBDBEF72C}"/>
              </a:ext>
            </a:extLst>
          </p:cNvPr>
          <p:cNvSpPr/>
          <p:nvPr/>
        </p:nvSpPr>
        <p:spPr bwMode="auto">
          <a:xfrm>
            <a:off x="5477685" y="6262195"/>
            <a:ext cx="216000" cy="248466"/>
          </a:xfrm>
          <a:prstGeom prst="rect">
            <a:avLst/>
          </a:prstGeom>
          <a:solidFill>
            <a:srgbClr val="92D050"/>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6" name="矩形 45">
            <a:extLst>
              <a:ext uri="{FF2B5EF4-FFF2-40B4-BE49-F238E27FC236}">
                <a16:creationId xmlns:a16="http://schemas.microsoft.com/office/drawing/2014/main" id="{FBB0536E-1954-698E-CE06-3CFABCE9E12A}"/>
              </a:ext>
            </a:extLst>
          </p:cNvPr>
          <p:cNvSpPr/>
          <p:nvPr/>
        </p:nvSpPr>
        <p:spPr bwMode="auto">
          <a:xfrm>
            <a:off x="5693685" y="6262195"/>
            <a:ext cx="216000" cy="248466"/>
          </a:xfrm>
          <a:prstGeom prst="rect">
            <a:avLst/>
          </a:prstGeom>
          <a:solidFill>
            <a:srgbClr val="FFCC99"/>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7" name="矩形 46">
            <a:extLst>
              <a:ext uri="{FF2B5EF4-FFF2-40B4-BE49-F238E27FC236}">
                <a16:creationId xmlns:a16="http://schemas.microsoft.com/office/drawing/2014/main" id="{0AD19A16-2A2F-B934-5FA0-772D63F5C91B}"/>
              </a:ext>
            </a:extLst>
          </p:cNvPr>
          <p:cNvSpPr/>
          <p:nvPr/>
        </p:nvSpPr>
        <p:spPr bwMode="auto">
          <a:xfrm>
            <a:off x="5909685" y="6262195"/>
            <a:ext cx="216000" cy="248466"/>
          </a:xfrm>
          <a:prstGeom prst="rect">
            <a:avLst/>
          </a:prstGeom>
          <a:solidFill>
            <a:srgbClr val="FFFF00"/>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8" name="矩形 47">
            <a:extLst>
              <a:ext uri="{FF2B5EF4-FFF2-40B4-BE49-F238E27FC236}">
                <a16:creationId xmlns:a16="http://schemas.microsoft.com/office/drawing/2014/main" id="{C02C4CE6-ECD8-8AFE-C1A2-CB8F25B7BD24}"/>
              </a:ext>
            </a:extLst>
          </p:cNvPr>
          <p:cNvSpPr/>
          <p:nvPr/>
        </p:nvSpPr>
        <p:spPr bwMode="auto">
          <a:xfrm>
            <a:off x="6125685" y="6262195"/>
            <a:ext cx="216000" cy="248466"/>
          </a:xfrm>
          <a:prstGeom prst="rect">
            <a:avLst/>
          </a:prstGeom>
          <a:solidFill>
            <a:srgbClr val="FFC000"/>
          </a:solidFill>
          <a:ln w="1905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50" name="矩形: 圆角 49">
            <a:extLst>
              <a:ext uri="{FF2B5EF4-FFF2-40B4-BE49-F238E27FC236}">
                <a16:creationId xmlns:a16="http://schemas.microsoft.com/office/drawing/2014/main" id="{7DE850CF-D6B3-11D2-AF9D-6BE2F54B3E76}"/>
              </a:ext>
            </a:extLst>
          </p:cNvPr>
          <p:cNvSpPr/>
          <p:nvPr/>
        </p:nvSpPr>
        <p:spPr bwMode="auto">
          <a:xfrm>
            <a:off x="5328891" y="5611964"/>
            <a:ext cx="1161587" cy="343995"/>
          </a:xfrm>
          <a:prstGeom prst="roundRect">
            <a:avLst/>
          </a:prstGeom>
          <a:noFill/>
          <a:ln/>
        </p:spPr>
        <p:style>
          <a:lnRef idx="2">
            <a:schemeClr val="dk1"/>
          </a:lnRef>
          <a:fillRef idx="1">
            <a:schemeClr val="lt1"/>
          </a:fillRef>
          <a:effectRef idx="0">
            <a:schemeClr val="dk1"/>
          </a:effectRef>
          <a:fontRef idx="minor">
            <a:schemeClr val="dk1"/>
          </a:fontRef>
        </p:style>
        <p:txBody>
          <a:bodyPr vert="horz" wrap="non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r>
              <a:rPr kumimoji="1" lang="en-US" altLang="zh-CN" sz="14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simd-gather</a:t>
            </a:r>
            <a:endParaRPr kumimoji="1" lang="zh-CN" altLang="en-US" sz="1400" b="0" i="0" u="none" strike="noStrike" cap="none" normalizeH="0" baseline="0" dirty="0">
              <a:ln>
                <a:noFill/>
              </a:ln>
              <a:solidFill>
                <a:schemeClr val="tx1"/>
              </a:solidFill>
              <a:effectLst/>
              <a:latin typeface="Arial" panose="020B0604020202020204" pitchFamily="34" charset="0"/>
              <a:ea typeface="黑体" panose="02010609060101010101" pitchFamily="49" charset="-122"/>
            </a:endParaRPr>
          </a:p>
        </p:txBody>
      </p:sp>
      <p:cxnSp>
        <p:nvCxnSpPr>
          <p:cNvPr id="52" name="直接箭头连接符 51">
            <a:extLst>
              <a:ext uri="{FF2B5EF4-FFF2-40B4-BE49-F238E27FC236}">
                <a16:creationId xmlns:a16="http://schemas.microsoft.com/office/drawing/2014/main" id="{AE84BFF5-8D2F-2316-06E8-88748324C06D}"/>
              </a:ext>
            </a:extLst>
          </p:cNvPr>
          <p:cNvCxnSpPr>
            <a:stCxn id="50" idx="2"/>
          </p:cNvCxnSpPr>
          <p:nvPr/>
        </p:nvCxnSpPr>
        <p:spPr bwMode="auto">
          <a:xfrm>
            <a:off x="5909685" y="5955959"/>
            <a:ext cx="0" cy="30623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54" name="文本框 53">
            <a:extLst>
              <a:ext uri="{FF2B5EF4-FFF2-40B4-BE49-F238E27FC236}">
                <a16:creationId xmlns:a16="http://schemas.microsoft.com/office/drawing/2014/main" id="{2A9B351D-F8C1-F53F-D6F7-51E3C3B14706}"/>
              </a:ext>
            </a:extLst>
          </p:cNvPr>
          <p:cNvSpPr txBox="1"/>
          <p:nvPr/>
        </p:nvSpPr>
        <p:spPr>
          <a:xfrm>
            <a:off x="4083333" y="6202368"/>
            <a:ext cx="1399276" cy="338554"/>
          </a:xfrm>
          <a:prstGeom prst="rect">
            <a:avLst/>
          </a:prstGeom>
          <a:noFill/>
        </p:spPr>
        <p:txBody>
          <a:bodyPr wrap="square">
            <a:spAutoFit/>
          </a:bodyPr>
          <a:lstStyle/>
          <a:p>
            <a:r>
              <a:rPr kumimoji="1" lang="zh-CN" altLang="en-US" sz="1600" dirty="0">
                <a:solidFill>
                  <a:schemeClr val="tx1"/>
                </a:solidFill>
                <a:latin typeface="微软雅黑" panose="020B0503020204020204" pitchFamily="34" charset="-122"/>
                <a:ea typeface="微软雅黑" panose="020B0503020204020204" pitchFamily="34" charset="-122"/>
              </a:rPr>
              <a:t>向量寄存器</a:t>
            </a:r>
            <a:r>
              <a:rPr kumimoji="1" lang="en-US" altLang="zh-CN" sz="1600" dirty="0">
                <a:solidFill>
                  <a:schemeClr val="tx1"/>
                </a:solidFill>
                <a:latin typeface="微软雅黑" panose="020B0503020204020204" pitchFamily="34" charset="-122"/>
                <a:ea typeface="微软雅黑" panose="020B0503020204020204" pitchFamily="34" charset="-122"/>
              </a:rPr>
              <a:t>R</a:t>
            </a:r>
            <a:endParaRPr lang="zh-CN" altLang="en-US" sz="1600" dirty="0"/>
          </a:p>
        </p:txBody>
      </p:sp>
      <p:cxnSp>
        <p:nvCxnSpPr>
          <p:cNvPr id="5" name="连接符: 肘形 4">
            <a:extLst>
              <a:ext uri="{FF2B5EF4-FFF2-40B4-BE49-F238E27FC236}">
                <a16:creationId xmlns:a16="http://schemas.microsoft.com/office/drawing/2014/main" id="{71B69AFB-6BE4-F40B-7E31-40BE0ABE45E0}"/>
              </a:ext>
            </a:extLst>
          </p:cNvPr>
          <p:cNvCxnSpPr>
            <a:stCxn id="29" idx="2"/>
            <a:endCxn id="50" idx="0"/>
          </p:cNvCxnSpPr>
          <p:nvPr/>
        </p:nvCxnSpPr>
        <p:spPr bwMode="auto">
          <a:xfrm rot="16200000" flipH="1">
            <a:off x="2892800" y="2595079"/>
            <a:ext cx="2005192" cy="4028577"/>
          </a:xfrm>
          <a:prstGeom prst="bentConnector3">
            <a:avLst>
              <a:gd name="adj1" fmla="val 88381"/>
            </a:avLst>
          </a:prstGeom>
          <a:ln w="12700">
            <a:tailEnd type="triangle"/>
          </a:ln>
        </p:spPr>
        <p:style>
          <a:lnRef idx="1">
            <a:schemeClr val="dk1"/>
          </a:lnRef>
          <a:fillRef idx="0">
            <a:schemeClr val="dk1"/>
          </a:fillRef>
          <a:effectRef idx="0">
            <a:schemeClr val="dk1"/>
          </a:effectRef>
          <a:fontRef idx="minor">
            <a:schemeClr val="tx1"/>
          </a:fontRef>
        </p:style>
      </p:cxnSp>
      <p:cxnSp>
        <p:nvCxnSpPr>
          <p:cNvPr id="9" name="连接符: 肘形 8">
            <a:extLst>
              <a:ext uri="{FF2B5EF4-FFF2-40B4-BE49-F238E27FC236}">
                <a16:creationId xmlns:a16="http://schemas.microsoft.com/office/drawing/2014/main" id="{326B28D6-BB2F-AFE3-D5B3-F1F49439D485}"/>
              </a:ext>
            </a:extLst>
          </p:cNvPr>
          <p:cNvCxnSpPr>
            <a:stCxn id="36" idx="2"/>
            <a:endCxn id="50" idx="0"/>
          </p:cNvCxnSpPr>
          <p:nvPr/>
        </p:nvCxnSpPr>
        <p:spPr bwMode="auto">
          <a:xfrm rot="16200000" flipH="1">
            <a:off x="3735001" y="3437280"/>
            <a:ext cx="1578880" cy="2770488"/>
          </a:xfrm>
          <a:prstGeom prst="bentConnector3">
            <a:avLst>
              <a:gd name="adj1" fmla="val 85714"/>
            </a:avLst>
          </a:prstGeom>
          <a:ln w="12700">
            <a:tailEnd type="triangle"/>
          </a:ln>
        </p:spPr>
        <p:style>
          <a:lnRef idx="1">
            <a:schemeClr val="dk1"/>
          </a:lnRef>
          <a:fillRef idx="0">
            <a:schemeClr val="dk1"/>
          </a:fillRef>
          <a:effectRef idx="0">
            <a:schemeClr val="dk1"/>
          </a:effectRef>
          <a:fontRef idx="minor">
            <a:schemeClr val="tx1"/>
          </a:fontRef>
        </p:style>
      </p:cxnSp>
      <p:cxnSp>
        <p:nvCxnSpPr>
          <p:cNvPr id="15" name="连接符: 肘形 14">
            <a:extLst>
              <a:ext uri="{FF2B5EF4-FFF2-40B4-BE49-F238E27FC236}">
                <a16:creationId xmlns:a16="http://schemas.microsoft.com/office/drawing/2014/main" id="{1BB21B7A-7F93-6A2E-88D0-CDC06591EC41}"/>
              </a:ext>
            </a:extLst>
          </p:cNvPr>
          <p:cNvCxnSpPr>
            <a:stCxn id="37" idx="2"/>
            <a:endCxn id="50" idx="0"/>
          </p:cNvCxnSpPr>
          <p:nvPr/>
        </p:nvCxnSpPr>
        <p:spPr bwMode="auto">
          <a:xfrm rot="16200000" flipH="1">
            <a:off x="4758705" y="4460983"/>
            <a:ext cx="1142409" cy="1159552"/>
          </a:xfrm>
          <a:prstGeom prst="bentConnector3">
            <a:avLst>
              <a:gd name="adj1" fmla="val 80016"/>
            </a:avLst>
          </a:prstGeom>
          <a:ln w="12700">
            <a:tailEnd type="triangle"/>
          </a:ln>
        </p:spPr>
        <p:style>
          <a:lnRef idx="1">
            <a:schemeClr val="dk1"/>
          </a:lnRef>
          <a:fillRef idx="0">
            <a:schemeClr val="dk1"/>
          </a:fillRef>
          <a:effectRef idx="0">
            <a:schemeClr val="dk1"/>
          </a:effectRef>
          <a:fontRef idx="minor">
            <a:schemeClr val="tx1"/>
          </a:fontRef>
        </p:style>
      </p:cxnSp>
      <p:cxnSp>
        <p:nvCxnSpPr>
          <p:cNvPr id="24" name="连接符: 肘形 23">
            <a:extLst>
              <a:ext uri="{FF2B5EF4-FFF2-40B4-BE49-F238E27FC236}">
                <a16:creationId xmlns:a16="http://schemas.microsoft.com/office/drawing/2014/main" id="{A9D4F12C-4394-8B81-CF84-3D181F2C720A}"/>
              </a:ext>
            </a:extLst>
          </p:cNvPr>
          <p:cNvCxnSpPr>
            <a:stCxn id="38" idx="2"/>
            <a:endCxn id="50" idx="0"/>
          </p:cNvCxnSpPr>
          <p:nvPr/>
        </p:nvCxnSpPr>
        <p:spPr bwMode="auto">
          <a:xfrm rot="5400000">
            <a:off x="5783626" y="5024305"/>
            <a:ext cx="713718" cy="461600"/>
          </a:xfrm>
          <a:prstGeom prst="bentConnector3">
            <a:avLst>
              <a:gd name="adj1" fmla="val 67082"/>
            </a:avLst>
          </a:prstGeom>
          <a:ln w="12700">
            <a:tailEnd type="triangle"/>
          </a:ln>
        </p:spPr>
        <p:style>
          <a:lnRef idx="1">
            <a:schemeClr val="dk1"/>
          </a:lnRef>
          <a:fillRef idx="0">
            <a:schemeClr val="dk1"/>
          </a:fillRef>
          <a:effectRef idx="0">
            <a:schemeClr val="dk1"/>
          </a:effectRef>
          <a:fontRef idx="minor">
            <a:schemeClr val="tx1"/>
          </a:fontRef>
        </p:style>
      </p:cxnSp>
      <p:sp>
        <p:nvSpPr>
          <p:cNvPr id="51" name="Rectangle 11">
            <a:extLst>
              <a:ext uri="{FF2B5EF4-FFF2-40B4-BE49-F238E27FC236}">
                <a16:creationId xmlns:a16="http://schemas.microsoft.com/office/drawing/2014/main" id="{BF8FF846-BD52-2B3C-0B8A-FF1F63F5553F}"/>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3.1.2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 name="灯片编号占位符 1">
            <a:extLst>
              <a:ext uri="{FF2B5EF4-FFF2-40B4-BE49-F238E27FC236}">
                <a16:creationId xmlns:a16="http://schemas.microsoft.com/office/drawing/2014/main" id="{258D131A-3DEB-7F2F-7A6B-CC1EA58E19C0}"/>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13</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139574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DCD3BCD4-42C0-32D6-81D7-CEB57A4A1C90}"/>
              </a:ext>
            </a:extLst>
          </p:cNvPr>
          <p:cNvSpPr/>
          <p:nvPr/>
        </p:nvSpPr>
        <p:spPr>
          <a:xfrm>
            <a:off x="541573" y="1916832"/>
            <a:ext cx="8062875" cy="874407"/>
          </a:xfrm>
          <a:prstGeom prst="rect">
            <a:avLst/>
          </a:prstGeom>
        </p:spPr>
        <p:txBody>
          <a:bodyPr wrap="square">
            <a:spAutoFit/>
          </a:bodyPr>
          <a:lstStyle/>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基于</a:t>
            </a:r>
            <a:r>
              <a:rPr kumimoji="1" lang="en-US" altLang="zh-CN" sz="1800" b="1" dirty="0">
                <a:solidFill>
                  <a:schemeClr val="tx1"/>
                </a:solidFill>
                <a:latin typeface="微软雅黑" panose="020B0503020204020204" pitchFamily="34" charset="-122"/>
                <a:ea typeface="微软雅黑" panose="020B0503020204020204" pitchFamily="34" charset="-122"/>
              </a:rPr>
              <a:t>AVX-512</a:t>
            </a:r>
            <a:r>
              <a:rPr kumimoji="1" lang="zh-CN" altLang="en-US" sz="1800" b="1" dirty="0">
                <a:solidFill>
                  <a:schemeClr val="tx1"/>
                </a:solidFill>
                <a:latin typeface="微软雅黑" panose="020B0503020204020204" pitchFamily="34" charset="-122"/>
                <a:ea typeface="微软雅黑" panose="020B0503020204020204" pitchFamily="34" charset="-122"/>
              </a:rPr>
              <a:t>指令集的并行特征提取算法</a:t>
            </a:r>
            <a:r>
              <a:rPr kumimoji="1" lang="en-US" altLang="zh-CN" sz="1800" b="1" dirty="0">
                <a:solidFill>
                  <a:schemeClr val="tx1"/>
                </a:solidFill>
                <a:latin typeface="微软雅黑" panose="020B0503020204020204" pitchFamily="34" charset="-122"/>
                <a:ea typeface="微软雅黑" panose="020B0503020204020204" pitchFamily="34" charset="-122"/>
              </a:rPr>
              <a:t>PFE</a:t>
            </a:r>
            <a:r>
              <a:rPr kumimoji="1" lang="zh-CN" altLang="en-US" sz="1800" dirty="0">
                <a:solidFill>
                  <a:schemeClr val="tx1"/>
                </a:solidFill>
                <a:latin typeface="微软雅黑" panose="020B0503020204020204" pitchFamily="34" charset="-122"/>
                <a:ea typeface="微软雅黑" panose="020B0503020204020204" pitchFamily="34" charset="-122"/>
              </a:rPr>
              <a:t>，主要分为五个步骤</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第三步：计算向量寄存器中各字节的</a:t>
            </a:r>
            <a:r>
              <a:rPr kumimoji="1" lang="en-US" altLang="zh-CN" sz="1800" dirty="0">
                <a:solidFill>
                  <a:schemeClr val="tx1"/>
                </a:solidFill>
                <a:latin typeface="微软雅黑" panose="020B0503020204020204" pitchFamily="34" charset="-122"/>
                <a:ea typeface="微软雅黑" panose="020B0503020204020204" pitchFamily="34" charset="-122"/>
              </a:rPr>
              <a:t>Rabin</a:t>
            </a:r>
            <a:r>
              <a:rPr kumimoji="1" lang="zh-CN" altLang="en-US" sz="1800" dirty="0">
                <a:solidFill>
                  <a:schemeClr val="tx1"/>
                </a:solidFill>
                <a:latin typeface="微软雅黑" panose="020B0503020204020204" pitchFamily="34" charset="-122"/>
                <a:ea typeface="微软雅黑" panose="020B0503020204020204" pitchFamily="34" charset="-122"/>
              </a:rPr>
              <a:t>指纹并更新特征值</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C3DEA584-8341-DEF7-F33B-62C24C3C50F2}"/>
              </a:ext>
            </a:extLst>
          </p:cNvPr>
          <p:cNvPicPr>
            <a:picLocks noChangeAspect="1"/>
          </p:cNvPicPr>
          <p:nvPr/>
        </p:nvPicPr>
        <p:blipFill>
          <a:blip r:embed="rId4"/>
          <a:stretch>
            <a:fillRect/>
          </a:stretch>
        </p:blipFill>
        <p:spPr>
          <a:xfrm>
            <a:off x="1347090" y="2791239"/>
            <a:ext cx="6449820" cy="3949200"/>
          </a:xfrm>
          <a:prstGeom prst="rect">
            <a:avLst/>
          </a:prstGeom>
        </p:spPr>
      </p:pic>
      <p:sp>
        <p:nvSpPr>
          <p:cNvPr id="6" name="Rectangle 11">
            <a:extLst>
              <a:ext uri="{FF2B5EF4-FFF2-40B4-BE49-F238E27FC236}">
                <a16:creationId xmlns:a16="http://schemas.microsoft.com/office/drawing/2014/main" id="{201D80CC-F1F4-F038-4813-AB4184ADF8EE}"/>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3.1.2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 name="灯片编号占位符 1">
            <a:extLst>
              <a:ext uri="{FF2B5EF4-FFF2-40B4-BE49-F238E27FC236}">
                <a16:creationId xmlns:a16="http://schemas.microsoft.com/office/drawing/2014/main" id="{BABC09E6-460E-418B-AB24-BBCD7B67981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14</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985159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1E610284-3F4E-A284-4A38-412BD1324ABD}"/>
              </a:ext>
            </a:extLst>
          </p:cNvPr>
          <p:cNvSpPr/>
          <p:nvPr/>
        </p:nvSpPr>
        <p:spPr>
          <a:xfrm>
            <a:off x="541573" y="1916832"/>
            <a:ext cx="8062875" cy="874407"/>
          </a:xfrm>
          <a:prstGeom prst="rect">
            <a:avLst/>
          </a:prstGeom>
        </p:spPr>
        <p:txBody>
          <a:bodyPr wrap="square">
            <a:spAutoFit/>
          </a:bodyPr>
          <a:lstStyle/>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基于</a:t>
            </a:r>
            <a:r>
              <a:rPr kumimoji="1" lang="en-US" altLang="zh-CN" sz="1800" b="1" dirty="0">
                <a:solidFill>
                  <a:schemeClr val="tx1"/>
                </a:solidFill>
                <a:latin typeface="微软雅黑" panose="020B0503020204020204" pitchFamily="34" charset="-122"/>
                <a:ea typeface="微软雅黑" panose="020B0503020204020204" pitchFamily="34" charset="-122"/>
              </a:rPr>
              <a:t>AVX-512</a:t>
            </a:r>
            <a:r>
              <a:rPr kumimoji="1" lang="zh-CN" altLang="en-US" sz="1800" b="1" dirty="0">
                <a:solidFill>
                  <a:schemeClr val="tx1"/>
                </a:solidFill>
                <a:latin typeface="微软雅黑" panose="020B0503020204020204" pitchFamily="34" charset="-122"/>
                <a:ea typeface="微软雅黑" panose="020B0503020204020204" pitchFamily="34" charset="-122"/>
              </a:rPr>
              <a:t>指令集的并行特征提取算法</a:t>
            </a:r>
            <a:r>
              <a:rPr kumimoji="1" lang="en-US" altLang="zh-CN" sz="1800" b="1" dirty="0">
                <a:solidFill>
                  <a:schemeClr val="tx1"/>
                </a:solidFill>
                <a:latin typeface="微软雅黑" panose="020B0503020204020204" pitchFamily="34" charset="-122"/>
                <a:ea typeface="微软雅黑" panose="020B0503020204020204" pitchFamily="34" charset="-122"/>
              </a:rPr>
              <a:t>PFE</a:t>
            </a:r>
            <a:r>
              <a:rPr kumimoji="1" lang="zh-CN" altLang="en-US" sz="1800" dirty="0">
                <a:solidFill>
                  <a:schemeClr val="tx1"/>
                </a:solidFill>
                <a:latin typeface="微软雅黑" panose="020B0503020204020204" pitchFamily="34" charset="-122"/>
                <a:ea typeface="微软雅黑" panose="020B0503020204020204" pitchFamily="34" charset="-122"/>
              </a:rPr>
              <a:t>，主要分为五个步骤</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第四步：各个子区域的滑动窗口向右滑动，回到第二步</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C29B6E1C-C902-BDF3-5D7C-8C636A1E1309}"/>
              </a:ext>
            </a:extLst>
          </p:cNvPr>
          <p:cNvSpPr/>
          <p:nvPr/>
        </p:nvSpPr>
        <p:spPr bwMode="auto">
          <a:xfrm>
            <a:off x="1331640" y="2913132"/>
            <a:ext cx="6480720" cy="248466"/>
          </a:xfrm>
          <a:prstGeom prst="rect">
            <a:avLst/>
          </a:prstGeom>
          <a:solidFill>
            <a:srgbClr val="D9E7FB"/>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8" name="矩形 7">
            <a:extLst>
              <a:ext uri="{FF2B5EF4-FFF2-40B4-BE49-F238E27FC236}">
                <a16:creationId xmlns:a16="http://schemas.microsoft.com/office/drawing/2014/main" id="{01CF271D-1D65-033A-BD7D-FBD95F77D5D5}"/>
              </a:ext>
            </a:extLst>
          </p:cNvPr>
          <p:cNvSpPr/>
          <p:nvPr/>
        </p:nvSpPr>
        <p:spPr bwMode="auto">
          <a:xfrm>
            <a:off x="2952000" y="3790029"/>
            <a:ext cx="162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9" name="直接连接符 8">
            <a:extLst>
              <a:ext uri="{FF2B5EF4-FFF2-40B4-BE49-F238E27FC236}">
                <a16:creationId xmlns:a16="http://schemas.microsoft.com/office/drawing/2014/main" id="{E1CBDF7D-9D55-7150-CAB5-96E7F7FCBACA}"/>
              </a:ext>
            </a:extLst>
          </p:cNvPr>
          <p:cNvCxnSpPr>
            <a:cxnSpLocks/>
          </p:cNvCxnSpPr>
          <p:nvPr/>
        </p:nvCxnSpPr>
        <p:spPr bwMode="auto">
          <a:xfrm flipV="1">
            <a:off x="295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9D7944DE-C072-A2FB-7B8D-D4047BBF1922}"/>
              </a:ext>
            </a:extLst>
          </p:cNvPr>
          <p:cNvCxnSpPr>
            <a:cxnSpLocks/>
          </p:cNvCxnSpPr>
          <p:nvPr/>
        </p:nvCxnSpPr>
        <p:spPr bwMode="auto">
          <a:xfrm flipV="1">
            <a:off x="133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11" name="矩形 10">
            <a:extLst>
              <a:ext uri="{FF2B5EF4-FFF2-40B4-BE49-F238E27FC236}">
                <a16:creationId xmlns:a16="http://schemas.microsoft.com/office/drawing/2014/main" id="{34FA96D8-1A8F-1A5C-499B-C567A611A52E}"/>
              </a:ext>
            </a:extLst>
          </p:cNvPr>
          <p:cNvSpPr/>
          <p:nvPr/>
        </p:nvSpPr>
        <p:spPr bwMode="auto">
          <a:xfrm>
            <a:off x="1331640" y="3356993"/>
            <a:ext cx="162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12" name="直接连接符 11">
            <a:extLst>
              <a:ext uri="{FF2B5EF4-FFF2-40B4-BE49-F238E27FC236}">
                <a16:creationId xmlns:a16="http://schemas.microsoft.com/office/drawing/2014/main" id="{6039E123-94A3-288B-FA78-1EEAAED5A00E}"/>
              </a:ext>
            </a:extLst>
          </p:cNvPr>
          <p:cNvCxnSpPr>
            <a:cxnSpLocks/>
          </p:cNvCxnSpPr>
          <p:nvPr/>
        </p:nvCxnSpPr>
        <p:spPr bwMode="auto">
          <a:xfrm flipV="1">
            <a:off x="7812360" y="2852936"/>
            <a:ext cx="0" cy="2304256"/>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96D5DB6-50C1-96F9-6B6B-DD53471C6366}"/>
              </a:ext>
            </a:extLst>
          </p:cNvPr>
          <p:cNvCxnSpPr>
            <a:cxnSpLocks/>
          </p:cNvCxnSpPr>
          <p:nvPr/>
        </p:nvCxnSpPr>
        <p:spPr bwMode="auto">
          <a:xfrm flipV="1">
            <a:off x="6194632"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1DFDCC81-EB95-C1D2-101D-77033739AE0E}"/>
              </a:ext>
            </a:extLst>
          </p:cNvPr>
          <p:cNvCxnSpPr>
            <a:cxnSpLocks/>
          </p:cNvCxnSpPr>
          <p:nvPr/>
        </p:nvCxnSpPr>
        <p:spPr bwMode="auto">
          <a:xfrm flipV="1">
            <a:off x="457200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16" name="矩形 15">
            <a:extLst>
              <a:ext uri="{FF2B5EF4-FFF2-40B4-BE49-F238E27FC236}">
                <a16:creationId xmlns:a16="http://schemas.microsoft.com/office/drawing/2014/main" id="{80B02238-5AA0-E41A-948A-3A0558A7AAFC}"/>
              </a:ext>
            </a:extLst>
          </p:cNvPr>
          <p:cNvSpPr/>
          <p:nvPr/>
        </p:nvSpPr>
        <p:spPr bwMode="auto">
          <a:xfrm>
            <a:off x="4567436" y="4221089"/>
            <a:ext cx="162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7" name="矩形 16">
            <a:extLst>
              <a:ext uri="{FF2B5EF4-FFF2-40B4-BE49-F238E27FC236}">
                <a16:creationId xmlns:a16="http://schemas.microsoft.com/office/drawing/2014/main" id="{B8157044-4B98-6D9C-31AC-825B95D68723}"/>
              </a:ext>
            </a:extLst>
          </p:cNvPr>
          <p:cNvSpPr/>
          <p:nvPr/>
        </p:nvSpPr>
        <p:spPr bwMode="auto">
          <a:xfrm>
            <a:off x="6194632" y="4653136"/>
            <a:ext cx="1620000" cy="248466"/>
          </a:xfrm>
          <a:prstGeom prst="rect">
            <a:avLst/>
          </a:prstGeom>
          <a:solidFill>
            <a:srgbClr val="FFC0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8" name="矩形 17">
            <a:extLst>
              <a:ext uri="{FF2B5EF4-FFF2-40B4-BE49-F238E27FC236}">
                <a16:creationId xmlns:a16="http://schemas.microsoft.com/office/drawing/2014/main" id="{A2663C09-8055-7046-0B17-DF23BF01CA67}"/>
              </a:ext>
            </a:extLst>
          </p:cNvPr>
          <p:cNvSpPr/>
          <p:nvPr/>
        </p:nvSpPr>
        <p:spPr bwMode="auto">
          <a:xfrm>
            <a:off x="2951640" y="3356992"/>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9" name="矩形 18">
            <a:extLst>
              <a:ext uri="{FF2B5EF4-FFF2-40B4-BE49-F238E27FC236}">
                <a16:creationId xmlns:a16="http://schemas.microsoft.com/office/drawing/2014/main" id="{B40774A8-3E69-48D9-21BA-A10A62A19385}"/>
              </a:ext>
            </a:extLst>
          </p:cNvPr>
          <p:cNvSpPr/>
          <p:nvPr/>
        </p:nvSpPr>
        <p:spPr bwMode="auto">
          <a:xfrm>
            <a:off x="2596205" y="3790029"/>
            <a:ext cx="36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0" name="矩形 19">
            <a:extLst>
              <a:ext uri="{FF2B5EF4-FFF2-40B4-BE49-F238E27FC236}">
                <a16:creationId xmlns:a16="http://schemas.microsoft.com/office/drawing/2014/main" id="{4D0D5CAA-F865-AEBE-2A54-1817794A4322}"/>
              </a:ext>
            </a:extLst>
          </p:cNvPr>
          <p:cNvSpPr/>
          <p:nvPr/>
        </p:nvSpPr>
        <p:spPr bwMode="auto">
          <a:xfrm>
            <a:off x="4202512" y="4221089"/>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1" name="矩形 20">
            <a:extLst>
              <a:ext uri="{FF2B5EF4-FFF2-40B4-BE49-F238E27FC236}">
                <a16:creationId xmlns:a16="http://schemas.microsoft.com/office/drawing/2014/main" id="{3F657237-F2A7-110D-D1A1-92B4B3C33C16}"/>
              </a:ext>
            </a:extLst>
          </p:cNvPr>
          <p:cNvSpPr/>
          <p:nvPr/>
        </p:nvSpPr>
        <p:spPr bwMode="auto">
          <a:xfrm>
            <a:off x="5832361" y="4653136"/>
            <a:ext cx="36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2" name="矩形 21">
            <a:extLst>
              <a:ext uri="{FF2B5EF4-FFF2-40B4-BE49-F238E27FC236}">
                <a16:creationId xmlns:a16="http://schemas.microsoft.com/office/drawing/2014/main" id="{5FBB9A79-9024-BAF2-97B7-321ABC0C32D4}"/>
              </a:ext>
            </a:extLst>
          </p:cNvPr>
          <p:cNvSpPr/>
          <p:nvPr/>
        </p:nvSpPr>
        <p:spPr bwMode="auto">
          <a:xfrm>
            <a:off x="1553485" y="3295813"/>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3" name="矩形 22">
            <a:extLst>
              <a:ext uri="{FF2B5EF4-FFF2-40B4-BE49-F238E27FC236}">
                <a16:creationId xmlns:a16="http://schemas.microsoft.com/office/drawing/2014/main" id="{2332BFAD-D10B-CB1B-BAA2-3820B45BD104}"/>
              </a:ext>
            </a:extLst>
          </p:cNvPr>
          <p:cNvSpPr/>
          <p:nvPr/>
        </p:nvSpPr>
        <p:spPr bwMode="auto">
          <a:xfrm>
            <a:off x="2798517" y="3734262"/>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4" name="矩形 23">
            <a:extLst>
              <a:ext uri="{FF2B5EF4-FFF2-40B4-BE49-F238E27FC236}">
                <a16:creationId xmlns:a16="http://schemas.microsoft.com/office/drawing/2014/main" id="{4DA06BCF-C62E-9557-C05A-F8B993156658}"/>
              </a:ext>
            </a:extLst>
          </p:cNvPr>
          <p:cNvSpPr/>
          <p:nvPr/>
        </p:nvSpPr>
        <p:spPr bwMode="auto">
          <a:xfrm>
            <a:off x="4428589" y="4165322"/>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5" name="矩形 24">
            <a:extLst>
              <a:ext uri="{FF2B5EF4-FFF2-40B4-BE49-F238E27FC236}">
                <a16:creationId xmlns:a16="http://schemas.microsoft.com/office/drawing/2014/main" id="{3465A44A-699C-CDC3-AEFE-6E1A7214CB04}"/>
              </a:ext>
            </a:extLst>
          </p:cNvPr>
          <p:cNvSpPr/>
          <p:nvPr/>
        </p:nvSpPr>
        <p:spPr bwMode="auto">
          <a:xfrm>
            <a:off x="6046090" y="4594013"/>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3" name="直接箭头连接符 2">
            <a:extLst>
              <a:ext uri="{FF2B5EF4-FFF2-40B4-BE49-F238E27FC236}">
                <a16:creationId xmlns:a16="http://schemas.microsoft.com/office/drawing/2014/main" id="{B4EEBF5A-B0B7-1645-B120-F10F4E868357}"/>
              </a:ext>
            </a:extLst>
          </p:cNvPr>
          <p:cNvCxnSpPr>
            <a:cxnSpLocks/>
            <a:stCxn id="11" idx="1"/>
            <a:endCxn id="22" idx="1"/>
          </p:cNvCxnSpPr>
          <p:nvPr/>
        </p:nvCxnSpPr>
        <p:spPr bwMode="auto">
          <a:xfrm flipV="1">
            <a:off x="1331640" y="3475813"/>
            <a:ext cx="221845" cy="5413"/>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9A8E507C-F895-EE3C-9619-125BE4D89FA8}"/>
              </a:ext>
            </a:extLst>
          </p:cNvPr>
          <p:cNvCxnSpPr/>
          <p:nvPr/>
        </p:nvCxnSpPr>
        <p:spPr bwMode="auto">
          <a:xfrm flipV="1">
            <a:off x="2593934" y="3910574"/>
            <a:ext cx="221845" cy="5413"/>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4D129039-2EFB-2B88-70FE-333389FA25E9}"/>
              </a:ext>
            </a:extLst>
          </p:cNvPr>
          <p:cNvCxnSpPr/>
          <p:nvPr/>
        </p:nvCxnSpPr>
        <p:spPr bwMode="auto">
          <a:xfrm flipV="1">
            <a:off x="4212001" y="4349016"/>
            <a:ext cx="221845" cy="5413"/>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9" name="直接箭头连接符 28">
            <a:extLst>
              <a:ext uri="{FF2B5EF4-FFF2-40B4-BE49-F238E27FC236}">
                <a16:creationId xmlns:a16="http://schemas.microsoft.com/office/drawing/2014/main" id="{68FB6A26-75FF-788C-89C4-7E661C5B2287}"/>
              </a:ext>
            </a:extLst>
          </p:cNvPr>
          <p:cNvCxnSpPr/>
          <p:nvPr/>
        </p:nvCxnSpPr>
        <p:spPr bwMode="auto">
          <a:xfrm flipV="1">
            <a:off x="5832495" y="4768600"/>
            <a:ext cx="221845" cy="5413"/>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6" name="Rectangle 11">
            <a:extLst>
              <a:ext uri="{FF2B5EF4-FFF2-40B4-BE49-F238E27FC236}">
                <a16:creationId xmlns:a16="http://schemas.microsoft.com/office/drawing/2014/main" id="{C3F7FF92-E494-A60F-F05F-CB004837AB16}"/>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3.1.2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 name="灯片编号占位符 1">
            <a:extLst>
              <a:ext uri="{FF2B5EF4-FFF2-40B4-BE49-F238E27FC236}">
                <a16:creationId xmlns:a16="http://schemas.microsoft.com/office/drawing/2014/main" id="{6CDD2BED-70CE-C72E-C71B-1BD5D6D90EB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15</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130200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1E610284-3F4E-A284-4A38-412BD1324ABD}"/>
              </a:ext>
            </a:extLst>
          </p:cNvPr>
          <p:cNvSpPr/>
          <p:nvPr/>
        </p:nvSpPr>
        <p:spPr>
          <a:xfrm>
            <a:off x="541573" y="1916832"/>
            <a:ext cx="8062875" cy="874407"/>
          </a:xfrm>
          <a:prstGeom prst="rect">
            <a:avLst/>
          </a:prstGeom>
        </p:spPr>
        <p:txBody>
          <a:bodyPr wrap="square">
            <a:spAutoFit/>
          </a:bodyPr>
          <a:lstStyle/>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基于</a:t>
            </a:r>
            <a:r>
              <a:rPr kumimoji="1" lang="en-US" altLang="zh-CN" sz="1800" b="1" dirty="0">
                <a:solidFill>
                  <a:schemeClr val="tx1"/>
                </a:solidFill>
                <a:latin typeface="微软雅黑" panose="020B0503020204020204" pitchFamily="34" charset="-122"/>
                <a:ea typeface="微软雅黑" panose="020B0503020204020204" pitchFamily="34" charset="-122"/>
              </a:rPr>
              <a:t>AVX-512</a:t>
            </a:r>
            <a:r>
              <a:rPr kumimoji="1" lang="zh-CN" altLang="en-US" sz="1800" b="1" dirty="0">
                <a:solidFill>
                  <a:schemeClr val="tx1"/>
                </a:solidFill>
                <a:latin typeface="微软雅黑" panose="020B0503020204020204" pitchFamily="34" charset="-122"/>
                <a:ea typeface="微软雅黑" panose="020B0503020204020204" pitchFamily="34" charset="-122"/>
              </a:rPr>
              <a:t>指令集的并行特征提取算法</a:t>
            </a:r>
            <a:r>
              <a:rPr kumimoji="1" lang="en-US" altLang="zh-CN" sz="1800" b="1" dirty="0">
                <a:solidFill>
                  <a:schemeClr val="tx1"/>
                </a:solidFill>
                <a:latin typeface="微软雅黑" panose="020B0503020204020204" pitchFamily="34" charset="-122"/>
                <a:ea typeface="微软雅黑" panose="020B0503020204020204" pitchFamily="34" charset="-122"/>
              </a:rPr>
              <a:t>PFE</a:t>
            </a:r>
            <a:r>
              <a:rPr kumimoji="1" lang="zh-CN" altLang="en-US" sz="1800" dirty="0">
                <a:solidFill>
                  <a:schemeClr val="tx1"/>
                </a:solidFill>
                <a:latin typeface="微软雅黑" panose="020B0503020204020204" pitchFamily="34" charset="-122"/>
                <a:ea typeface="微软雅黑" panose="020B0503020204020204" pitchFamily="34" charset="-122"/>
              </a:rPr>
              <a:t>，主要分为五个步骤</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第五步：滑动窗口抵达边界时，将向量寄存器中的特征值写入内存中</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C29B6E1C-C902-BDF3-5D7C-8C636A1E1309}"/>
              </a:ext>
            </a:extLst>
          </p:cNvPr>
          <p:cNvSpPr/>
          <p:nvPr/>
        </p:nvSpPr>
        <p:spPr bwMode="auto">
          <a:xfrm>
            <a:off x="1331640" y="2913132"/>
            <a:ext cx="6480720" cy="248466"/>
          </a:xfrm>
          <a:prstGeom prst="rect">
            <a:avLst/>
          </a:prstGeom>
          <a:solidFill>
            <a:srgbClr val="D9E7FB"/>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8" name="矩形 7">
            <a:extLst>
              <a:ext uri="{FF2B5EF4-FFF2-40B4-BE49-F238E27FC236}">
                <a16:creationId xmlns:a16="http://schemas.microsoft.com/office/drawing/2014/main" id="{01CF271D-1D65-033A-BD7D-FBD95F77D5D5}"/>
              </a:ext>
            </a:extLst>
          </p:cNvPr>
          <p:cNvSpPr/>
          <p:nvPr/>
        </p:nvSpPr>
        <p:spPr bwMode="auto">
          <a:xfrm>
            <a:off x="2952000" y="3790029"/>
            <a:ext cx="162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9" name="直接连接符 8">
            <a:extLst>
              <a:ext uri="{FF2B5EF4-FFF2-40B4-BE49-F238E27FC236}">
                <a16:creationId xmlns:a16="http://schemas.microsoft.com/office/drawing/2014/main" id="{E1CBDF7D-9D55-7150-CAB5-96E7F7FCBACA}"/>
              </a:ext>
            </a:extLst>
          </p:cNvPr>
          <p:cNvCxnSpPr>
            <a:cxnSpLocks/>
          </p:cNvCxnSpPr>
          <p:nvPr/>
        </p:nvCxnSpPr>
        <p:spPr bwMode="auto">
          <a:xfrm flipV="1">
            <a:off x="295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9D7944DE-C072-A2FB-7B8D-D4047BBF1922}"/>
              </a:ext>
            </a:extLst>
          </p:cNvPr>
          <p:cNvCxnSpPr>
            <a:cxnSpLocks/>
          </p:cNvCxnSpPr>
          <p:nvPr/>
        </p:nvCxnSpPr>
        <p:spPr bwMode="auto">
          <a:xfrm flipV="1">
            <a:off x="133164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11" name="矩形 10">
            <a:extLst>
              <a:ext uri="{FF2B5EF4-FFF2-40B4-BE49-F238E27FC236}">
                <a16:creationId xmlns:a16="http://schemas.microsoft.com/office/drawing/2014/main" id="{34FA96D8-1A8F-1A5C-499B-C567A611A52E}"/>
              </a:ext>
            </a:extLst>
          </p:cNvPr>
          <p:cNvSpPr/>
          <p:nvPr/>
        </p:nvSpPr>
        <p:spPr bwMode="auto">
          <a:xfrm>
            <a:off x="1331640" y="3356993"/>
            <a:ext cx="162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cxnSp>
        <p:nvCxnSpPr>
          <p:cNvPr id="12" name="直接连接符 11">
            <a:extLst>
              <a:ext uri="{FF2B5EF4-FFF2-40B4-BE49-F238E27FC236}">
                <a16:creationId xmlns:a16="http://schemas.microsoft.com/office/drawing/2014/main" id="{6039E123-94A3-288B-FA78-1EEAAED5A00E}"/>
              </a:ext>
            </a:extLst>
          </p:cNvPr>
          <p:cNvCxnSpPr>
            <a:cxnSpLocks/>
          </p:cNvCxnSpPr>
          <p:nvPr/>
        </p:nvCxnSpPr>
        <p:spPr bwMode="auto">
          <a:xfrm flipV="1">
            <a:off x="7812360" y="2852936"/>
            <a:ext cx="0" cy="2304256"/>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96D5DB6-50C1-96F9-6B6B-DD53471C6366}"/>
              </a:ext>
            </a:extLst>
          </p:cNvPr>
          <p:cNvCxnSpPr>
            <a:cxnSpLocks/>
          </p:cNvCxnSpPr>
          <p:nvPr/>
        </p:nvCxnSpPr>
        <p:spPr bwMode="auto">
          <a:xfrm flipV="1">
            <a:off x="6194632"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1DFDCC81-EB95-C1D2-101D-77033739AE0E}"/>
              </a:ext>
            </a:extLst>
          </p:cNvPr>
          <p:cNvCxnSpPr>
            <a:cxnSpLocks/>
          </p:cNvCxnSpPr>
          <p:nvPr/>
        </p:nvCxnSpPr>
        <p:spPr bwMode="auto">
          <a:xfrm flipV="1">
            <a:off x="4572000" y="2852936"/>
            <a:ext cx="0" cy="2304256"/>
          </a:xfrm>
          <a:prstGeom prst="line">
            <a:avLst/>
          </a:prstGeom>
          <a:ln w="19050">
            <a:solidFill>
              <a:schemeClr val="tx1"/>
            </a:solidFill>
            <a:prstDash val="dash"/>
          </a:ln>
        </p:spPr>
        <p:style>
          <a:lnRef idx="1">
            <a:schemeClr val="dk1"/>
          </a:lnRef>
          <a:fillRef idx="0">
            <a:schemeClr val="dk1"/>
          </a:fillRef>
          <a:effectRef idx="0">
            <a:schemeClr val="dk1"/>
          </a:effectRef>
          <a:fontRef idx="minor">
            <a:schemeClr val="tx1"/>
          </a:fontRef>
        </p:style>
      </p:cxnSp>
      <p:sp>
        <p:nvSpPr>
          <p:cNvPr id="16" name="矩形 15">
            <a:extLst>
              <a:ext uri="{FF2B5EF4-FFF2-40B4-BE49-F238E27FC236}">
                <a16:creationId xmlns:a16="http://schemas.microsoft.com/office/drawing/2014/main" id="{80B02238-5AA0-E41A-948A-3A0558A7AAFC}"/>
              </a:ext>
            </a:extLst>
          </p:cNvPr>
          <p:cNvSpPr/>
          <p:nvPr/>
        </p:nvSpPr>
        <p:spPr bwMode="auto">
          <a:xfrm>
            <a:off x="4567436" y="4221089"/>
            <a:ext cx="162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7" name="矩形 16">
            <a:extLst>
              <a:ext uri="{FF2B5EF4-FFF2-40B4-BE49-F238E27FC236}">
                <a16:creationId xmlns:a16="http://schemas.microsoft.com/office/drawing/2014/main" id="{B8157044-4B98-6D9C-31AC-825B95D68723}"/>
              </a:ext>
            </a:extLst>
          </p:cNvPr>
          <p:cNvSpPr/>
          <p:nvPr/>
        </p:nvSpPr>
        <p:spPr bwMode="auto">
          <a:xfrm>
            <a:off x="6194632" y="4653136"/>
            <a:ext cx="1620000" cy="248466"/>
          </a:xfrm>
          <a:prstGeom prst="rect">
            <a:avLst/>
          </a:prstGeom>
          <a:solidFill>
            <a:srgbClr val="FFC0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8" name="矩形 17">
            <a:extLst>
              <a:ext uri="{FF2B5EF4-FFF2-40B4-BE49-F238E27FC236}">
                <a16:creationId xmlns:a16="http://schemas.microsoft.com/office/drawing/2014/main" id="{A2663C09-8055-7046-0B17-DF23BF01CA67}"/>
              </a:ext>
            </a:extLst>
          </p:cNvPr>
          <p:cNvSpPr/>
          <p:nvPr/>
        </p:nvSpPr>
        <p:spPr bwMode="auto">
          <a:xfrm>
            <a:off x="2951640" y="3356992"/>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19" name="矩形 18">
            <a:extLst>
              <a:ext uri="{FF2B5EF4-FFF2-40B4-BE49-F238E27FC236}">
                <a16:creationId xmlns:a16="http://schemas.microsoft.com/office/drawing/2014/main" id="{B40774A8-3E69-48D9-21BA-A10A62A19385}"/>
              </a:ext>
            </a:extLst>
          </p:cNvPr>
          <p:cNvSpPr/>
          <p:nvPr/>
        </p:nvSpPr>
        <p:spPr bwMode="auto">
          <a:xfrm>
            <a:off x="2596205" y="3790029"/>
            <a:ext cx="360000" cy="248466"/>
          </a:xfrm>
          <a:prstGeom prst="rect">
            <a:avLst/>
          </a:prstGeom>
          <a:solidFill>
            <a:srgbClr val="92D05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0" name="矩形 19">
            <a:extLst>
              <a:ext uri="{FF2B5EF4-FFF2-40B4-BE49-F238E27FC236}">
                <a16:creationId xmlns:a16="http://schemas.microsoft.com/office/drawing/2014/main" id="{4D0D5CAA-F865-AEBE-2A54-1817794A4322}"/>
              </a:ext>
            </a:extLst>
          </p:cNvPr>
          <p:cNvSpPr/>
          <p:nvPr/>
        </p:nvSpPr>
        <p:spPr bwMode="auto">
          <a:xfrm>
            <a:off x="4202512" y="4221089"/>
            <a:ext cx="360000" cy="248466"/>
          </a:xfrm>
          <a:prstGeom prst="rect">
            <a:avLst/>
          </a:prstGeom>
          <a:solidFill>
            <a:srgbClr val="FFCC99"/>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1" name="矩形 20">
            <a:extLst>
              <a:ext uri="{FF2B5EF4-FFF2-40B4-BE49-F238E27FC236}">
                <a16:creationId xmlns:a16="http://schemas.microsoft.com/office/drawing/2014/main" id="{3F657237-F2A7-110D-D1A1-92B4B3C33C16}"/>
              </a:ext>
            </a:extLst>
          </p:cNvPr>
          <p:cNvSpPr/>
          <p:nvPr/>
        </p:nvSpPr>
        <p:spPr bwMode="auto">
          <a:xfrm>
            <a:off x="5832361" y="4653136"/>
            <a:ext cx="360000" cy="248466"/>
          </a:xfrm>
          <a:prstGeom prst="rect">
            <a:avLst/>
          </a:prstGeom>
          <a:solidFill>
            <a:srgbClr val="FFFF00"/>
          </a:solidFill>
          <a:ln w="12700">
            <a:solidFill>
              <a:schemeClr val="tx1"/>
            </a:solidFill>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2" name="矩形 21">
            <a:extLst>
              <a:ext uri="{FF2B5EF4-FFF2-40B4-BE49-F238E27FC236}">
                <a16:creationId xmlns:a16="http://schemas.microsoft.com/office/drawing/2014/main" id="{5FBB9A79-9024-BAF2-97B7-321ABC0C32D4}"/>
              </a:ext>
            </a:extLst>
          </p:cNvPr>
          <p:cNvSpPr/>
          <p:nvPr/>
        </p:nvSpPr>
        <p:spPr bwMode="auto">
          <a:xfrm>
            <a:off x="2877369" y="3295813"/>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3" name="矩形 22">
            <a:extLst>
              <a:ext uri="{FF2B5EF4-FFF2-40B4-BE49-F238E27FC236}">
                <a16:creationId xmlns:a16="http://schemas.microsoft.com/office/drawing/2014/main" id="{2332BFAD-D10B-CB1B-BAA2-3820B45BD104}"/>
              </a:ext>
            </a:extLst>
          </p:cNvPr>
          <p:cNvSpPr/>
          <p:nvPr/>
        </p:nvSpPr>
        <p:spPr bwMode="auto">
          <a:xfrm>
            <a:off x="4130512" y="3741359"/>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4" name="矩形 23">
            <a:extLst>
              <a:ext uri="{FF2B5EF4-FFF2-40B4-BE49-F238E27FC236}">
                <a16:creationId xmlns:a16="http://schemas.microsoft.com/office/drawing/2014/main" id="{4DA06BCF-C62E-9557-C05A-F8B993156658}"/>
              </a:ext>
            </a:extLst>
          </p:cNvPr>
          <p:cNvSpPr/>
          <p:nvPr/>
        </p:nvSpPr>
        <p:spPr bwMode="auto">
          <a:xfrm>
            <a:off x="5748239" y="4171722"/>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5" name="矩形 24">
            <a:extLst>
              <a:ext uri="{FF2B5EF4-FFF2-40B4-BE49-F238E27FC236}">
                <a16:creationId xmlns:a16="http://schemas.microsoft.com/office/drawing/2014/main" id="{3465A44A-699C-CDC3-AEFE-6E1A7214CB04}"/>
              </a:ext>
            </a:extLst>
          </p:cNvPr>
          <p:cNvSpPr/>
          <p:nvPr/>
        </p:nvSpPr>
        <p:spPr bwMode="auto">
          <a:xfrm>
            <a:off x="7378088" y="4597369"/>
            <a:ext cx="432000" cy="360000"/>
          </a:xfrm>
          <a:prstGeom prst="rect">
            <a:avLst/>
          </a:prstGeom>
          <a:noFill/>
          <a:ln w="19050">
            <a:solidFill>
              <a:schemeClr val="tx1"/>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6" name="Rectangle 11">
            <a:extLst>
              <a:ext uri="{FF2B5EF4-FFF2-40B4-BE49-F238E27FC236}">
                <a16:creationId xmlns:a16="http://schemas.microsoft.com/office/drawing/2014/main" id="{7B7EE9B0-6776-5988-AA56-0309383C3406}"/>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3.1.2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 name="灯片编号占位符 1">
            <a:extLst>
              <a:ext uri="{FF2B5EF4-FFF2-40B4-BE49-F238E27FC236}">
                <a16:creationId xmlns:a16="http://schemas.microsoft.com/office/drawing/2014/main" id="{DCFEE0DF-66E3-04FE-6317-AD52E290048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2650009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1E610284-3F4E-A284-4A38-412BD1324ABD}"/>
              </a:ext>
            </a:extLst>
          </p:cNvPr>
          <p:cNvSpPr/>
          <p:nvPr/>
        </p:nvSpPr>
        <p:spPr>
          <a:xfrm>
            <a:off x="541573" y="1916832"/>
            <a:ext cx="8062875" cy="1797736"/>
          </a:xfrm>
          <a:prstGeom prst="rect">
            <a:avLst/>
          </a:prstGeom>
        </p:spPr>
        <p:txBody>
          <a:bodyPr wrap="square">
            <a:spAutoFit/>
          </a:bodyPr>
          <a:lstStyle/>
          <a:p>
            <a:pPr>
              <a:lnSpc>
                <a:spcPct val="150000"/>
              </a:lnSpc>
            </a:pPr>
            <a:r>
              <a:rPr kumimoji="1" lang="zh-CN" altLang="en-US" dirty="0">
                <a:solidFill>
                  <a:schemeClr val="tx1"/>
                </a:solidFill>
                <a:latin typeface="微软雅黑" panose="020B0503020204020204" pitchFamily="34" charset="-122"/>
                <a:ea typeface="微软雅黑" panose="020B0503020204020204" pitchFamily="34" charset="-122"/>
              </a:rPr>
              <a:t>针对</a:t>
            </a:r>
            <a:r>
              <a:rPr kumimoji="1" lang="zh-CN" altLang="en-US" b="1" dirty="0">
                <a:solidFill>
                  <a:schemeClr val="tx1"/>
                </a:solidFill>
                <a:latin typeface="微软雅黑" panose="020B0503020204020204" pitchFamily="34" charset="-122"/>
                <a:ea typeface="微软雅黑" panose="020B0503020204020204" pitchFamily="34" charset="-122"/>
              </a:rPr>
              <a:t>线性变换</a:t>
            </a:r>
            <a:r>
              <a:rPr kumimoji="1" lang="zh-CN" altLang="en-US" dirty="0">
                <a:solidFill>
                  <a:schemeClr val="tx1"/>
                </a:solidFill>
                <a:latin typeface="微软雅黑" panose="020B0503020204020204" pitchFamily="34" charset="-122"/>
                <a:ea typeface="微软雅黑" panose="020B0503020204020204" pitchFamily="34" charset="-122"/>
              </a:rPr>
              <a:t>策略的优化</a:t>
            </a:r>
            <a:endParaRPr kumimoji="1" lang="en-US" altLang="zh-CN"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问题：</a:t>
            </a:r>
            <a:endParaRPr kumimoji="1" lang="en-US" altLang="zh-CN"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en-US" altLang="zh-CN" sz="1800" dirty="0">
                <a:solidFill>
                  <a:schemeClr val="tx1"/>
                </a:solidFill>
                <a:latin typeface="微软雅黑" panose="020B0503020204020204" pitchFamily="34" charset="-122"/>
                <a:ea typeface="微软雅黑" panose="020B0503020204020204" pitchFamily="34" charset="-122"/>
              </a:rPr>
              <a:t>Rabin</a:t>
            </a:r>
            <a:r>
              <a:rPr kumimoji="1" lang="zh-CN" altLang="en-US" sz="1800" dirty="0">
                <a:solidFill>
                  <a:schemeClr val="tx1"/>
                </a:solidFill>
                <a:latin typeface="微软雅黑" panose="020B0503020204020204" pitchFamily="34" charset="-122"/>
                <a:ea typeface="微软雅黑" panose="020B0503020204020204" pitchFamily="34" charset="-122"/>
              </a:rPr>
              <a:t>指纹大小</a:t>
            </a:r>
            <a:r>
              <a:rPr kumimoji="1" lang="en-US" altLang="zh-CN" sz="1800" dirty="0">
                <a:solidFill>
                  <a:srgbClr val="FF0000"/>
                </a:solidFill>
                <a:latin typeface="微软雅黑" panose="020B0503020204020204" pitchFamily="34" charset="-122"/>
                <a:ea typeface="微软雅黑" panose="020B0503020204020204" pitchFamily="34" charset="-122"/>
              </a:rPr>
              <a:t>64</a:t>
            </a:r>
            <a:r>
              <a:rPr kumimoji="1" lang="zh-CN" altLang="en-US" sz="1800" dirty="0">
                <a:solidFill>
                  <a:srgbClr val="FF0000"/>
                </a:solidFill>
                <a:latin typeface="微软雅黑" panose="020B0503020204020204" pitchFamily="34" charset="-122"/>
                <a:ea typeface="微软雅黑" panose="020B0503020204020204" pitchFamily="34" charset="-122"/>
              </a:rPr>
              <a:t>位</a:t>
            </a:r>
            <a:r>
              <a:rPr kumimoji="1" lang="zh-CN" altLang="en-US" sz="1800" dirty="0">
                <a:solidFill>
                  <a:schemeClr val="tx1"/>
                </a:solidFill>
                <a:latin typeface="微软雅黑" panose="020B0503020204020204" pitchFamily="34" charset="-122"/>
                <a:ea typeface="微软雅黑" panose="020B0503020204020204" pitchFamily="34" charset="-122"/>
              </a:rPr>
              <a:t>，向量寄存器大小</a:t>
            </a:r>
            <a:r>
              <a:rPr kumimoji="1" lang="en-US" altLang="zh-CN" sz="1800" dirty="0">
                <a:solidFill>
                  <a:srgbClr val="FF0000"/>
                </a:solidFill>
                <a:latin typeface="微软雅黑" panose="020B0503020204020204" pitchFamily="34" charset="-122"/>
                <a:ea typeface="微软雅黑" panose="020B0503020204020204" pitchFamily="34" charset="-122"/>
              </a:rPr>
              <a:t>512</a:t>
            </a:r>
            <a:r>
              <a:rPr kumimoji="1" lang="zh-CN" altLang="en-US" sz="1800" dirty="0">
                <a:solidFill>
                  <a:srgbClr val="FF0000"/>
                </a:solidFill>
                <a:latin typeface="微软雅黑" panose="020B0503020204020204" pitchFamily="34" charset="-122"/>
                <a:ea typeface="微软雅黑" panose="020B0503020204020204" pitchFamily="34" charset="-122"/>
              </a:rPr>
              <a:t>位</a:t>
            </a:r>
            <a:r>
              <a:rPr kumimoji="1" lang="zh-CN" altLang="en-US" sz="1800" dirty="0">
                <a:solidFill>
                  <a:schemeClr val="tx1"/>
                </a:solidFill>
                <a:latin typeface="微软雅黑" panose="020B0503020204020204" pitchFamily="34" charset="-122"/>
                <a:ea typeface="微软雅黑" panose="020B0503020204020204" pitchFamily="34" charset="-122"/>
              </a:rPr>
              <a:t>，最多支持</a:t>
            </a:r>
            <a:r>
              <a:rPr kumimoji="1" lang="en-US" altLang="zh-CN" sz="1800" dirty="0">
                <a:solidFill>
                  <a:srgbClr val="FF0000"/>
                </a:solidFill>
                <a:latin typeface="微软雅黑" panose="020B0503020204020204" pitchFamily="34" charset="-122"/>
                <a:ea typeface="微软雅黑" panose="020B0503020204020204" pitchFamily="34" charset="-122"/>
              </a:rPr>
              <a:t>8</a:t>
            </a:r>
            <a:r>
              <a:rPr kumimoji="1" lang="zh-CN" altLang="en-US" sz="1800" dirty="0">
                <a:solidFill>
                  <a:srgbClr val="FF0000"/>
                </a:solidFill>
                <a:latin typeface="微软雅黑" panose="020B0503020204020204" pitchFamily="34" charset="-122"/>
                <a:ea typeface="微软雅黑" panose="020B0503020204020204" pitchFamily="34" charset="-122"/>
              </a:rPr>
              <a:t>路</a:t>
            </a:r>
            <a:r>
              <a:rPr kumimoji="1" lang="zh-CN" altLang="en-US" sz="1800" dirty="0">
                <a:solidFill>
                  <a:schemeClr val="tx1"/>
                </a:solidFill>
                <a:latin typeface="微软雅黑" panose="020B0503020204020204" pitchFamily="34" charset="-122"/>
                <a:ea typeface="微软雅黑" panose="020B0503020204020204" pitchFamily="34" charset="-122"/>
              </a:rPr>
              <a:t>并行</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每次线性变换需要</a:t>
            </a:r>
            <a:r>
              <a:rPr kumimoji="1" lang="zh-CN" altLang="en-US" sz="1800" dirty="0">
                <a:solidFill>
                  <a:srgbClr val="FF0000"/>
                </a:solidFill>
                <a:latin typeface="微软雅黑" panose="020B0503020204020204" pitchFamily="34" charset="-122"/>
                <a:ea typeface="微软雅黑" panose="020B0503020204020204" pitchFamily="34" charset="-122"/>
              </a:rPr>
              <a:t>两次</a:t>
            </a:r>
            <a:r>
              <a:rPr kumimoji="1" lang="zh-CN" altLang="en-US" sz="1800" dirty="0">
                <a:solidFill>
                  <a:schemeClr val="tx1"/>
                </a:solidFill>
                <a:latin typeface="微软雅黑" panose="020B0503020204020204" pitchFamily="34" charset="-122"/>
                <a:ea typeface="微软雅黑" panose="020B0503020204020204" pitchFamily="34" charset="-122"/>
              </a:rPr>
              <a:t>比较操作</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35E2F27E-CFF4-B564-3483-98469726976A}"/>
                  </a:ext>
                </a:extLst>
              </p:cNvPr>
              <p:cNvSpPr txBox="1"/>
              <p:nvPr/>
            </p:nvSpPr>
            <p:spPr>
              <a:xfrm>
                <a:off x="3563888" y="2008467"/>
                <a:ext cx="5221974" cy="4228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800" i="1" smtClean="0">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𝐹𝑒𝑎𝑡𝑢𝑟𝑒</m:t>
                          </m:r>
                        </m:e>
                        <m:sub>
                          <m:r>
                            <a:rPr lang="zh-CN" altLang="en-US" sz="1800" i="1">
                              <a:solidFill>
                                <a:schemeClr val="tx1"/>
                              </a:solidFill>
                              <a:latin typeface="Cambria Math" panose="02040503050406030204" pitchFamily="18" charset="0"/>
                            </a:rPr>
                            <m:t>𝑖</m:t>
                          </m:r>
                        </m:sub>
                      </m:sSub>
                      <m:r>
                        <a:rPr lang="zh-CN" altLang="en-US" sz="1800" i="0">
                          <a:solidFill>
                            <a:schemeClr val="tx1"/>
                          </a:solidFill>
                          <a:latin typeface="Cambria Math" panose="02040503050406030204" pitchFamily="18" charset="0"/>
                        </a:rPr>
                        <m:t>=</m:t>
                      </m:r>
                      <m:sSubSup>
                        <m:sSubSupPr>
                          <m:ctrlPr>
                            <a:rPr lang="zh-CN" altLang="en-US" sz="1800" i="1">
                              <a:solidFill>
                                <a:schemeClr val="tx1"/>
                              </a:solidFill>
                              <a:latin typeface="Cambria Math" panose="02040503050406030204" pitchFamily="18" charset="0"/>
                            </a:rPr>
                          </m:ctrlPr>
                        </m:sSubSupPr>
                        <m:e>
                          <m:r>
                            <a:rPr lang="zh-CN" altLang="en-US" sz="1800" i="1">
                              <a:solidFill>
                                <a:schemeClr val="tx1"/>
                              </a:solidFill>
                              <a:latin typeface="Cambria Math" panose="02040503050406030204" pitchFamily="18" charset="0"/>
                            </a:rPr>
                            <m:t>𝑀𝑎𝑥</m:t>
                          </m:r>
                        </m:e>
                        <m:sub>
                          <m:r>
                            <a:rPr lang="zh-CN" altLang="en-US" sz="1800" i="1">
                              <a:solidFill>
                                <a:schemeClr val="tx1"/>
                              </a:solidFill>
                              <a:latin typeface="Cambria Math" panose="02040503050406030204" pitchFamily="18" charset="0"/>
                            </a:rPr>
                            <m:t>𝑗</m:t>
                          </m:r>
                          <m:r>
                            <a:rPr lang="zh-CN" altLang="en-US" sz="1800" i="0">
                              <a:solidFill>
                                <a:schemeClr val="tx1"/>
                              </a:solidFill>
                              <a:latin typeface="Cambria Math" panose="02040503050406030204" pitchFamily="18" charset="0"/>
                            </a:rPr>
                            <m:t>=1</m:t>
                          </m:r>
                        </m:sub>
                        <m:sup>
                          <m:r>
                            <a:rPr lang="zh-CN" altLang="en-US" sz="1800" i="1">
                              <a:solidFill>
                                <a:schemeClr val="tx1"/>
                              </a:solidFill>
                              <a:latin typeface="Cambria Math" panose="02040503050406030204" pitchFamily="18" charset="0"/>
                            </a:rPr>
                            <m:t>𝑙𝑒𝑛</m:t>
                          </m:r>
                        </m:sup>
                      </m:sSubSup>
                      <m:d>
                        <m:dPr>
                          <m:begChr m:val="{"/>
                          <m:endChr m:val="}"/>
                          <m:ctrlPr>
                            <a:rPr lang="zh-CN" altLang="en-US" sz="1800" i="1">
                              <a:solidFill>
                                <a:schemeClr val="tx1"/>
                              </a:solidFill>
                              <a:latin typeface="Cambria Math" panose="02040503050406030204" pitchFamily="18" charset="0"/>
                            </a:rPr>
                          </m:ctrlPr>
                        </m:dPr>
                        <m:e>
                          <m:d>
                            <m:dPr>
                              <m:ctrlPr>
                                <a:rPr lang="zh-CN" altLang="en-US" sz="1800" i="1">
                                  <a:solidFill>
                                    <a:schemeClr val="tx1"/>
                                  </a:solidFill>
                                  <a:latin typeface="Cambria Math" panose="02040503050406030204" pitchFamily="18" charset="0"/>
                                </a:rPr>
                              </m:ctrlPr>
                            </m:dPr>
                            <m:e>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𝑚</m:t>
                                  </m:r>
                                </m:e>
                                <m:sub>
                                  <m:r>
                                    <a:rPr lang="zh-CN" altLang="en-US" sz="1800" i="1">
                                      <a:solidFill>
                                        <a:schemeClr val="tx1"/>
                                      </a:solidFill>
                                      <a:latin typeface="Cambria Math" panose="02040503050406030204" pitchFamily="18" charset="0"/>
                                    </a:rPr>
                                    <m:t>𝑖</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𝑓𝑝</m:t>
                                  </m:r>
                                </m:e>
                                <m:sub>
                                  <m:r>
                                    <a:rPr lang="zh-CN" altLang="en-US" sz="1800" i="1">
                                      <a:solidFill>
                                        <a:schemeClr val="tx1"/>
                                      </a:solidFill>
                                      <a:latin typeface="Cambria Math" panose="02040503050406030204" pitchFamily="18" charset="0"/>
                                    </a:rPr>
                                    <m:t>𝑗</m:t>
                                  </m:r>
                                </m:sub>
                              </m:sSub>
                              <m:r>
                                <a:rPr lang="zh-CN" altLang="en-US" sz="1800" i="0">
                                  <a:solidFill>
                                    <a:schemeClr val="tx1"/>
                                  </a:solidFill>
                                  <a:latin typeface="Cambria Math" panose="02040503050406030204" pitchFamily="18" charset="0"/>
                                </a:rPr>
                                <m:t>+</m:t>
                              </m:r>
                              <m:sSub>
                                <m:sSubPr>
                                  <m:ctrlPr>
                                    <a:rPr lang="zh-CN" altLang="en-US" sz="1800" i="1">
                                      <a:solidFill>
                                        <a:schemeClr val="tx1"/>
                                      </a:solidFill>
                                      <a:latin typeface="Cambria Math" panose="02040503050406030204" pitchFamily="18" charset="0"/>
                                    </a:rPr>
                                  </m:ctrlPr>
                                </m:sSubPr>
                                <m:e>
                                  <m:r>
                                    <a:rPr lang="zh-CN" altLang="en-US" sz="1800" i="1">
                                      <a:solidFill>
                                        <a:schemeClr val="tx1"/>
                                      </a:solidFill>
                                      <a:latin typeface="Cambria Math" panose="02040503050406030204" pitchFamily="18" charset="0"/>
                                    </a:rPr>
                                    <m:t>𝑎</m:t>
                                  </m:r>
                                </m:e>
                                <m:sub>
                                  <m:r>
                                    <a:rPr lang="zh-CN" altLang="en-US" sz="1800" i="1">
                                      <a:solidFill>
                                        <a:schemeClr val="tx1"/>
                                      </a:solidFill>
                                      <a:latin typeface="Cambria Math" panose="02040503050406030204" pitchFamily="18" charset="0"/>
                                    </a:rPr>
                                    <m:t>𝑖</m:t>
                                  </m:r>
                                </m:sub>
                              </m:sSub>
                            </m:e>
                          </m:d>
                          <m:r>
                            <a:rPr lang="zh-CN" altLang="en-US" sz="1800" i="0">
                              <a:solidFill>
                                <a:schemeClr val="tx1"/>
                              </a:solidFill>
                              <a:latin typeface="Cambria Math" panose="02040503050406030204" pitchFamily="18" charset="0"/>
                            </a:rPr>
                            <m:t> </m:t>
                          </m:r>
                          <m:r>
                            <a:rPr lang="zh-CN" altLang="en-US" sz="1800" i="1">
                              <a:solidFill>
                                <a:schemeClr val="tx1"/>
                              </a:solidFill>
                              <a:latin typeface="Cambria Math" panose="02040503050406030204" pitchFamily="18" charset="0"/>
                            </a:rPr>
                            <m:t>𝑚𝑜𝑑</m:t>
                          </m:r>
                          <m:r>
                            <a:rPr lang="zh-CN" altLang="en-US" sz="1800" i="0">
                              <a:solidFill>
                                <a:schemeClr val="tx1"/>
                              </a:solidFill>
                              <a:latin typeface="Cambria Math" panose="02040503050406030204" pitchFamily="18" charset="0"/>
                            </a:rPr>
                            <m:t> </m:t>
                          </m:r>
                          <m:sSup>
                            <m:sSupPr>
                              <m:ctrlPr>
                                <a:rPr lang="zh-CN" altLang="en-US" sz="1800" i="1">
                                  <a:solidFill>
                                    <a:schemeClr val="tx1"/>
                                  </a:solidFill>
                                  <a:latin typeface="Cambria Math" panose="02040503050406030204" pitchFamily="18" charset="0"/>
                                </a:rPr>
                              </m:ctrlPr>
                            </m:sSupPr>
                            <m:e>
                              <m:r>
                                <a:rPr lang="zh-CN" altLang="en-US" sz="1800" i="0">
                                  <a:solidFill>
                                    <a:schemeClr val="tx1"/>
                                  </a:solidFill>
                                  <a:latin typeface="Cambria Math" panose="02040503050406030204" pitchFamily="18" charset="0"/>
                                </a:rPr>
                                <m:t>2</m:t>
                              </m:r>
                            </m:e>
                            <m:sup>
                              <m:r>
                                <a:rPr lang="zh-CN" altLang="en-US" sz="1800" i="0">
                                  <a:solidFill>
                                    <a:schemeClr val="tx1"/>
                                  </a:solidFill>
                                  <a:latin typeface="Cambria Math" panose="02040503050406030204" pitchFamily="18" charset="0"/>
                                </a:rPr>
                                <m:t>32</m:t>
                              </m:r>
                            </m:sup>
                          </m:sSup>
                        </m:e>
                      </m:d>
                    </m:oMath>
                  </m:oMathPara>
                </a14:m>
                <a:endParaRPr lang="zh-CN" altLang="en-US" sz="1800" dirty="0">
                  <a:solidFill>
                    <a:schemeClr val="tx1"/>
                  </a:solidFill>
                </a:endParaRPr>
              </a:p>
            </p:txBody>
          </p:sp>
        </mc:Choice>
        <mc:Fallback xmlns="">
          <p:sp>
            <p:nvSpPr>
              <p:cNvPr id="26" name="文本框 25">
                <a:extLst>
                  <a:ext uri="{FF2B5EF4-FFF2-40B4-BE49-F238E27FC236}">
                    <a16:creationId xmlns:a16="http://schemas.microsoft.com/office/drawing/2014/main" id="{35E2F27E-CFF4-B564-3483-98469726976A}"/>
                  </a:ext>
                </a:extLst>
              </p:cNvPr>
              <p:cNvSpPr txBox="1">
                <a:spLocks noRot="1" noChangeAspect="1" noMove="1" noResize="1" noEditPoints="1" noAdjustHandles="1" noChangeArrowheads="1" noChangeShapeType="1" noTextEdit="1"/>
              </p:cNvSpPr>
              <p:nvPr/>
            </p:nvSpPr>
            <p:spPr>
              <a:xfrm>
                <a:off x="3563888" y="2008467"/>
                <a:ext cx="5221974" cy="422873"/>
              </a:xfrm>
              <a:prstGeom prst="rect">
                <a:avLst/>
              </a:prstGeom>
              <a:blipFill>
                <a:blip r:embed="rId4"/>
                <a:stretch>
                  <a:fillRect b="-7143"/>
                </a:stretch>
              </a:blipFill>
            </p:spPr>
            <p:txBody>
              <a:bodyPr/>
              <a:lstStyle/>
              <a:p>
                <a:r>
                  <a:rPr lang="zh-CN" altLang="en-US">
                    <a:noFill/>
                  </a:rPr>
                  <a:t> </a:t>
                </a:r>
              </a:p>
            </p:txBody>
          </p:sp>
        </mc:Fallback>
      </mc:AlternateContent>
      <p:sp>
        <p:nvSpPr>
          <p:cNvPr id="28" name="箭头: 右 12">
            <a:extLst>
              <a:ext uri="{FF2B5EF4-FFF2-40B4-BE49-F238E27FC236}">
                <a16:creationId xmlns:a16="http://schemas.microsoft.com/office/drawing/2014/main" id="{081D41B9-FD15-D543-DF08-C31B3E40232D}"/>
              </a:ext>
            </a:extLst>
          </p:cNvPr>
          <p:cNvSpPr/>
          <p:nvPr/>
        </p:nvSpPr>
        <p:spPr bwMode="auto">
          <a:xfrm>
            <a:off x="3386651" y="4009957"/>
            <a:ext cx="432048" cy="276926"/>
          </a:xfrm>
          <a:prstGeom prst="rightArrow">
            <a:avLst>
              <a:gd name="adj1" fmla="val 37434"/>
              <a:gd name="adj2" fmla="val 74816"/>
            </a:avLst>
          </a:prstGeom>
          <a:noFill/>
          <a:ln w="19050">
            <a:solidFill>
              <a:schemeClr val="tx1"/>
            </a:solidFill>
          </a:ln>
          <a:effectLst/>
        </p:spPr>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1"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pic>
        <p:nvPicPr>
          <p:cNvPr id="33" name="图片 32">
            <a:extLst>
              <a:ext uri="{FF2B5EF4-FFF2-40B4-BE49-F238E27FC236}">
                <a16:creationId xmlns:a16="http://schemas.microsoft.com/office/drawing/2014/main" id="{B0147A98-9420-46E1-FEF4-EE0A906A23DC}"/>
              </a:ext>
            </a:extLst>
          </p:cNvPr>
          <p:cNvPicPr>
            <a:picLocks noChangeAspect="1"/>
          </p:cNvPicPr>
          <p:nvPr/>
        </p:nvPicPr>
        <p:blipFill>
          <a:blip r:embed="rId5"/>
          <a:stretch>
            <a:fillRect/>
          </a:stretch>
        </p:blipFill>
        <p:spPr>
          <a:xfrm>
            <a:off x="755576" y="3933056"/>
            <a:ext cx="2407787" cy="422873"/>
          </a:xfrm>
          <a:prstGeom prst="rect">
            <a:avLst/>
          </a:prstGeom>
        </p:spPr>
      </p:pic>
      <p:sp>
        <p:nvSpPr>
          <p:cNvPr id="36" name="箭头: 右 12">
            <a:extLst>
              <a:ext uri="{FF2B5EF4-FFF2-40B4-BE49-F238E27FC236}">
                <a16:creationId xmlns:a16="http://schemas.microsoft.com/office/drawing/2014/main" id="{8721B8C3-EBF4-CE6B-6AB7-69D3BDA5489A}"/>
              </a:ext>
            </a:extLst>
          </p:cNvPr>
          <p:cNvSpPr/>
          <p:nvPr/>
        </p:nvSpPr>
        <p:spPr bwMode="auto">
          <a:xfrm>
            <a:off x="6733497" y="4002105"/>
            <a:ext cx="432048" cy="276926"/>
          </a:xfrm>
          <a:prstGeom prst="rightArrow">
            <a:avLst>
              <a:gd name="adj1" fmla="val 37434"/>
              <a:gd name="adj2" fmla="val 74816"/>
            </a:avLst>
          </a:prstGeom>
          <a:noFill/>
          <a:ln w="19050">
            <a:solidFill>
              <a:schemeClr val="tx1"/>
            </a:solidFill>
          </a:ln>
          <a:effectLst/>
        </p:spPr>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1"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5" name="矩形 44">
            <a:extLst>
              <a:ext uri="{FF2B5EF4-FFF2-40B4-BE49-F238E27FC236}">
                <a16:creationId xmlns:a16="http://schemas.microsoft.com/office/drawing/2014/main" id="{9ED3F3B0-D7B9-AAE4-BCDA-419A940B3EC0}"/>
              </a:ext>
            </a:extLst>
          </p:cNvPr>
          <p:cNvSpPr/>
          <p:nvPr/>
        </p:nvSpPr>
        <p:spPr bwMode="auto">
          <a:xfrm>
            <a:off x="3949544" y="3857951"/>
            <a:ext cx="2592288" cy="565235"/>
          </a:xfrm>
          <a:prstGeom prst="rect">
            <a:avLst/>
          </a:prstGeom>
          <a:noFill/>
          <a:ln w="19050">
            <a:solidFill>
              <a:srgbClr val="FF0000"/>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47" name="文本框 46">
            <a:extLst>
              <a:ext uri="{FF2B5EF4-FFF2-40B4-BE49-F238E27FC236}">
                <a16:creationId xmlns:a16="http://schemas.microsoft.com/office/drawing/2014/main" id="{0C0E1556-D200-8D0A-2C70-E856CC9647AA}"/>
              </a:ext>
            </a:extLst>
          </p:cNvPr>
          <p:cNvSpPr txBox="1"/>
          <p:nvPr/>
        </p:nvSpPr>
        <p:spPr>
          <a:xfrm>
            <a:off x="4450568" y="3415434"/>
            <a:ext cx="1590240" cy="369332"/>
          </a:xfrm>
          <a:prstGeom prst="rect">
            <a:avLst/>
          </a:prstGeom>
          <a:noFill/>
        </p:spPr>
        <p:txBody>
          <a:bodyPr wrap="square">
            <a:spAutoFit/>
          </a:bodyPr>
          <a:lstStyle/>
          <a:p>
            <a:r>
              <a:rPr kumimoji="1" lang="en-US" altLang="zh-CN" sz="1800" dirty="0">
                <a:solidFill>
                  <a:srgbClr val="FF0000"/>
                </a:solidFill>
                <a:latin typeface="微软雅黑" panose="020B0503020204020204" pitchFamily="34" charset="-122"/>
                <a:ea typeface="微软雅黑" panose="020B0503020204020204" pitchFamily="34" charset="-122"/>
              </a:rPr>
              <a:t>reduce-max</a:t>
            </a:r>
            <a:endParaRPr lang="zh-CN" altLang="en-US" sz="1800" dirty="0"/>
          </a:p>
        </p:txBody>
      </p:sp>
      <p:sp>
        <p:nvSpPr>
          <p:cNvPr id="17" name="文本框 16">
            <a:extLst>
              <a:ext uri="{FF2B5EF4-FFF2-40B4-BE49-F238E27FC236}">
                <a16:creationId xmlns:a16="http://schemas.microsoft.com/office/drawing/2014/main" id="{CBB4B02E-1C59-72F5-7468-59CB8130A3A3}"/>
              </a:ext>
            </a:extLst>
          </p:cNvPr>
          <p:cNvSpPr txBox="1"/>
          <p:nvPr/>
        </p:nvSpPr>
        <p:spPr>
          <a:xfrm>
            <a:off x="6666011" y="3415434"/>
            <a:ext cx="666908" cy="369332"/>
          </a:xfrm>
          <a:prstGeom prst="rect">
            <a:avLst/>
          </a:prstGeom>
          <a:noFill/>
        </p:spPr>
        <p:txBody>
          <a:bodyPr wrap="square">
            <a:spAutoFit/>
          </a:bodyPr>
          <a:lstStyle/>
          <a:p>
            <a:r>
              <a:rPr kumimoji="1" lang="en-US" altLang="zh-CN" sz="1800" dirty="0">
                <a:solidFill>
                  <a:srgbClr val="FF0000"/>
                </a:solidFill>
                <a:latin typeface="微软雅黑" panose="020B0503020204020204" pitchFamily="34" charset="-122"/>
                <a:ea typeface="微软雅黑" panose="020B0503020204020204" pitchFamily="34" charset="-122"/>
              </a:rPr>
              <a:t>max</a:t>
            </a:r>
            <a:endParaRPr lang="zh-CN" altLang="en-US" sz="1800" dirty="0"/>
          </a:p>
        </p:txBody>
      </p:sp>
      <p:sp>
        <p:nvSpPr>
          <p:cNvPr id="16" name="Rectangle 11">
            <a:extLst>
              <a:ext uri="{FF2B5EF4-FFF2-40B4-BE49-F238E27FC236}">
                <a16:creationId xmlns:a16="http://schemas.microsoft.com/office/drawing/2014/main" id="{0F2B5554-1F5C-B658-C4AE-E84C2A51DF2F}"/>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3.1.3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的优化</a:t>
            </a:r>
          </a:p>
        </p:txBody>
      </p:sp>
      <p:pic>
        <p:nvPicPr>
          <p:cNvPr id="3" name="图片 2">
            <a:extLst>
              <a:ext uri="{FF2B5EF4-FFF2-40B4-BE49-F238E27FC236}">
                <a16:creationId xmlns:a16="http://schemas.microsoft.com/office/drawing/2014/main" id="{3713A2E8-FC9F-CBBE-D577-692BBA58BEBE}"/>
              </a:ext>
            </a:extLst>
          </p:cNvPr>
          <p:cNvPicPr>
            <a:picLocks noChangeAspect="1"/>
          </p:cNvPicPr>
          <p:nvPr/>
        </p:nvPicPr>
        <p:blipFill>
          <a:blip r:embed="rId6"/>
          <a:stretch>
            <a:fillRect/>
          </a:stretch>
        </p:blipFill>
        <p:spPr>
          <a:xfrm>
            <a:off x="4041987" y="3928169"/>
            <a:ext cx="2418759" cy="424800"/>
          </a:xfrm>
          <a:prstGeom prst="rect">
            <a:avLst/>
          </a:prstGeom>
        </p:spPr>
      </p:pic>
      <p:pic>
        <p:nvPicPr>
          <p:cNvPr id="5" name="图片 4">
            <a:extLst>
              <a:ext uri="{FF2B5EF4-FFF2-40B4-BE49-F238E27FC236}">
                <a16:creationId xmlns:a16="http://schemas.microsoft.com/office/drawing/2014/main" id="{2088E9F9-1779-2316-9B5B-A66ABAB6E834}"/>
              </a:ext>
            </a:extLst>
          </p:cNvPr>
          <p:cNvPicPr>
            <a:picLocks noChangeAspect="1"/>
          </p:cNvPicPr>
          <p:nvPr/>
        </p:nvPicPr>
        <p:blipFill>
          <a:blip r:embed="rId7"/>
          <a:stretch>
            <a:fillRect/>
          </a:stretch>
        </p:blipFill>
        <p:spPr>
          <a:xfrm>
            <a:off x="7357210" y="3936020"/>
            <a:ext cx="641535" cy="424800"/>
          </a:xfrm>
          <a:prstGeom prst="rect">
            <a:avLst/>
          </a:prstGeom>
        </p:spPr>
      </p:pic>
      <p:sp>
        <p:nvSpPr>
          <p:cNvPr id="20" name="文本框 19">
            <a:extLst>
              <a:ext uri="{FF2B5EF4-FFF2-40B4-BE49-F238E27FC236}">
                <a16:creationId xmlns:a16="http://schemas.microsoft.com/office/drawing/2014/main" id="{A2F04BE4-2B2C-7E2C-971E-A9234BE83C92}"/>
              </a:ext>
            </a:extLst>
          </p:cNvPr>
          <p:cNvSpPr txBox="1"/>
          <p:nvPr/>
        </p:nvSpPr>
        <p:spPr>
          <a:xfrm>
            <a:off x="541573" y="4454318"/>
            <a:ext cx="8062875" cy="1336071"/>
          </a:xfrm>
          <a:prstGeom prst="rect">
            <a:avLst/>
          </a:prstGeom>
          <a:noFill/>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解决方法：</a:t>
            </a:r>
            <a:endParaRPr kumimoji="1" lang="en-US" altLang="zh-CN"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将</a:t>
            </a:r>
            <a:r>
              <a:rPr kumimoji="1" lang="en-US" altLang="zh-CN" sz="1800" dirty="0">
                <a:solidFill>
                  <a:schemeClr val="tx1"/>
                </a:solidFill>
                <a:latin typeface="微软雅黑" panose="020B0503020204020204" pitchFamily="34" charset="-122"/>
                <a:ea typeface="微软雅黑" panose="020B0503020204020204" pitchFamily="34" charset="-122"/>
              </a:rPr>
              <a:t>Rabin</a:t>
            </a:r>
            <a:r>
              <a:rPr kumimoji="1" lang="zh-CN" altLang="en-US" sz="1800" dirty="0">
                <a:solidFill>
                  <a:schemeClr val="tx1"/>
                </a:solidFill>
                <a:latin typeface="微软雅黑" panose="020B0503020204020204" pitchFamily="34" charset="-122"/>
                <a:ea typeface="微软雅黑" panose="020B0503020204020204" pitchFamily="34" charset="-122"/>
              </a:rPr>
              <a:t>指纹</a:t>
            </a:r>
            <a:r>
              <a:rPr kumimoji="1" lang="zh-CN" altLang="en-US" sz="1800" dirty="0">
                <a:solidFill>
                  <a:srgbClr val="FF0000"/>
                </a:solidFill>
                <a:latin typeface="微软雅黑" panose="020B0503020204020204" pitchFamily="34" charset="-122"/>
                <a:ea typeface="微软雅黑" panose="020B0503020204020204" pitchFamily="34" charset="-122"/>
              </a:rPr>
              <a:t>截断为</a:t>
            </a:r>
            <a:r>
              <a:rPr kumimoji="1" lang="en-US" altLang="zh-CN" sz="1800" dirty="0">
                <a:solidFill>
                  <a:srgbClr val="FF0000"/>
                </a:solidFill>
                <a:latin typeface="微软雅黑" panose="020B0503020204020204" pitchFamily="34" charset="-122"/>
                <a:ea typeface="微软雅黑" panose="020B0503020204020204" pitchFamily="34" charset="-122"/>
              </a:rPr>
              <a:t>32</a:t>
            </a:r>
            <a:r>
              <a:rPr kumimoji="1" lang="zh-CN" altLang="en-US" sz="1800" dirty="0">
                <a:solidFill>
                  <a:srgbClr val="FF0000"/>
                </a:solidFill>
                <a:latin typeface="微软雅黑" panose="020B0503020204020204" pitchFamily="34" charset="-122"/>
                <a:ea typeface="微软雅黑" panose="020B0503020204020204" pitchFamily="34" charset="-122"/>
              </a:rPr>
              <a:t>位</a:t>
            </a:r>
            <a:r>
              <a:rPr kumimoji="1" lang="zh-CN" altLang="en-US" sz="1800" dirty="0">
                <a:solidFill>
                  <a:schemeClr val="tx1"/>
                </a:solidFill>
                <a:latin typeface="微软雅黑" panose="020B0503020204020204" pitchFamily="34" charset="-122"/>
                <a:ea typeface="微软雅黑" panose="020B0503020204020204" pitchFamily="34" charset="-122"/>
              </a:rPr>
              <a:t>，消除了求模运算，最多支持</a:t>
            </a:r>
            <a:r>
              <a:rPr kumimoji="1" lang="en-US" altLang="zh-CN" sz="1800" dirty="0">
                <a:solidFill>
                  <a:srgbClr val="FF0000"/>
                </a:solidFill>
                <a:latin typeface="微软雅黑" panose="020B0503020204020204" pitchFamily="34" charset="-122"/>
                <a:ea typeface="微软雅黑" panose="020B0503020204020204" pitchFamily="34" charset="-122"/>
              </a:rPr>
              <a:t>16</a:t>
            </a:r>
            <a:r>
              <a:rPr kumimoji="1" lang="zh-CN" altLang="en-US" sz="1800" dirty="0">
                <a:solidFill>
                  <a:srgbClr val="FF0000"/>
                </a:solidFill>
                <a:latin typeface="微软雅黑" panose="020B0503020204020204" pitchFamily="34" charset="-122"/>
                <a:ea typeface="微软雅黑" panose="020B0503020204020204" pitchFamily="34" charset="-122"/>
              </a:rPr>
              <a:t>路</a:t>
            </a:r>
            <a:r>
              <a:rPr kumimoji="1" lang="zh-CN" altLang="en-US" sz="1800" dirty="0">
                <a:solidFill>
                  <a:schemeClr val="tx1"/>
                </a:solidFill>
                <a:latin typeface="微软雅黑" panose="020B0503020204020204" pitchFamily="34" charset="-122"/>
                <a:ea typeface="微软雅黑" panose="020B0503020204020204" pitchFamily="34" charset="-122"/>
              </a:rPr>
              <a:t>并行</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向量寄存器记录当前线性变换操作下的最大值</a:t>
            </a:r>
            <a:endParaRPr kumimoji="1" lang="en-US" altLang="zh-CN" sz="1800" dirty="0">
              <a:solidFill>
                <a:srgbClr val="FF0000"/>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3A5930E3-8734-AAE7-D312-DF38CA84EC9C}"/>
              </a:ext>
            </a:extLst>
          </p:cNvPr>
          <p:cNvPicPr>
            <a:picLocks noChangeAspect="1"/>
          </p:cNvPicPr>
          <p:nvPr/>
        </p:nvPicPr>
        <p:blipFill>
          <a:blip r:embed="rId8"/>
          <a:stretch>
            <a:fillRect/>
          </a:stretch>
        </p:blipFill>
        <p:spPr>
          <a:xfrm>
            <a:off x="3881433" y="6204098"/>
            <a:ext cx="2418759" cy="424800"/>
          </a:xfrm>
          <a:prstGeom prst="rect">
            <a:avLst/>
          </a:prstGeom>
        </p:spPr>
      </p:pic>
      <p:pic>
        <p:nvPicPr>
          <p:cNvPr id="23" name="图片 22">
            <a:extLst>
              <a:ext uri="{FF2B5EF4-FFF2-40B4-BE49-F238E27FC236}">
                <a16:creationId xmlns:a16="http://schemas.microsoft.com/office/drawing/2014/main" id="{0AEFC356-EDC3-7A6A-F27D-E039AB1D3DC1}"/>
              </a:ext>
            </a:extLst>
          </p:cNvPr>
          <p:cNvPicPr>
            <a:picLocks noChangeAspect="1"/>
          </p:cNvPicPr>
          <p:nvPr/>
        </p:nvPicPr>
        <p:blipFill>
          <a:blip r:embed="rId6"/>
          <a:stretch>
            <a:fillRect/>
          </a:stretch>
        </p:blipFill>
        <p:spPr>
          <a:xfrm>
            <a:off x="1145129" y="6204098"/>
            <a:ext cx="2418759" cy="424800"/>
          </a:xfrm>
          <a:prstGeom prst="rect">
            <a:avLst/>
          </a:prstGeom>
        </p:spPr>
      </p:pic>
      <p:sp>
        <p:nvSpPr>
          <p:cNvPr id="24" name="矩形 23">
            <a:extLst>
              <a:ext uri="{FF2B5EF4-FFF2-40B4-BE49-F238E27FC236}">
                <a16:creationId xmlns:a16="http://schemas.microsoft.com/office/drawing/2014/main" id="{F5E9456D-9FD8-492D-989E-29969768BB9C}"/>
              </a:ext>
            </a:extLst>
          </p:cNvPr>
          <p:cNvSpPr/>
          <p:nvPr/>
        </p:nvSpPr>
        <p:spPr bwMode="auto">
          <a:xfrm>
            <a:off x="899592" y="6104125"/>
            <a:ext cx="5642240" cy="565235"/>
          </a:xfrm>
          <a:prstGeom prst="rect">
            <a:avLst/>
          </a:prstGeom>
          <a:noFill/>
          <a:ln w="19050">
            <a:solidFill>
              <a:srgbClr val="FF0000"/>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10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5" name="文本框 24">
            <a:extLst>
              <a:ext uri="{FF2B5EF4-FFF2-40B4-BE49-F238E27FC236}">
                <a16:creationId xmlns:a16="http://schemas.microsoft.com/office/drawing/2014/main" id="{D7738CF2-6FED-F6A5-DA51-4A98971740D4}"/>
              </a:ext>
            </a:extLst>
          </p:cNvPr>
          <p:cNvSpPr txBox="1"/>
          <p:nvPr/>
        </p:nvSpPr>
        <p:spPr>
          <a:xfrm>
            <a:off x="2875102" y="5723964"/>
            <a:ext cx="1305563" cy="369332"/>
          </a:xfrm>
          <a:prstGeom prst="rect">
            <a:avLst/>
          </a:prstGeom>
          <a:noFill/>
        </p:spPr>
        <p:txBody>
          <a:bodyPr wrap="square">
            <a:spAutoFit/>
          </a:bodyPr>
          <a:lstStyle/>
          <a:p>
            <a:r>
              <a:rPr kumimoji="1" lang="en-US" altLang="zh-CN" sz="1800" dirty="0">
                <a:solidFill>
                  <a:srgbClr val="FF0000"/>
                </a:solidFill>
                <a:latin typeface="微软雅黑" panose="020B0503020204020204" pitchFamily="34" charset="-122"/>
                <a:ea typeface="微软雅黑" panose="020B0503020204020204" pitchFamily="34" charset="-122"/>
              </a:rPr>
              <a:t>simd-max</a:t>
            </a:r>
            <a:endParaRPr lang="zh-CN" altLang="en-US" sz="1800" dirty="0"/>
          </a:p>
        </p:txBody>
      </p:sp>
      <p:sp>
        <p:nvSpPr>
          <p:cNvPr id="27" name="箭头: 右 12">
            <a:extLst>
              <a:ext uri="{FF2B5EF4-FFF2-40B4-BE49-F238E27FC236}">
                <a16:creationId xmlns:a16="http://schemas.microsoft.com/office/drawing/2014/main" id="{3D0C9F39-2B56-4475-3A96-63FEC272D3C1}"/>
              </a:ext>
            </a:extLst>
          </p:cNvPr>
          <p:cNvSpPr/>
          <p:nvPr/>
        </p:nvSpPr>
        <p:spPr bwMode="auto">
          <a:xfrm>
            <a:off x="6738134" y="6270183"/>
            <a:ext cx="432048" cy="276926"/>
          </a:xfrm>
          <a:prstGeom prst="rightArrow">
            <a:avLst>
              <a:gd name="adj1" fmla="val 37434"/>
              <a:gd name="adj2" fmla="val 74816"/>
            </a:avLst>
          </a:prstGeom>
          <a:noFill/>
          <a:ln w="19050">
            <a:solidFill>
              <a:schemeClr val="tx1"/>
            </a:solidFill>
          </a:ln>
          <a:effectLst/>
        </p:spPr>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000" b="1"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pic>
        <p:nvPicPr>
          <p:cNvPr id="29" name="图片 28">
            <a:extLst>
              <a:ext uri="{FF2B5EF4-FFF2-40B4-BE49-F238E27FC236}">
                <a16:creationId xmlns:a16="http://schemas.microsoft.com/office/drawing/2014/main" id="{08435259-E98F-9A9E-2A04-0E3F3E70121E}"/>
              </a:ext>
            </a:extLst>
          </p:cNvPr>
          <p:cNvPicPr>
            <a:picLocks noChangeAspect="1"/>
          </p:cNvPicPr>
          <p:nvPr/>
        </p:nvPicPr>
        <p:blipFill>
          <a:blip r:embed="rId7"/>
          <a:stretch>
            <a:fillRect/>
          </a:stretch>
        </p:blipFill>
        <p:spPr>
          <a:xfrm>
            <a:off x="7361847" y="6204098"/>
            <a:ext cx="641535" cy="424800"/>
          </a:xfrm>
          <a:prstGeom prst="rect">
            <a:avLst/>
          </a:prstGeom>
        </p:spPr>
      </p:pic>
      <p:sp>
        <p:nvSpPr>
          <p:cNvPr id="30" name="文本框 29">
            <a:extLst>
              <a:ext uri="{FF2B5EF4-FFF2-40B4-BE49-F238E27FC236}">
                <a16:creationId xmlns:a16="http://schemas.microsoft.com/office/drawing/2014/main" id="{50D3CF4C-B365-B7FB-68DE-A19DD9EE20FB}"/>
              </a:ext>
            </a:extLst>
          </p:cNvPr>
          <p:cNvSpPr txBox="1"/>
          <p:nvPr/>
        </p:nvSpPr>
        <p:spPr>
          <a:xfrm>
            <a:off x="6200561" y="5699221"/>
            <a:ext cx="1597807" cy="369332"/>
          </a:xfrm>
          <a:prstGeom prst="rect">
            <a:avLst/>
          </a:prstGeom>
          <a:noFill/>
        </p:spPr>
        <p:txBody>
          <a:bodyPr wrap="square">
            <a:spAutoFit/>
          </a:bodyPr>
          <a:lstStyle/>
          <a:p>
            <a:r>
              <a:rPr kumimoji="1" lang="en-US" altLang="zh-CN" sz="1800" dirty="0">
                <a:solidFill>
                  <a:srgbClr val="FF0000"/>
                </a:solidFill>
                <a:latin typeface="微软雅黑" panose="020B0503020204020204" pitchFamily="34" charset="-122"/>
                <a:ea typeface="微软雅黑" panose="020B0503020204020204" pitchFamily="34" charset="-122"/>
              </a:rPr>
              <a:t>reduce-max</a:t>
            </a:r>
            <a:endParaRPr lang="zh-CN" altLang="en-US" sz="1800" dirty="0"/>
          </a:p>
        </p:txBody>
      </p:sp>
      <p:sp>
        <p:nvSpPr>
          <p:cNvPr id="2" name="灯片编号占位符 1">
            <a:extLst>
              <a:ext uri="{FF2B5EF4-FFF2-40B4-BE49-F238E27FC236}">
                <a16:creationId xmlns:a16="http://schemas.microsoft.com/office/drawing/2014/main" id="{4415A2D5-D08A-7FC9-C9CE-26CD8854263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17</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216909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1E610284-3F4E-A284-4A38-412BD1324ABD}"/>
              </a:ext>
            </a:extLst>
          </p:cNvPr>
          <p:cNvSpPr/>
          <p:nvPr/>
        </p:nvSpPr>
        <p:spPr>
          <a:xfrm>
            <a:off x="541573" y="1916832"/>
            <a:ext cx="8062875" cy="2213235"/>
          </a:xfrm>
          <a:prstGeom prst="rect">
            <a:avLst/>
          </a:prstGeom>
        </p:spPr>
        <p:txBody>
          <a:bodyPr wrap="square">
            <a:spAutoFit/>
          </a:bodyPr>
          <a:lstStyle/>
          <a:p>
            <a:pPr>
              <a:lnSpc>
                <a:spcPct val="150000"/>
              </a:lnSpc>
            </a:pPr>
            <a:r>
              <a:rPr kumimoji="1" lang="zh-CN" altLang="en-US" dirty="0">
                <a:solidFill>
                  <a:schemeClr val="tx1"/>
                </a:solidFill>
                <a:latin typeface="微软雅黑" panose="020B0503020204020204" pitchFamily="34" charset="-122"/>
                <a:ea typeface="微软雅黑" panose="020B0503020204020204" pitchFamily="34" charset="-122"/>
              </a:rPr>
              <a:t>针对</a:t>
            </a:r>
            <a:r>
              <a:rPr kumimoji="1" lang="zh-CN" altLang="en-US" b="1" dirty="0">
                <a:solidFill>
                  <a:schemeClr val="tx1"/>
                </a:solidFill>
                <a:latin typeface="微软雅黑" panose="020B0503020204020204" pitchFamily="34" charset="-122"/>
                <a:ea typeface="微软雅黑" panose="020B0503020204020204" pitchFamily="34" charset="-122"/>
              </a:rPr>
              <a:t>子区域最大值</a:t>
            </a:r>
            <a:r>
              <a:rPr kumimoji="1" lang="zh-CN" altLang="en-US" dirty="0">
                <a:solidFill>
                  <a:schemeClr val="tx1"/>
                </a:solidFill>
                <a:latin typeface="微软雅黑" panose="020B0503020204020204" pitchFamily="34" charset="-122"/>
                <a:ea typeface="微软雅黑" panose="020B0503020204020204" pitchFamily="34" charset="-122"/>
              </a:rPr>
              <a:t>策略的优化</a:t>
            </a:r>
            <a:endParaRPr kumimoji="1" lang="en-US" altLang="zh-CN"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问题：</a:t>
            </a:r>
            <a:endParaRPr kumimoji="1" lang="en-US" altLang="zh-CN"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子区域的数量需要和实际的特征提取方案相结合</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sz="1800" b="1" dirty="0">
                <a:solidFill>
                  <a:schemeClr val="tx1"/>
                </a:solidFill>
                <a:latin typeface="微软雅黑" panose="020B0503020204020204" pitchFamily="34" charset="-122"/>
                <a:ea typeface="微软雅黑" panose="020B0503020204020204" pitchFamily="34" charset="-122"/>
              </a:rPr>
              <a:t>解决办法：</a:t>
            </a:r>
            <a:endParaRPr kumimoji="1" lang="en-US" altLang="zh-CN" sz="1800" b="1" dirty="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新的特征提取方案</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graphicFrame>
        <p:nvGraphicFramePr>
          <p:cNvPr id="3" name="对象 2">
            <a:extLst>
              <a:ext uri="{FF2B5EF4-FFF2-40B4-BE49-F238E27FC236}">
                <a16:creationId xmlns:a16="http://schemas.microsoft.com/office/drawing/2014/main" id="{D17D6BE5-9975-CFCE-9E28-44AB23870721}"/>
              </a:ext>
            </a:extLst>
          </p:cNvPr>
          <p:cNvGraphicFramePr>
            <a:graphicFrameLocks noChangeAspect="1"/>
          </p:cNvGraphicFramePr>
          <p:nvPr>
            <p:extLst>
              <p:ext uri="{D42A27DB-BD31-4B8C-83A1-F6EECF244321}">
                <p14:modId xmlns:p14="http://schemas.microsoft.com/office/powerpoint/2010/main" val="1292780059"/>
              </p:ext>
            </p:extLst>
          </p:nvPr>
        </p:nvGraphicFramePr>
        <p:xfrm>
          <a:off x="3700826" y="1433511"/>
          <a:ext cx="5085036" cy="1512168"/>
        </p:xfrm>
        <a:graphic>
          <a:graphicData uri="http://schemas.openxmlformats.org/presentationml/2006/ole">
            <mc:AlternateContent xmlns:mc="http://schemas.openxmlformats.org/markup-compatibility/2006">
              <mc:Choice xmlns:v="urn:schemas-microsoft-com:vml" Requires="v">
                <p:oleObj name="Visio" r:id="rId4" imgW="4362341" imgH="1301985" progId="Visio.Drawing.15">
                  <p:embed/>
                </p:oleObj>
              </mc:Choice>
              <mc:Fallback>
                <p:oleObj name="Visio" r:id="rId4" imgW="4362341" imgH="1301985" progId="Visio.Drawing.15">
                  <p:embed/>
                  <p:pic>
                    <p:nvPicPr>
                      <p:cNvPr id="3" name="对象 2">
                        <a:extLst>
                          <a:ext uri="{FF2B5EF4-FFF2-40B4-BE49-F238E27FC236}">
                            <a16:creationId xmlns:a16="http://schemas.microsoft.com/office/drawing/2014/main" id="{D17D6BE5-9975-CFCE-9E28-44AB238707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0826" y="1433511"/>
                        <a:ext cx="5085036" cy="1512168"/>
                      </a:xfrm>
                      <a:prstGeom prst="rect">
                        <a:avLst/>
                      </a:prstGeom>
                      <a:noFill/>
                    </p:spPr>
                  </p:pic>
                </p:oleObj>
              </mc:Fallback>
            </mc:AlternateContent>
          </a:graphicData>
        </a:graphic>
      </p:graphicFrame>
      <p:sp>
        <p:nvSpPr>
          <p:cNvPr id="6" name="Rectangle 11">
            <a:extLst>
              <a:ext uri="{FF2B5EF4-FFF2-40B4-BE49-F238E27FC236}">
                <a16:creationId xmlns:a16="http://schemas.microsoft.com/office/drawing/2014/main" id="{98A266B1-4C8A-2795-02E6-331099387536}"/>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3.1.3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的优化</a:t>
            </a:r>
          </a:p>
        </p:txBody>
      </p:sp>
      <p:pic>
        <p:nvPicPr>
          <p:cNvPr id="9" name="图片 8">
            <a:extLst>
              <a:ext uri="{FF2B5EF4-FFF2-40B4-BE49-F238E27FC236}">
                <a16:creationId xmlns:a16="http://schemas.microsoft.com/office/drawing/2014/main" id="{9FE44C3F-5380-0FFF-1376-8F87D8783A2B}"/>
              </a:ext>
            </a:extLst>
          </p:cNvPr>
          <p:cNvPicPr>
            <a:picLocks noChangeAspect="1"/>
          </p:cNvPicPr>
          <p:nvPr/>
        </p:nvPicPr>
        <p:blipFill>
          <a:blip r:embed="rId6"/>
          <a:stretch>
            <a:fillRect/>
          </a:stretch>
        </p:blipFill>
        <p:spPr>
          <a:xfrm>
            <a:off x="1836293" y="4114807"/>
            <a:ext cx="5471413" cy="2644372"/>
          </a:xfrm>
          <a:prstGeom prst="rect">
            <a:avLst/>
          </a:prstGeom>
        </p:spPr>
      </p:pic>
      <p:sp>
        <p:nvSpPr>
          <p:cNvPr id="2" name="灯片编号占位符 1">
            <a:extLst>
              <a:ext uri="{FF2B5EF4-FFF2-40B4-BE49-F238E27FC236}">
                <a16:creationId xmlns:a16="http://schemas.microsoft.com/office/drawing/2014/main" id="{49386E22-5A38-E229-AAC6-77B8F8FE80E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18</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241745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2951898"/>
          </a:xfrm>
          <a:prstGeom prst="rect">
            <a:avLst/>
          </a:prstGeom>
        </p:spPr>
        <p:txBody>
          <a:bodyPr wrap="square">
            <a:spAutoFit/>
          </a:bodyPr>
          <a:lstStyle/>
          <a:p>
            <a:pPr>
              <a:lnSpc>
                <a:spcPct val="150000"/>
              </a:lnSpc>
            </a:pPr>
            <a:r>
              <a:rPr kumimoji="1" lang="en-US" altLang="zh-CN" sz="1800" dirty="0">
                <a:solidFill>
                  <a:schemeClr val="tx1"/>
                </a:solidFill>
                <a:latin typeface="微软雅黑" panose="020B0503020204020204" pitchFamily="34" charset="-122"/>
                <a:ea typeface="微软雅黑" panose="020B0503020204020204" pitchFamily="34" charset="-122"/>
              </a:rPr>
              <a:t>Super-feature</a:t>
            </a:r>
            <a:r>
              <a:rPr kumimoji="1" lang="zh-CN" altLang="en-US" sz="1800" dirty="0">
                <a:solidFill>
                  <a:schemeClr val="tx1"/>
                </a:solidFill>
                <a:latin typeface="微软雅黑" panose="020B0503020204020204" pitchFamily="34" charset="-122"/>
                <a:ea typeface="微软雅黑" panose="020B0503020204020204" pitchFamily="34" charset="-122"/>
              </a:rPr>
              <a:t>的检测原理：</a:t>
            </a:r>
            <a:r>
              <a:rPr kumimoji="1" lang="en-US" altLang="zh-CN" sz="1800" dirty="0">
                <a:solidFill>
                  <a:srgbClr val="FF0000"/>
                </a:solidFill>
                <a:latin typeface="微软雅黑" panose="020B0503020204020204" pitchFamily="34" charset="-122"/>
                <a:ea typeface="微软雅黑" panose="020B0503020204020204" pitchFamily="34" charset="-122"/>
              </a:rPr>
              <a:t>Broder</a:t>
            </a:r>
            <a:r>
              <a:rPr kumimoji="1" lang="zh-CN" altLang="en-US" sz="1800" dirty="0">
                <a:solidFill>
                  <a:srgbClr val="FF0000"/>
                </a:solidFill>
                <a:latin typeface="微软雅黑" panose="020B0503020204020204" pitchFamily="34" charset="-122"/>
                <a:ea typeface="微软雅黑" panose="020B0503020204020204" pitchFamily="34" charset="-122"/>
              </a:rPr>
              <a:t>定理</a:t>
            </a:r>
            <a:endParaRPr kumimoji="1" lang="en-US" altLang="zh-CN" sz="1800" dirty="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zh-CN" sz="18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两个</a:t>
            </a:r>
            <a:r>
              <a:rPr lang="zh-CN" altLang="en-US" sz="18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相似度为 </a:t>
            </a:r>
            <a:r>
              <a:rPr lang="en-US" altLang="zh-CN" sz="1800" i="1" kern="100" dirty="0">
                <a:solidFill>
                  <a:schemeClr val="tx1"/>
                </a:solidFill>
                <a:latin typeface="Times New Roman" panose="02020603050405020304" pitchFamily="18" charset="0"/>
                <a:ea typeface="+mn-ea"/>
                <a:cs typeface="Times New Roman" panose="02020603050405020304" pitchFamily="18" charset="0"/>
              </a:rPr>
              <a:t>r </a:t>
            </a: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数据块</a:t>
            </a: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被判定为相似的概率</a:t>
            </a:r>
            <a:r>
              <a:rPr lang="en-US" altLang="zh-CN"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i="1" kern="100" dirty="0">
                <a:solidFill>
                  <a:srgbClr val="FF0000"/>
                </a:solidFill>
                <a:effectLst/>
                <a:latin typeface="Times New Roman" panose="02020603050405020304" pitchFamily="18" charset="0"/>
                <a:ea typeface="宋体" panose="02010600030101010101" pitchFamily="2" charset="-122"/>
              </a:rPr>
              <a:t>P</a:t>
            </a:r>
            <a:r>
              <a:rPr lang="en-US" altLang="zh-CN" sz="1800" kern="100" dirty="0">
                <a:solidFill>
                  <a:srgbClr val="FF0000"/>
                </a:solidFill>
                <a:effectLst/>
                <a:latin typeface="Times New Roman" panose="02020603050405020304" pitchFamily="18" charset="0"/>
                <a:ea typeface="宋体" panose="02010600030101010101" pitchFamily="2" charset="-122"/>
              </a:rPr>
              <a:t> = 1 − (1 − </a:t>
            </a:r>
            <a:r>
              <a:rPr lang="en-US" altLang="zh-CN" sz="1800" i="1" kern="100" dirty="0">
                <a:solidFill>
                  <a:srgbClr val="FF0000"/>
                </a:solidFill>
                <a:effectLst/>
                <a:latin typeface="Times New Roman" panose="02020603050405020304" pitchFamily="18" charset="0"/>
                <a:ea typeface="宋体" panose="02010600030101010101" pitchFamily="2" charset="-122"/>
              </a:rPr>
              <a:t>r </a:t>
            </a:r>
            <a:r>
              <a:rPr lang="en-US" altLang="zh-CN" sz="1800" i="1" kern="100" baseline="30000" dirty="0">
                <a:solidFill>
                  <a:srgbClr val="FF0000"/>
                </a:solidFill>
                <a:effectLst/>
                <a:latin typeface="Times New Roman" panose="02020603050405020304" pitchFamily="18" charset="0"/>
                <a:ea typeface="宋体" panose="02010600030101010101" pitchFamily="2" charset="-122"/>
              </a:rPr>
              <a:t>N</a:t>
            </a:r>
            <a:r>
              <a:rPr lang="en-US" altLang="zh-CN" sz="1800" kern="100" dirty="0">
                <a:solidFill>
                  <a:srgbClr val="FF0000"/>
                </a:solidFill>
                <a:effectLst/>
                <a:latin typeface="Times New Roman" panose="02020603050405020304" pitchFamily="18" charset="0"/>
                <a:ea typeface="宋体" panose="02010600030101010101" pitchFamily="2" charset="-122"/>
              </a:rPr>
              <a:t> ) </a:t>
            </a:r>
            <a:r>
              <a:rPr lang="en-US" altLang="zh-CN" sz="1800" i="1" kern="100" baseline="30000" dirty="0">
                <a:solidFill>
                  <a:srgbClr val="FF0000"/>
                </a:solidFill>
                <a:effectLst/>
                <a:latin typeface="Times New Roman" panose="02020603050405020304" pitchFamily="18" charset="0"/>
                <a:ea typeface="宋体" panose="02010600030101010101" pitchFamily="2" charset="-122"/>
              </a:rPr>
              <a:t>M</a:t>
            </a:r>
            <a:endParaRPr lang="zh-CN" altLang="en-US" sz="1800" dirty="0">
              <a:solidFill>
                <a:srgbClr val="FF0000"/>
              </a:solidFill>
            </a:endParaRPr>
          </a:p>
          <a:p>
            <a:pPr marL="285750" indent="-285750">
              <a:lnSpc>
                <a:spcPct val="150000"/>
              </a:lnSpc>
              <a:buFont typeface="Arial" panose="020B0604020202020204" pitchFamily="34" charset="0"/>
              <a:buChar char="•"/>
            </a:pP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根据</a:t>
            </a:r>
            <a:r>
              <a:rPr lang="en-US" altLang="zh-CN"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SIDC</a:t>
            </a: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的配置，</a:t>
            </a:r>
            <a:r>
              <a:rPr lang="en-US" altLang="zh-CN" sz="1800" i="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8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&gt; 0.8</a:t>
            </a: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被判定相似的概率大于</a:t>
            </a:r>
            <a:r>
              <a:rPr lang="en-US" altLang="zh-CN" sz="18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79.4%</a:t>
            </a:r>
            <a:endParaRPr lang="en-US" altLang="zh-CN" sz="1800" dirty="0">
              <a:solidFill>
                <a:schemeClr val="tx1"/>
              </a:solidFill>
              <a:latin typeface="+mn-ea"/>
              <a:ea typeface="+mn-ea"/>
            </a:endParaRPr>
          </a:p>
          <a:p>
            <a:pPr>
              <a:lnSpc>
                <a:spcPct val="150000"/>
              </a:lnSpc>
            </a:pPr>
            <a:r>
              <a:rPr kumimoji="1" lang="en-US" altLang="zh-CN" sz="1800" dirty="0">
                <a:solidFill>
                  <a:schemeClr val="tx1"/>
                </a:solidFill>
                <a:latin typeface="微软雅黑" panose="020B0503020204020204" pitchFamily="34" charset="-122"/>
                <a:ea typeface="微软雅黑" panose="020B0503020204020204" pitchFamily="34" charset="-122"/>
              </a:rPr>
              <a:t>Finesse</a:t>
            </a:r>
            <a:r>
              <a:rPr kumimoji="1" lang="zh-CN" altLang="en-US" sz="1800" dirty="0">
                <a:solidFill>
                  <a:schemeClr val="tx1"/>
                </a:solidFill>
                <a:latin typeface="微软雅黑" panose="020B0503020204020204" pitchFamily="34" charset="-122"/>
                <a:ea typeface="微软雅黑" panose="020B0503020204020204" pitchFamily="34" charset="-122"/>
              </a:rPr>
              <a:t>的检测原理：</a:t>
            </a:r>
            <a:r>
              <a:rPr kumimoji="1" lang="zh-CN" altLang="en-US" sz="1800" dirty="0">
                <a:solidFill>
                  <a:srgbClr val="FF0000"/>
                </a:solidFill>
                <a:latin typeface="微软雅黑" panose="020B0503020204020204" pitchFamily="34" charset="-122"/>
                <a:ea typeface="微软雅黑" panose="020B0503020204020204" pitchFamily="34" charset="-122"/>
              </a:rPr>
              <a:t>特征局部性理论</a:t>
            </a:r>
            <a:endParaRPr kumimoji="1" lang="en-US" altLang="zh-CN" sz="1800" dirty="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sz="1800">
                <a:solidFill>
                  <a:schemeClr val="tx1"/>
                </a:solidFill>
                <a:latin typeface="微软雅黑" panose="020B0503020204020204" pitchFamily="34" charset="-122"/>
                <a:ea typeface="微软雅黑" panose="020B0503020204020204" pitchFamily="34" charset="-122"/>
              </a:rPr>
              <a:t>相似数据块内部的特征值以相同的顺序出现</a:t>
            </a:r>
            <a:endParaRPr kumimoji="1" lang="en-US" altLang="zh-CN" sz="1800">
              <a:solidFill>
                <a:schemeClr val="tx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只能</a:t>
            </a: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检测</a:t>
            </a:r>
            <a:r>
              <a:rPr lang="zh-CN" altLang="en-US" sz="18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长度和内容都很接近</a:t>
            </a: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的相似数据块</a:t>
            </a:r>
            <a:endParaRPr lang="zh-CN" altLang="en-US" sz="1800" dirty="0">
              <a:solidFill>
                <a:schemeClr val="tx1"/>
              </a:solidFill>
              <a:latin typeface="+mn-ea"/>
              <a:ea typeface="+mn-ea"/>
            </a:endParaRPr>
          </a:p>
          <a:p>
            <a:pPr>
              <a:lnSpc>
                <a:spcPct val="150000"/>
              </a:lnSpc>
            </a:pPr>
            <a:endParaRPr kumimoji="1" lang="en-US" altLang="zh-CN" sz="1800" dirty="0">
              <a:solidFill>
                <a:srgbClr val="FF0000"/>
              </a:solidFill>
              <a:latin typeface="微软雅黑" panose="020B0503020204020204" pitchFamily="34" charset="-122"/>
              <a:ea typeface="微软雅黑" panose="020B0503020204020204" pitchFamily="34" charset="-122"/>
            </a:endParaRPr>
          </a:p>
        </p:txBody>
      </p:sp>
      <p:sp>
        <p:nvSpPr>
          <p:cNvPr id="9" name="Rectangle 11">
            <a:extLst>
              <a:ext uri="{FF2B5EF4-FFF2-40B4-BE49-F238E27FC236}">
                <a16:creationId xmlns:a16="http://schemas.microsoft.com/office/drawing/2014/main" id="{BDE09532-06C2-FE1D-36C6-18B462776B98}"/>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3.2.1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相似性检测方法检测效果分析</a:t>
            </a:r>
          </a:p>
        </p:txBody>
      </p:sp>
      <p:pic>
        <p:nvPicPr>
          <p:cNvPr id="5" name="图片 4">
            <a:extLst>
              <a:ext uri="{FF2B5EF4-FFF2-40B4-BE49-F238E27FC236}">
                <a16:creationId xmlns:a16="http://schemas.microsoft.com/office/drawing/2014/main" id="{0748BD98-E038-3A6F-2F65-0A7656E28D98}"/>
              </a:ext>
            </a:extLst>
          </p:cNvPr>
          <p:cNvPicPr>
            <a:picLocks noChangeAspect="1"/>
          </p:cNvPicPr>
          <p:nvPr/>
        </p:nvPicPr>
        <p:blipFill>
          <a:blip r:embed="rId4"/>
          <a:stretch>
            <a:fillRect/>
          </a:stretch>
        </p:blipFill>
        <p:spPr>
          <a:xfrm>
            <a:off x="3946973" y="4509866"/>
            <a:ext cx="4888416" cy="2087486"/>
          </a:xfrm>
          <a:prstGeom prst="rect">
            <a:avLst/>
          </a:prstGeom>
        </p:spPr>
      </p:pic>
      <p:sp>
        <p:nvSpPr>
          <p:cNvPr id="6" name="矩形 5">
            <a:extLst>
              <a:ext uri="{FF2B5EF4-FFF2-40B4-BE49-F238E27FC236}">
                <a16:creationId xmlns:a16="http://schemas.microsoft.com/office/drawing/2014/main" id="{A845A1FD-ED0B-1EDB-4C81-09A379840062}"/>
              </a:ext>
            </a:extLst>
          </p:cNvPr>
          <p:cNvSpPr/>
          <p:nvPr/>
        </p:nvSpPr>
        <p:spPr>
          <a:xfrm>
            <a:off x="539552" y="4797152"/>
            <a:ext cx="3344957" cy="961289"/>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问题：</a:t>
            </a:r>
            <a:r>
              <a:rPr kumimoji="1" lang="zh-CN" altLang="en-US" dirty="0">
                <a:solidFill>
                  <a:srgbClr val="FF0000"/>
                </a:solidFill>
                <a:latin typeface="微软雅黑" panose="020B0503020204020204" pitchFamily="34" charset="-122"/>
                <a:ea typeface="微软雅黑" panose="020B0503020204020204" pitchFamily="34" charset="-122"/>
              </a:rPr>
              <a:t>相似数据检测不充分</a:t>
            </a:r>
            <a:r>
              <a:rPr kumimoji="1" lang="zh-CN" altLang="en-US" dirty="0">
                <a:solidFill>
                  <a:schemeClr val="tx1"/>
                </a:solidFill>
                <a:latin typeface="微软雅黑" panose="020B0503020204020204" pitchFamily="34" charset="-122"/>
                <a:ea typeface="微软雅黑" panose="020B0503020204020204" pitchFamily="34" charset="-122"/>
              </a:rPr>
              <a:t>的情况普遍存在</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9AA11F4F-A292-01D2-BAB0-D3FABD72204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19</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69326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961289"/>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基于局部性感知的特征匹配技术</a:t>
            </a:r>
            <a:r>
              <a:rPr kumimoji="1" lang="en-US" altLang="zh-CN" b="1" dirty="0">
                <a:solidFill>
                  <a:schemeClr val="tx1"/>
                </a:solidFill>
                <a:latin typeface="微软雅黑" panose="020B0503020204020204" pitchFamily="34" charset="-122"/>
                <a:ea typeface="微软雅黑" panose="020B0503020204020204" pitchFamily="34" charset="-122"/>
              </a:rPr>
              <a:t>LAFM</a:t>
            </a:r>
          </a:p>
          <a:p>
            <a:pPr>
              <a:lnSpc>
                <a:spcPct val="150000"/>
              </a:lnSpc>
            </a:pPr>
            <a:r>
              <a:rPr kumimoji="1" lang="zh-CN" altLang="en-US" b="1"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原理：</a:t>
            </a:r>
            <a:r>
              <a:rPr kumimoji="1" lang="zh-CN" altLang="en-US" sz="1800" dirty="0">
                <a:solidFill>
                  <a:schemeClr val="tx1"/>
                </a:solidFill>
                <a:latin typeface="微软雅黑" panose="020B0503020204020204" pitchFamily="34" charset="-122"/>
                <a:ea typeface="微软雅黑" panose="020B0503020204020204" pitchFamily="34" charset="-122"/>
              </a:rPr>
              <a:t>将基于</a:t>
            </a:r>
            <a:r>
              <a:rPr kumimoji="1" lang="zh-CN" altLang="en-US" sz="1800" dirty="0">
                <a:solidFill>
                  <a:srgbClr val="FF0000"/>
                </a:solidFill>
                <a:latin typeface="微软雅黑" panose="020B0503020204020204" pitchFamily="34" charset="-122"/>
                <a:ea typeface="微软雅黑" panose="020B0503020204020204" pitchFamily="34" charset="-122"/>
              </a:rPr>
              <a:t>特征值计算</a:t>
            </a:r>
            <a:r>
              <a:rPr kumimoji="1" lang="zh-CN" altLang="en-US" sz="1800" dirty="0">
                <a:solidFill>
                  <a:schemeClr val="tx1"/>
                </a:solidFill>
                <a:latin typeface="微软雅黑" panose="020B0503020204020204" pitchFamily="34" charset="-122"/>
                <a:ea typeface="微软雅黑" panose="020B0503020204020204" pitchFamily="34" charset="-122"/>
              </a:rPr>
              <a:t>的方法和基于</a:t>
            </a:r>
            <a:r>
              <a:rPr kumimoji="1" lang="zh-CN" altLang="en-US" sz="1800" dirty="0">
                <a:solidFill>
                  <a:srgbClr val="FF0000"/>
                </a:solidFill>
                <a:latin typeface="微软雅黑" panose="020B0503020204020204" pitchFamily="34" charset="-122"/>
                <a:ea typeface="微软雅黑" panose="020B0503020204020204" pitchFamily="34" charset="-122"/>
              </a:rPr>
              <a:t>空间局部性</a:t>
            </a:r>
            <a:r>
              <a:rPr kumimoji="1" lang="zh-CN" altLang="en-US" sz="1800" dirty="0">
                <a:solidFill>
                  <a:schemeClr val="tx1"/>
                </a:solidFill>
                <a:latin typeface="微软雅黑" panose="020B0503020204020204" pitchFamily="34" charset="-122"/>
                <a:ea typeface="微软雅黑" panose="020B0503020204020204" pitchFamily="34" charset="-122"/>
              </a:rPr>
              <a:t>的方法结合起来</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3.2.2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pic>
        <p:nvPicPr>
          <p:cNvPr id="3" name="图片 2">
            <a:extLst>
              <a:ext uri="{FF2B5EF4-FFF2-40B4-BE49-F238E27FC236}">
                <a16:creationId xmlns:a16="http://schemas.microsoft.com/office/drawing/2014/main" id="{F096A6D2-33EB-0EC2-6936-7251A3A336F6}"/>
              </a:ext>
            </a:extLst>
          </p:cNvPr>
          <p:cNvPicPr>
            <a:picLocks noChangeAspect="1"/>
          </p:cNvPicPr>
          <p:nvPr/>
        </p:nvPicPr>
        <p:blipFill>
          <a:blip r:embed="rId4"/>
          <a:stretch>
            <a:fillRect/>
          </a:stretch>
        </p:blipFill>
        <p:spPr>
          <a:xfrm>
            <a:off x="804325" y="3143713"/>
            <a:ext cx="7535350" cy="1963911"/>
          </a:xfrm>
          <a:prstGeom prst="rect">
            <a:avLst/>
          </a:prstGeom>
        </p:spPr>
      </p:pic>
      <p:sp>
        <p:nvSpPr>
          <p:cNvPr id="10" name="文本框 9">
            <a:extLst>
              <a:ext uri="{FF2B5EF4-FFF2-40B4-BE49-F238E27FC236}">
                <a16:creationId xmlns:a16="http://schemas.microsoft.com/office/drawing/2014/main" id="{EB464FC1-4B97-FDFA-8705-CA93E7FAA425}"/>
              </a:ext>
            </a:extLst>
          </p:cNvPr>
          <p:cNvSpPr txBox="1"/>
          <p:nvPr/>
        </p:nvSpPr>
        <p:spPr>
          <a:xfrm>
            <a:off x="541573" y="5373216"/>
            <a:ext cx="7846851" cy="874407"/>
          </a:xfrm>
          <a:prstGeom prst="rect">
            <a:avLst/>
          </a:prstGeom>
          <a:noFill/>
        </p:spPr>
        <p:txBody>
          <a:bodyPr wrap="square">
            <a:spAutoFit/>
          </a:bodyPr>
          <a:lstStyle/>
          <a:p>
            <a:pPr>
              <a:lnSpc>
                <a:spcPct val="150000"/>
              </a:lnSpc>
            </a:pP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数据去重可以检测出</a:t>
            </a:r>
            <a:r>
              <a:rPr lang="zh-CN" altLang="en-US" sz="18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重复数据块</a:t>
            </a: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，基于特征值计算的相似性检测方法可以检测出</a:t>
            </a:r>
            <a:r>
              <a:rPr lang="zh-CN" altLang="en-US" sz="18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高度相似块</a:t>
            </a: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，统称为</a:t>
            </a:r>
            <a:r>
              <a:rPr lang="zh-CN" altLang="en-US" sz="18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特征数据块</a:t>
            </a:r>
            <a:endParaRPr kumimoji="1" lang="en-US" altLang="zh-CN" sz="1800" dirty="0">
              <a:solidFill>
                <a:srgbClr val="FF0000"/>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AEEF965D-3F61-D708-1F8E-93FDBDCBC3B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4217446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961289"/>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基于局部性感知的特征匹配技术</a:t>
            </a:r>
            <a:r>
              <a:rPr kumimoji="1" lang="en-US" altLang="zh-CN" b="1" dirty="0">
                <a:solidFill>
                  <a:schemeClr val="tx1"/>
                </a:solidFill>
                <a:latin typeface="微软雅黑" panose="020B0503020204020204" pitchFamily="34" charset="-122"/>
                <a:ea typeface="微软雅黑" panose="020B0503020204020204" pitchFamily="34" charset="-122"/>
              </a:rPr>
              <a:t>LAFM</a:t>
            </a:r>
          </a:p>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原理：</a:t>
            </a:r>
            <a:r>
              <a:rPr kumimoji="1" lang="zh-CN" altLang="en-US" sz="1800" dirty="0">
                <a:solidFill>
                  <a:schemeClr val="tx1"/>
                </a:solidFill>
                <a:latin typeface="微软雅黑" panose="020B0503020204020204" pitchFamily="34" charset="-122"/>
                <a:ea typeface="微软雅黑" panose="020B0503020204020204" pitchFamily="34" charset="-122"/>
              </a:rPr>
              <a:t>将基于</a:t>
            </a:r>
            <a:r>
              <a:rPr kumimoji="1" lang="zh-CN" altLang="en-US" sz="1800" dirty="0">
                <a:solidFill>
                  <a:srgbClr val="FF0000"/>
                </a:solidFill>
                <a:latin typeface="微软雅黑" panose="020B0503020204020204" pitchFamily="34" charset="-122"/>
                <a:ea typeface="微软雅黑" panose="020B0503020204020204" pitchFamily="34" charset="-122"/>
              </a:rPr>
              <a:t>特征值计算</a:t>
            </a:r>
            <a:r>
              <a:rPr kumimoji="1" lang="zh-CN" altLang="en-US" sz="1800" dirty="0">
                <a:solidFill>
                  <a:schemeClr val="tx1"/>
                </a:solidFill>
                <a:latin typeface="微软雅黑" panose="020B0503020204020204" pitchFamily="34" charset="-122"/>
                <a:ea typeface="微软雅黑" panose="020B0503020204020204" pitchFamily="34" charset="-122"/>
              </a:rPr>
              <a:t>的方法和基于</a:t>
            </a:r>
            <a:r>
              <a:rPr kumimoji="1" lang="zh-CN" altLang="en-US" sz="1800" dirty="0">
                <a:solidFill>
                  <a:srgbClr val="FF0000"/>
                </a:solidFill>
                <a:latin typeface="微软雅黑" panose="020B0503020204020204" pitchFamily="34" charset="-122"/>
                <a:ea typeface="微软雅黑" panose="020B0503020204020204" pitchFamily="34" charset="-122"/>
              </a:rPr>
              <a:t>空间局部性</a:t>
            </a:r>
            <a:r>
              <a:rPr kumimoji="1" lang="zh-CN" altLang="en-US" sz="1800" dirty="0">
                <a:solidFill>
                  <a:schemeClr val="tx1"/>
                </a:solidFill>
                <a:latin typeface="微软雅黑" panose="020B0503020204020204" pitchFamily="34" charset="-122"/>
                <a:ea typeface="微软雅黑" panose="020B0503020204020204" pitchFamily="34" charset="-122"/>
              </a:rPr>
              <a:t>的方法结合起来</a:t>
            </a:r>
            <a:endParaRPr kumimoji="1" lang="en-US" altLang="zh-CN" sz="1800" dirty="0">
              <a:solidFill>
                <a:srgbClr val="FF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D8DA55-0383-2244-0471-CB6FC590D5A8}"/>
              </a:ext>
            </a:extLst>
          </p:cNvPr>
          <p:cNvPicPr>
            <a:picLocks noChangeAspect="1"/>
          </p:cNvPicPr>
          <p:nvPr/>
        </p:nvPicPr>
        <p:blipFill>
          <a:blip r:embed="rId4"/>
          <a:stretch>
            <a:fillRect/>
          </a:stretch>
        </p:blipFill>
        <p:spPr>
          <a:xfrm>
            <a:off x="801085" y="3143240"/>
            <a:ext cx="7541830" cy="1965600"/>
          </a:xfrm>
          <a:prstGeom prst="rect">
            <a:avLst/>
          </a:prstGeom>
        </p:spPr>
      </p:pic>
      <p:sp>
        <p:nvSpPr>
          <p:cNvPr id="7" name="文本框 6">
            <a:extLst>
              <a:ext uri="{FF2B5EF4-FFF2-40B4-BE49-F238E27FC236}">
                <a16:creationId xmlns:a16="http://schemas.microsoft.com/office/drawing/2014/main" id="{2B96CF63-AADD-81A4-70D7-A27A127ABF88}"/>
              </a:ext>
            </a:extLst>
          </p:cNvPr>
          <p:cNvSpPr txBox="1"/>
          <p:nvPr/>
        </p:nvSpPr>
        <p:spPr>
          <a:xfrm>
            <a:off x="541573" y="5373216"/>
            <a:ext cx="7846851" cy="874407"/>
          </a:xfrm>
          <a:prstGeom prst="rect">
            <a:avLst/>
          </a:prstGeom>
          <a:noFill/>
        </p:spPr>
        <p:txBody>
          <a:bodyPr wrap="square">
            <a:spAutoFit/>
          </a:bodyPr>
          <a:lstStyle/>
          <a:p>
            <a:pPr>
              <a:lnSpc>
                <a:spcPct val="150000"/>
              </a:lnSpc>
            </a:pPr>
            <a:r>
              <a:rPr lang="zh-CN" altLang="en-US" sz="1800" kern="10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利用</a:t>
            </a:r>
            <a:r>
              <a:rPr lang="zh-CN" altLang="en-US" sz="1800" kern="1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特征数据块间</a:t>
            </a: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sz="18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空间局部性</a:t>
            </a:r>
            <a:r>
              <a:rPr lang="zh-CN" altLang="en-US" sz="1800" kern="1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检测潜在的相似数据块，真实相似程度由差量压缩结果判断</a:t>
            </a:r>
            <a:endParaRPr kumimoji="1" lang="en-US" altLang="zh-CN" sz="1800" dirty="0">
              <a:solidFill>
                <a:srgbClr val="FF0000"/>
              </a:solidFill>
              <a:latin typeface="微软雅黑" panose="020B0503020204020204" pitchFamily="34" charset="-122"/>
              <a:ea typeface="微软雅黑" panose="020B0503020204020204" pitchFamily="34" charset="-122"/>
            </a:endParaRPr>
          </a:p>
        </p:txBody>
      </p:sp>
      <p:sp>
        <p:nvSpPr>
          <p:cNvPr id="6" name="Rectangle 11">
            <a:extLst>
              <a:ext uri="{FF2B5EF4-FFF2-40B4-BE49-F238E27FC236}">
                <a16:creationId xmlns:a16="http://schemas.microsoft.com/office/drawing/2014/main" id="{2063567C-63B4-B14B-0868-3D0B0EF0FE2F}"/>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3.2.2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 name="灯片编号占位符 1">
            <a:extLst>
              <a:ext uri="{FF2B5EF4-FFF2-40B4-BE49-F238E27FC236}">
                <a16:creationId xmlns:a16="http://schemas.microsoft.com/office/drawing/2014/main" id="{C215A5D0-605E-C9D6-B0E7-87C9DACF049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21</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2133621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920573"/>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基于</a:t>
            </a:r>
            <a:r>
              <a:rPr kumimoji="1" lang="en-US" altLang="zh-CN" b="1" dirty="0">
                <a:solidFill>
                  <a:schemeClr val="tx1"/>
                </a:solidFill>
                <a:latin typeface="微软雅黑" panose="020B0503020204020204" pitchFamily="34" charset="-122"/>
                <a:ea typeface="微软雅黑" panose="020B0503020204020204" pitchFamily="34" charset="-122"/>
              </a:rPr>
              <a:t>LAFM</a:t>
            </a:r>
            <a:r>
              <a:rPr kumimoji="1" lang="zh-CN" altLang="en-US" b="1" dirty="0">
                <a:solidFill>
                  <a:schemeClr val="tx1"/>
                </a:solidFill>
                <a:latin typeface="微软雅黑" panose="020B0503020204020204" pitchFamily="34" charset="-122"/>
                <a:ea typeface="微软雅黑" panose="020B0503020204020204" pitchFamily="34" charset="-122"/>
              </a:rPr>
              <a:t>的联合数据去重和差量压缩的冗余数据删除系统</a:t>
            </a:r>
            <a:r>
              <a:rPr kumimoji="1" lang="en-US" altLang="zh-CN" b="1" dirty="0">
                <a:solidFill>
                  <a:schemeClr val="tx1"/>
                </a:solidFill>
                <a:latin typeface="微软雅黑" panose="020B0503020204020204" pitchFamily="34" charset="-122"/>
                <a:ea typeface="微软雅黑" panose="020B0503020204020204" pitchFamily="34" charset="-122"/>
              </a:rPr>
              <a:t>LBS</a:t>
            </a:r>
          </a:p>
          <a:p>
            <a:pPr marL="285750" indent="-28575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系统分为四个模块，各阶段流水化</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660344E7-C170-8688-6783-950CB439AA31}"/>
              </a:ext>
            </a:extLst>
          </p:cNvPr>
          <p:cNvPicPr>
            <a:picLocks noChangeAspect="1"/>
          </p:cNvPicPr>
          <p:nvPr/>
        </p:nvPicPr>
        <p:blipFill>
          <a:blip r:embed="rId4"/>
          <a:stretch>
            <a:fillRect/>
          </a:stretch>
        </p:blipFill>
        <p:spPr>
          <a:xfrm>
            <a:off x="1115616" y="2832429"/>
            <a:ext cx="4752528" cy="3767651"/>
          </a:xfrm>
          <a:prstGeom prst="rect">
            <a:avLst/>
          </a:prstGeom>
        </p:spPr>
      </p:pic>
      <p:sp>
        <p:nvSpPr>
          <p:cNvPr id="5" name="Rectangle 11">
            <a:extLst>
              <a:ext uri="{FF2B5EF4-FFF2-40B4-BE49-F238E27FC236}">
                <a16:creationId xmlns:a16="http://schemas.microsoft.com/office/drawing/2014/main" id="{54A45BBC-6C66-071E-562D-7FE218ADF87E}"/>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3.2.2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 name="灯片编号占位符 1">
            <a:extLst>
              <a:ext uri="{FF2B5EF4-FFF2-40B4-BE49-F238E27FC236}">
                <a16:creationId xmlns:a16="http://schemas.microsoft.com/office/drawing/2014/main" id="{489BC759-7EC2-2D71-27FA-C2FFD49BD9A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561199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920573"/>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基于</a:t>
            </a:r>
            <a:r>
              <a:rPr kumimoji="1" lang="en-US" altLang="zh-CN" b="1" dirty="0">
                <a:solidFill>
                  <a:schemeClr val="tx1"/>
                </a:solidFill>
                <a:latin typeface="微软雅黑" panose="020B0503020204020204" pitchFamily="34" charset="-122"/>
                <a:ea typeface="微软雅黑" panose="020B0503020204020204" pitchFamily="34" charset="-122"/>
              </a:rPr>
              <a:t>LAFM</a:t>
            </a:r>
            <a:r>
              <a:rPr kumimoji="1" lang="zh-CN" altLang="en-US" b="1" dirty="0">
                <a:solidFill>
                  <a:schemeClr val="tx1"/>
                </a:solidFill>
                <a:latin typeface="微软雅黑" panose="020B0503020204020204" pitchFamily="34" charset="-122"/>
                <a:ea typeface="微软雅黑" panose="020B0503020204020204" pitchFamily="34" charset="-122"/>
              </a:rPr>
              <a:t>的联合数据去重和差量压缩的冗余数据删除系统</a:t>
            </a:r>
            <a:r>
              <a:rPr kumimoji="1" lang="en-US" altLang="zh-CN" b="1" dirty="0">
                <a:solidFill>
                  <a:schemeClr val="tx1"/>
                </a:solidFill>
                <a:latin typeface="微软雅黑" panose="020B0503020204020204" pitchFamily="34" charset="-122"/>
                <a:ea typeface="微软雅黑" panose="020B0503020204020204" pitchFamily="34" charset="-122"/>
              </a:rPr>
              <a:t>LBS</a:t>
            </a:r>
          </a:p>
          <a:p>
            <a:pPr marL="285750" indent="-28575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特征匹配阶段：</a:t>
            </a:r>
            <a:r>
              <a:rPr kumimoji="1" lang="zh-CN" altLang="en-US" sz="1800" dirty="0">
                <a:solidFill>
                  <a:srgbClr val="FF0000"/>
                </a:solidFill>
                <a:latin typeface="微软雅黑" panose="020B0503020204020204" pitchFamily="34" charset="-122"/>
                <a:ea typeface="微软雅黑" panose="020B0503020204020204" pitchFamily="34" charset="-122"/>
              </a:rPr>
              <a:t>基于超级特征值的特征匹配</a:t>
            </a:r>
            <a:r>
              <a:rPr kumimoji="1" lang="zh-CN" altLang="en-US" sz="1800" dirty="0">
                <a:solidFill>
                  <a:schemeClr val="tx1"/>
                </a:solidFill>
                <a:latin typeface="微软雅黑" panose="020B0503020204020204" pitchFamily="34" charset="-122"/>
                <a:ea typeface="微软雅黑" panose="020B0503020204020204" pitchFamily="34" charset="-122"/>
              </a:rPr>
              <a:t>和</a:t>
            </a:r>
            <a:r>
              <a:rPr kumimoji="1" lang="zh-CN" altLang="en-US" sz="1800" dirty="0">
                <a:solidFill>
                  <a:srgbClr val="FF0000"/>
                </a:solidFill>
                <a:latin typeface="微软雅黑" panose="020B0503020204020204" pitchFamily="34" charset="-122"/>
                <a:ea typeface="微软雅黑" panose="020B0503020204020204" pitchFamily="34" charset="-122"/>
              </a:rPr>
              <a:t>基于局部性感知的特征匹配</a:t>
            </a:r>
            <a:endParaRPr kumimoji="1" lang="en-US" altLang="zh-CN" sz="1800" dirty="0">
              <a:solidFill>
                <a:srgbClr val="FF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464D1498-432F-659A-2650-DFC94A2B4FF7}"/>
              </a:ext>
            </a:extLst>
          </p:cNvPr>
          <p:cNvPicPr>
            <a:picLocks noChangeAspect="1"/>
          </p:cNvPicPr>
          <p:nvPr/>
        </p:nvPicPr>
        <p:blipFill>
          <a:blip r:embed="rId4"/>
          <a:stretch>
            <a:fillRect/>
          </a:stretch>
        </p:blipFill>
        <p:spPr>
          <a:xfrm>
            <a:off x="439838" y="2837405"/>
            <a:ext cx="8579437" cy="3793855"/>
          </a:xfrm>
          <a:prstGeom prst="rect">
            <a:avLst/>
          </a:prstGeom>
        </p:spPr>
      </p:pic>
      <p:sp>
        <p:nvSpPr>
          <p:cNvPr id="6" name="Rectangle 11">
            <a:extLst>
              <a:ext uri="{FF2B5EF4-FFF2-40B4-BE49-F238E27FC236}">
                <a16:creationId xmlns:a16="http://schemas.microsoft.com/office/drawing/2014/main" id="{BBE31ABA-D871-3268-C524-70EC25BEF8A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3.2.2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 name="灯片编号占位符 1">
            <a:extLst>
              <a:ext uri="{FF2B5EF4-FFF2-40B4-BE49-F238E27FC236}">
                <a16:creationId xmlns:a16="http://schemas.microsoft.com/office/drawing/2014/main" id="{23C8281E-5338-EFD7-CE07-BE26F4DEF01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23</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3787541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920573"/>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基于</a:t>
            </a:r>
            <a:r>
              <a:rPr kumimoji="1" lang="en-US" altLang="zh-CN" b="1" dirty="0">
                <a:solidFill>
                  <a:schemeClr val="tx1"/>
                </a:solidFill>
                <a:latin typeface="微软雅黑" panose="020B0503020204020204" pitchFamily="34" charset="-122"/>
                <a:ea typeface="微软雅黑" panose="020B0503020204020204" pitchFamily="34" charset="-122"/>
              </a:rPr>
              <a:t>LAFM</a:t>
            </a:r>
            <a:r>
              <a:rPr kumimoji="1" lang="zh-CN" altLang="en-US" b="1" dirty="0">
                <a:solidFill>
                  <a:schemeClr val="tx1"/>
                </a:solidFill>
                <a:latin typeface="微软雅黑" panose="020B0503020204020204" pitchFamily="34" charset="-122"/>
                <a:ea typeface="微软雅黑" panose="020B0503020204020204" pitchFamily="34" charset="-122"/>
              </a:rPr>
              <a:t>的联合数据去重和差量压缩的冗余数据删除系统</a:t>
            </a:r>
            <a:r>
              <a:rPr kumimoji="1" lang="en-US" altLang="zh-CN" b="1" dirty="0">
                <a:solidFill>
                  <a:schemeClr val="tx1"/>
                </a:solidFill>
                <a:latin typeface="微软雅黑" panose="020B0503020204020204" pitchFamily="34" charset="-122"/>
                <a:ea typeface="微软雅黑" panose="020B0503020204020204" pitchFamily="34" charset="-122"/>
              </a:rPr>
              <a:t>LBS</a:t>
            </a:r>
          </a:p>
          <a:p>
            <a:pPr marL="285750" indent="-285750">
              <a:lnSpc>
                <a:spcPct val="150000"/>
              </a:lnSpc>
              <a:buFont typeface="Arial" panose="020B0604020202020204" pitchFamily="34" charset="0"/>
              <a:buChar char="•"/>
            </a:pPr>
            <a:r>
              <a:rPr kumimoji="1" lang="zh-CN" altLang="en-US" sz="1800" dirty="0">
                <a:solidFill>
                  <a:schemeClr val="tx1"/>
                </a:solidFill>
                <a:latin typeface="微软雅黑" panose="020B0503020204020204" pitchFamily="34" charset="-122"/>
                <a:ea typeface="微软雅黑" panose="020B0503020204020204" pitchFamily="34" charset="-122"/>
              </a:rPr>
              <a:t>数据流在系统中的处理示意图</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4FC9890F-78C5-31E0-9473-1D6126D50CCA}"/>
              </a:ext>
            </a:extLst>
          </p:cNvPr>
          <p:cNvPicPr>
            <a:picLocks noChangeAspect="1"/>
          </p:cNvPicPr>
          <p:nvPr/>
        </p:nvPicPr>
        <p:blipFill>
          <a:blip r:embed="rId4"/>
          <a:stretch>
            <a:fillRect/>
          </a:stretch>
        </p:blipFill>
        <p:spPr>
          <a:xfrm>
            <a:off x="2574590" y="2830529"/>
            <a:ext cx="4076519" cy="3847998"/>
          </a:xfrm>
          <a:prstGeom prst="rect">
            <a:avLst/>
          </a:prstGeom>
        </p:spPr>
      </p:pic>
      <p:sp>
        <p:nvSpPr>
          <p:cNvPr id="5" name="Rectangle 11">
            <a:extLst>
              <a:ext uri="{FF2B5EF4-FFF2-40B4-BE49-F238E27FC236}">
                <a16:creationId xmlns:a16="http://schemas.microsoft.com/office/drawing/2014/main" id="{5E27D10C-72D1-A20D-3635-3E4B7CC07E30}"/>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3.2.2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的设计与实现</a:t>
            </a:r>
          </a:p>
        </p:txBody>
      </p:sp>
      <p:sp>
        <p:nvSpPr>
          <p:cNvPr id="2" name="灯片编号占位符 1">
            <a:extLst>
              <a:ext uri="{FF2B5EF4-FFF2-40B4-BE49-F238E27FC236}">
                <a16:creationId xmlns:a16="http://schemas.microsoft.com/office/drawing/2014/main" id="{64B057A1-6C2F-7563-A7FD-4B10EE79C1D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24</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3358407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961289"/>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问题：</a:t>
            </a:r>
            <a:r>
              <a:rPr kumimoji="1" lang="en-US" altLang="zh-CN" sz="1800" dirty="0">
                <a:solidFill>
                  <a:schemeClr val="tx1"/>
                </a:solidFill>
                <a:latin typeface="微软雅黑" panose="020B0503020204020204" pitchFamily="34" charset="-122"/>
                <a:ea typeface="微软雅黑" panose="020B0503020204020204" pitchFamily="34" charset="-122"/>
              </a:rPr>
              <a:t>LAFM</a:t>
            </a:r>
            <a:r>
              <a:rPr kumimoji="1" lang="zh-CN" altLang="en-US" sz="1800" dirty="0">
                <a:solidFill>
                  <a:schemeClr val="tx1"/>
                </a:solidFill>
                <a:latin typeface="微软雅黑" panose="020B0503020204020204" pitchFamily="34" charset="-122"/>
                <a:ea typeface="微软雅黑" panose="020B0503020204020204" pitchFamily="34" charset="-122"/>
              </a:rPr>
              <a:t>的检测开销</a:t>
            </a:r>
            <a:endParaRPr kumimoji="1" lang="en-US" altLang="zh-CN"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优化：</a:t>
            </a:r>
            <a:r>
              <a:rPr kumimoji="1" lang="zh-CN" altLang="en-US" sz="1800" dirty="0">
                <a:solidFill>
                  <a:schemeClr val="tx1"/>
                </a:solidFill>
                <a:latin typeface="微软雅黑" panose="020B0503020204020204" pitchFamily="34" charset="-122"/>
                <a:ea typeface="微软雅黑" panose="020B0503020204020204" pitchFamily="34" charset="-122"/>
              </a:rPr>
              <a:t>限制</a:t>
            </a:r>
            <a:r>
              <a:rPr kumimoji="1" lang="en-US" altLang="zh-CN" sz="1800" dirty="0">
                <a:solidFill>
                  <a:schemeClr val="tx1"/>
                </a:solidFill>
                <a:latin typeface="微软雅黑" panose="020B0503020204020204" pitchFamily="34" charset="-122"/>
                <a:ea typeface="微软雅黑" panose="020B0503020204020204" pitchFamily="34" charset="-122"/>
              </a:rPr>
              <a:t>LAFM</a:t>
            </a:r>
            <a:r>
              <a:rPr kumimoji="1" lang="zh-CN" altLang="en-US" sz="1800" dirty="0">
                <a:solidFill>
                  <a:schemeClr val="tx1"/>
                </a:solidFill>
                <a:latin typeface="微软雅黑" panose="020B0503020204020204" pitchFamily="34" charset="-122"/>
                <a:ea typeface="微软雅黑" panose="020B0503020204020204" pitchFamily="34" charset="-122"/>
              </a:rPr>
              <a:t>的遍历长度</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D31B3685-75F2-E6C7-BB43-8E04498C80DC}"/>
              </a:ext>
            </a:extLst>
          </p:cNvPr>
          <p:cNvPicPr>
            <a:picLocks noChangeAspect="1"/>
          </p:cNvPicPr>
          <p:nvPr/>
        </p:nvPicPr>
        <p:blipFill>
          <a:blip r:embed="rId4"/>
          <a:stretch>
            <a:fillRect/>
          </a:stretch>
        </p:blipFill>
        <p:spPr>
          <a:xfrm>
            <a:off x="1547664" y="3605098"/>
            <a:ext cx="5443943" cy="2475210"/>
          </a:xfrm>
          <a:prstGeom prst="rect">
            <a:avLst/>
          </a:prstGeom>
        </p:spPr>
      </p:pic>
      <p:sp>
        <p:nvSpPr>
          <p:cNvPr id="5" name="Rectangle 11">
            <a:extLst>
              <a:ext uri="{FF2B5EF4-FFF2-40B4-BE49-F238E27FC236}">
                <a16:creationId xmlns:a16="http://schemas.microsoft.com/office/drawing/2014/main" id="{58C7CE23-658C-112E-EF24-6F2E5CB8F64E}"/>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3.2.3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的优化</a:t>
            </a:r>
          </a:p>
        </p:txBody>
      </p:sp>
      <p:sp>
        <p:nvSpPr>
          <p:cNvPr id="2" name="灯片编号占位符 1">
            <a:extLst>
              <a:ext uri="{FF2B5EF4-FFF2-40B4-BE49-F238E27FC236}">
                <a16:creationId xmlns:a16="http://schemas.microsoft.com/office/drawing/2014/main" id="{480D192A-96ED-E165-CEEE-DB6B55DCBCD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25</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3039177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59F72D-EE15-DD07-B8B2-D12D8BA45F7D}"/>
              </a:ext>
            </a:extLst>
          </p:cNvPr>
          <p:cNvSpPr/>
          <p:nvPr/>
        </p:nvSpPr>
        <p:spPr>
          <a:xfrm>
            <a:off x="541573" y="1916832"/>
            <a:ext cx="8062875" cy="961289"/>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问题：</a:t>
            </a:r>
            <a:r>
              <a:rPr kumimoji="1" lang="zh-CN" altLang="en-US" sz="1800" dirty="0">
                <a:solidFill>
                  <a:schemeClr val="tx1"/>
                </a:solidFill>
                <a:latin typeface="微软雅黑" panose="020B0503020204020204" pitchFamily="34" charset="-122"/>
                <a:ea typeface="微软雅黑" panose="020B0503020204020204" pitchFamily="34" charset="-122"/>
              </a:rPr>
              <a:t>过多的不相似的备选块会造成较大的计算负担</a:t>
            </a:r>
            <a:endParaRPr kumimoji="1" lang="en-US" altLang="zh-CN"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优化：</a:t>
            </a:r>
            <a:r>
              <a:rPr kumimoji="1" lang="zh-CN" altLang="en-US" sz="1800" dirty="0">
                <a:solidFill>
                  <a:schemeClr val="tx1"/>
                </a:solidFill>
                <a:latin typeface="微软雅黑" panose="020B0503020204020204" pitchFamily="34" charset="-122"/>
                <a:ea typeface="微软雅黑" panose="020B0503020204020204" pitchFamily="34" charset="-122"/>
              </a:rPr>
              <a:t>分级并行的差量压缩，实现备选块的快速筛选</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AE7DF6E3-6582-1CD7-822C-6EA58C7C28D8}"/>
              </a:ext>
            </a:extLst>
          </p:cNvPr>
          <p:cNvPicPr>
            <a:picLocks noChangeAspect="1"/>
          </p:cNvPicPr>
          <p:nvPr/>
        </p:nvPicPr>
        <p:blipFill>
          <a:blip r:embed="rId4"/>
          <a:stretch>
            <a:fillRect/>
          </a:stretch>
        </p:blipFill>
        <p:spPr>
          <a:xfrm>
            <a:off x="1979712" y="3097761"/>
            <a:ext cx="5013920" cy="3603755"/>
          </a:xfrm>
          <a:prstGeom prst="rect">
            <a:avLst/>
          </a:prstGeom>
        </p:spPr>
      </p:pic>
      <p:sp>
        <p:nvSpPr>
          <p:cNvPr id="6" name="Rectangle 11">
            <a:extLst>
              <a:ext uri="{FF2B5EF4-FFF2-40B4-BE49-F238E27FC236}">
                <a16:creationId xmlns:a16="http://schemas.microsoft.com/office/drawing/2014/main" id="{A5AD6F2C-BE52-F97A-0B11-7FF50A5CB9E1}"/>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3.2.3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的优化</a:t>
            </a:r>
          </a:p>
        </p:txBody>
      </p:sp>
      <p:sp>
        <p:nvSpPr>
          <p:cNvPr id="2" name="灯片编号占位符 1">
            <a:extLst>
              <a:ext uri="{FF2B5EF4-FFF2-40B4-BE49-F238E27FC236}">
                <a16:creationId xmlns:a16="http://schemas.microsoft.com/office/drawing/2014/main" id="{E3E13FBA-09D5-A80A-7558-FD5D1D3965D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3007753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9E2910B8-D0F7-BAD1-0188-94DE6C980022}"/>
              </a:ext>
            </a:extLst>
          </p:cNvPr>
          <p:cNvPicPr>
            <a:picLocks noChangeAspect="1"/>
          </p:cNvPicPr>
          <p:nvPr/>
        </p:nvPicPr>
        <p:blipFill>
          <a:blip r:embed="rId4"/>
          <a:stretch>
            <a:fillRect/>
          </a:stretch>
        </p:blipFill>
        <p:spPr>
          <a:xfrm>
            <a:off x="1979712" y="3097761"/>
            <a:ext cx="5013920" cy="3603755"/>
          </a:xfrm>
          <a:prstGeom prst="rect">
            <a:avLst/>
          </a:prstGeom>
        </p:spPr>
      </p:pic>
      <p:sp>
        <p:nvSpPr>
          <p:cNvPr id="5" name="矩形 4">
            <a:extLst>
              <a:ext uri="{FF2B5EF4-FFF2-40B4-BE49-F238E27FC236}">
                <a16:creationId xmlns:a16="http://schemas.microsoft.com/office/drawing/2014/main" id="{84DCBC04-2D46-87E7-9C44-6042C6CFA4CB}"/>
              </a:ext>
            </a:extLst>
          </p:cNvPr>
          <p:cNvSpPr/>
          <p:nvPr/>
        </p:nvSpPr>
        <p:spPr bwMode="auto">
          <a:xfrm>
            <a:off x="3131096" y="4258093"/>
            <a:ext cx="3844632" cy="467051"/>
          </a:xfrm>
          <a:prstGeom prst="rect">
            <a:avLst/>
          </a:prstGeom>
          <a:noFill/>
          <a:ln w="19050">
            <a:solidFill>
              <a:srgbClr val="FF0000"/>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4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7" name="文本框 6">
            <a:extLst>
              <a:ext uri="{FF2B5EF4-FFF2-40B4-BE49-F238E27FC236}">
                <a16:creationId xmlns:a16="http://schemas.microsoft.com/office/drawing/2014/main" id="{B661DA60-3B36-40F2-6D83-3CA183B378A7}"/>
              </a:ext>
            </a:extLst>
          </p:cNvPr>
          <p:cNvSpPr txBox="1"/>
          <p:nvPr/>
        </p:nvSpPr>
        <p:spPr>
          <a:xfrm>
            <a:off x="6156176" y="4263479"/>
            <a:ext cx="432048" cy="461665"/>
          </a:xfrm>
          <a:prstGeom prst="rect">
            <a:avLst/>
          </a:prstGeom>
          <a:noFill/>
        </p:spPr>
        <p:txBody>
          <a:bodyPr wrap="square">
            <a:spAutoFit/>
          </a:bodyPr>
          <a:lstStyle/>
          <a:p>
            <a:r>
              <a:rPr kumimoji="1" lang="en-US" altLang="zh-CN" sz="2400" dirty="0">
                <a:solidFill>
                  <a:srgbClr val="FF0000"/>
                </a:solidFill>
                <a:latin typeface="微软雅黑" panose="020B0503020204020204" pitchFamily="34" charset="-122"/>
                <a:ea typeface="微软雅黑" panose="020B0503020204020204" pitchFamily="34" charset="-122"/>
              </a:rPr>
              <a:t>X</a:t>
            </a:r>
            <a:endParaRPr lang="zh-CN" altLang="en-US" sz="2400" dirty="0">
              <a:solidFill>
                <a:srgbClr val="FF0000"/>
              </a:solidFill>
            </a:endParaRPr>
          </a:p>
        </p:txBody>
      </p:sp>
      <p:sp>
        <p:nvSpPr>
          <p:cNvPr id="11" name="矩形 10">
            <a:extLst>
              <a:ext uri="{FF2B5EF4-FFF2-40B4-BE49-F238E27FC236}">
                <a16:creationId xmlns:a16="http://schemas.microsoft.com/office/drawing/2014/main" id="{9E7E5F76-7F6F-C878-4E13-CD286314E8CA}"/>
              </a:ext>
            </a:extLst>
          </p:cNvPr>
          <p:cNvSpPr/>
          <p:nvPr/>
        </p:nvSpPr>
        <p:spPr>
          <a:xfrm>
            <a:off x="541573" y="1916832"/>
            <a:ext cx="8062875" cy="961289"/>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问题：</a:t>
            </a:r>
            <a:r>
              <a:rPr kumimoji="1" lang="zh-CN" altLang="en-US" sz="1800" dirty="0">
                <a:solidFill>
                  <a:schemeClr val="tx1"/>
                </a:solidFill>
                <a:latin typeface="微软雅黑" panose="020B0503020204020204" pitchFamily="34" charset="-122"/>
                <a:ea typeface="微软雅黑" panose="020B0503020204020204" pitchFamily="34" charset="-122"/>
              </a:rPr>
              <a:t>过多的不相似的备选块会造成较大的计算负担</a:t>
            </a:r>
            <a:endParaRPr kumimoji="1" lang="en-US" altLang="zh-CN"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优化：</a:t>
            </a:r>
            <a:r>
              <a:rPr kumimoji="1" lang="zh-CN" altLang="en-US" sz="1800" dirty="0">
                <a:solidFill>
                  <a:schemeClr val="tx1"/>
                </a:solidFill>
                <a:latin typeface="微软雅黑" panose="020B0503020204020204" pitchFamily="34" charset="-122"/>
                <a:ea typeface="微软雅黑" panose="020B0503020204020204" pitchFamily="34" charset="-122"/>
              </a:rPr>
              <a:t>分级并行的差量压缩，实现备选块的快速筛选</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8" name="Rectangle 11">
            <a:extLst>
              <a:ext uri="{FF2B5EF4-FFF2-40B4-BE49-F238E27FC236}">
                <a16:creationId xmlns:a16="http://schemas.microsoft.com/office/drawing/2014/main" id="{4A22A1DA-4DF5-E0A5-6544-E968F720CFFA}"/>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3.2.3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的优化</a:t>
            </a:r>
          </a:p>
        </p:txBody>
      </p:sp>
      <p:sp>
        <p:nvSpPr>
          <p:cNvPr id="2" name="灯片编号占位符 1">
            <a:extLst>
              <a:ext uri="{FF2B5EF4-FFF2-40B4-BE49-F238E27FC236}">
                <a16:creationId xmlns:a16="http://schemas.microsoft.com/office/drawing/2014/main" id="{A92783CD-F946-1CEB-C4CA-10B359A24EBC}"/>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27</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367855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D44EC1E3-8BB1-CE7E-7D5B-04217F83E736}"/>
              </a:ext>
            </a:extLst>
          </p:cNvPr>
          <p:cNvPicPr>
            <a:picLocks noChangeAspect="1"/>
          </p:cNvPicPr>
          <p:nvPr/>
        </p:nvPicPr>
        <p:blipFill>
          <a:blip r:embed="rId4"/>
          <a:stretch>
            <a:fillRect/>
          </a:stretch>
        </p:blipFill>
        <p:spPr>
          <a:xfrm>
            <a:off x="1979712" y="3097761"/>
            <a:ext cx="5013920" cy="3603755"/>
          </a:xfrm>
          <a:prstGeom prst="rect">
            <a:avLst/>
          </a:prstGeom>
        </p:spPr>
      </p:pic>
      <p:sp>
        <p:nvSpPr>
          <p:cNvPr id="5" name="矩形 4">
            <a:extLst>
              <a:ext uri="{FF2B5EF4-FFF2-40B4-BE49-F238E27FC236}">
                <a16:creationId xmlns:a16="http://schemas.microsoft.com/office/drawing/2014/main" id="{84DCBC04-2D46-87E7-9C44-6042C6CFA4CB}"/>
              </a:ext>
            </a:extLst>
          </p:cNvPr>
          <p:cNvSpPr/>
          <p:nvPr/>
        </p:nvSpPr>
        <p:spPr bwMode="auto">
          <a:xfrm>
            <a:off x="3131096" y="4906165"/>
            <a:ext cx="2521024" cy="467051"/>
          </a:xfrm>
          <a:prstGeom prst="rect">
            <a:avLst/>
          </a:prstGeom>
          <a:noFill/>
          <a:ln w="19050">
            <a:solidFill>
              <a:srgbClr val="FF0000"/>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4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8" name="文本框 7">
            <a:extLst>
              <a:ext uri="{FF2B5EF4-FFF2-40B4-BE49-F238E27FC236}">
                <a16:creationId xmlns:a16="http://schemas.microsoft.com/office/drawing/2014/main" id="{A3D633DE-F439-D36B-31C8-D971F7965376}"/>
              </a:ext>
            </a:extLst>
          </p:cNvPr>
          <p:cNvSpPr txBox="1"/>
          <p:nvPr/>
        </p:nvSpPr>
        <p:spPr>
          <a:xfrm>
            <a:off x="3419872" y="4911551"/>
            <a:ext cx="432048" cy="461665"/>
          </a:xfrm>
          <a:prstGeom prst="rect">
            <a:avLst/>
          </a:prstGeom>
          <a:noFill/>
        </p:spPr>
        <p:txBody>
          <a:bodyPr wrap="square">
            <a:spAutoFit/>
          </a:bodyPr>
          <a:lstStyle/>
          <a:p>
            <a:r>
              <a:rPr kumimoji="1" lang="en-US" altLang="zh-CN" sz="2400" dirty="0">
                <a:solidFill>
                  <a:srgbClr val="FF0000"/>
                </a:solidFill>
                <a:latin typeface="微软雅黑" panose="020B0503020204020204" pitchFamily="34" charset="-122"/>
                <a:ea typeface="微软雅黑" panose="020B0503020204020204" pitchFamily="34" charset="-122"/>
              </a:rPr>
              <a:t>X</a:t>
            </a:r>
            <a:endParaRPr lang="zh-CN" altLang="en-US" sz="2400" dirty="0">
              <a:solidFill>
                <a:srgbClr val="FF0000"/>
              </a:solidFill>
            </a:endParaRPr>
          </a:p>
        </p:txBody>
      </p:sp>
      <p:sp>
        <p:nvSpPr>
          <p:cNvPr id="14" name="文本框 13">
            <a:extLst>
              <a:ext uri="{FF2B5EF4-FFF2-40B4-BE49-F238E27FC236}">
                <a16:creationId xmlns:a16="http://schemas.microsoft.com/office/drawing/2014/main" id="{AE33DDCE-007C-F608-1714-7D740F5CD709}"/>
              </a:ext>
            </a:extLst>
          </p:cNvPr>
          <p:cNvSpPr txBox="1"/>
          <p:nvPr/>
        </p:nvSpPr>
        <p:spPr>
          <a:xfrm>
            <a:off x="6156176" y="4263479"/>
            <a:ext cx="432048" cy="461665"/>
          </a:xfrm>
          <a:prstGeom prst="rect">
            <a:avLst/>
          </a:prstGeom>
          <a:noFill/>
        </p:spPr>
        <p:txBody>
          <a:bodyPr wrap="square">
            <a:spAutoFit/>
          </a:bodyPr>
          <a:lstStyle/>
          <a:p>
            <a:r>
              <a:rPr kumimoji="1" lang="en-US" altLang="zh-CN" sz="2400" dirty="0">
                <a:solidFill>
                  <a:srgbClr val="FF0000"/>
                </a:solidFill>
                <a:latin typeface="微软雅黑" panose="020B0503020204020204" pitchFamily="34" charset="-122"/>
                <a:ea typeface="微软雅黑" panose="020B0503020204020204" pitchFamily="34" charset="-122"/>
              </a:rPr>
              <a:t>X</a:t>
            </a:r>
            <a:endParaRPr lang="zh-CN" altLang="en-US" sz="2400" dirty="0">
              <a:solidFill>
                <a:srgbClr val="FF0000"/>
              </a:solidFill>
            </a:endParaRPr>
          </a:p>
        </p:txBody>
      </p:sp>
      <p:sp>
        <p:nvSpPr>
          <p:cNvPr id="16" name="矩形 15">
            <a:extLst>
              <a:ext uri="{FF2B5EF4-FFF2-40B4-BE49-F238E27FC236}">
                <a16:creationId xmlns:a16="http://schemas.microsoft.com/office/drawing/2014/main" id="{4425A985-089A-5380-7248-C02D3C7BDAB6}"/>
              </a:ext>
            </a:extLst>
          </p:cNvPr>
          <p:cNvSpPr/>
          <p:nvPr/>
        </p:nvSpPr>
        <p:spPr>
          <a:xfrm>
            <a:off x="541573" y="1916832"/>
            <a:ext cx="8062875" cy="961289"/>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问题：</a:t>
            </a:r>
            <a:r>
              <a:rPr kumimoji="1" lang="zh-CN" altLang="en-US" sz="1800" dirty="0">
                <a:solidFill>
                  <a:schemeClr val="tx1"/>
                </a:solidFill>
                <a:latin typeface="微软雅黑" panose="020B0503020204020204" pitchFamily="34" charset="-122"/>
                <a:ea typeface="微软雅黑" panose="020B0503020204020204" pitchFamily="34" charset="-122"/>
              </a:rPr>
              <a:t>过多的不相似的备选块会造成较大的计算负担</a:t>
            </a:r>
            <a:endParaRPr kumimoji="1" lang="en-US" altLang="zh-CN"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优化：</a:t>
            </a:r>
            <a:r>
              <a:rPr kumimoji="1" lang="zh-CN" altLang="en-US" sz="1800" dirty="0">
                <a:solidFill>
                  <a:schemeClr val="tx1"/>
                </a:solidFill>
                <a:latin typeface="微软雅黑" panose="020B0503020204020204" pitchFamily="34" charset="-122"/>
                <a:ea typeface="微软雅黑" panose="020B0503020204020204" pitchFamily="34" charset="-122"/>
              </a:rPr>
              <a:t>分级并行的差量压缩，实现备选块的快速筛选</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9" name="Rectangle 11">
            <a:extLst>
              <a:ext uri="{FF2B5EF4-FFF2-40B4-BE49-F238E27FC236}">
                <a16:creationId xmlns:a16="http://schemas.microsoft.com/office/drawing/2014/main" id="{269E32C8-59B1-F46E-2BB0-265EF3A946C4}"/>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3.2.3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的优化</a:t>
            </a:r>
          </a:p>
        </p:txBody>
      </p:sp>
      <p:sp>
        <p:nvSpPr>
          <p:cNvPr id="2" name="灯片编号占位符 1">
            <a:extLst>
              <a:ext uri="{FF2B5EF4-FFF2-40B4-BE49-F238E27FC236}">
                <a16:creationId xmlns:a16="http://schemas.microsoft.com/office/drawing/2014/main" id="{9E2EA310-F608-64B2-7F58-5AD07E77E57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28</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22942851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E358EE86-A6DE-0C54-D59B-8B6608293E65}"/>
              </a:ext>
            </a:extLst>
          </p:cNvPr>
          <p:cNvPicPr>
            <a:picLocks noChangeAspect="1"/>
          </p:cNvPicPr>
          <p:nvPr/>
        </p:nvPicPr>
        <p:blipFill>
          <a:blip r:embed="rId4"/>
          <a:stretch>
            <a:fillRect/>
          </a:stretch>
        </p:blipFill>
        <p:spPr>
          <a:xfrm>
            <a:off x="1979712" y="3097761"/>
            <a:ext cx="5013920" cy="3603755"/>
          </a:xfrm>
          <a:prstGeom prst="rect">
            <a:avLst/>
          </a:prstGeom>
        </p:spPr>
      </p:pic>
      <p:sp>
        <p:nvSpPr>
          <p:cNvPr id="22" name="矩形 21">
            <a:extLst>
              <a:ext uri="{FF2B5EF4-FFF2-40B4-BE49-F238E27FC236}">
                <a16:creationId xmlns:a16="http://schemas.microsoft.com/office/drawing/2014/main" id="{A6AB9265-A774-0F5A-AFE2-720E2FF00D8B}"/>
              </a:ext>
            </a:extLst>
          </p:cNvPr>
          <p:cNvSpPr/>
          <p:nvPr/>
        </p:nvSpPr>
        <p:spPr bwMode="auto">
          <a:xfrm>
            <a:off x="3779912" y="5517232"/>
            <a:ext cx="1800200" cy="467051"/>
          </a:xfrm>
          <a:prstGeom prst="rect">
            <a:avLst/>
          </a:prstGeom>
          <a:noFill/>
          <a:ln w="19050">
            <a:solidFill>
              <a:srgbClr val="FF0000"/>
            </a:solidFill>
            <a:prstDash val="sysDot"/>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pPr>
            <a:endParaRPr kumimoji="1" lang="zh-CN" altLang="en-US" sz="2400" b="0" i="0" u="none" strike="noStrike" cap="none" normalizeH="0" baseline="0" dirty="0">
              <a:ln>
                <a:noFill/>
              </a:ln>
              <a:solidFill>
                <a:srgbClr val="FF3300"/>
              </a:solidFill>
              <a:effectLst/>
              <a:latin typeface="Arial" panose="020B0604020202020204" pitchFamily="34" charset="0"/>
              <a:ea typeface="黑体" panose="02010609060101010101" pitchFamily="49" charset="-122"/>
            </a:endParaRPr>
          </a:p>
        </p:txBody>
      </p:sp>
      <p:sp>
        <p:nvSpPr>
          <p:cNvPr id="23" name="文本框 22">
            <a:extLst>
              <a:ext uri="{FF2B5EF4-FFF2-40B4-BE49-F238E27FC236}">
                <a16:creationId xmlns:a16="http://schemas.microsoft.com/office/drawing/2014/main" id="{E28043ED-E423-FEEB-D165-8A173697840C}"/>
              </a:ext>
            </a:extLst>
          </p:cNvPr>
          <p:cNvSpPr txBox="1"/>
          <p:nvPr/>
        </p:nvSpPr>
        <p:spPr>
          <a:xfrm>
            <a:off x="3419872" y="4911551"/>
            <a:ext cx="432048" cy="461665"/>
          </a:xfrm>
          <a:prstGeom prst="rect">
            <a:avLst/>
          </a:prstGeom>
          <a:noFill/>
        </p:spPr>
        <p:txBody>
          <a:bodyPr wrap="square">
            <a:spAutoFit/>
          </a:bodyPr>
          <a:lstStyle/>
          <a:p>
            <a:r>
              <a:rPr kumimoji="1" lang="en-US" altLang="zh-CN" sz="2400" dirty="0">
                <a:solidFill>
                  <a:srgbClr val="FF0000"/>
                </a:solidFill>
                <a:latin typeface="微软雅黑" panose="020B0503020204020204" pitchFamily="34" charset="-122"/>
                <a:ea typeface="微软雅黑" panose="020B0503020204020204" pitchFamily="34" charset="-122"/>
              </a:rPr>
              <a:t>X</a:t>
            </a:r>
            <a:endParaRPr lang="zh-CN" altLang="en-US" sz="2400" dirty="0">
              <a:solidFill>
                <a:srgbClr val="FF0000"/>
              </a:solidFill>
            </a:endParaRPr>
          </a:p>
        </p:txBody>
      </p:sp>
      <p:sp>
        <p:nvSpPr>
          <p:cNvPr id="24" name="文本框 23">
            <a:extLst>
              <a:ext uri="{FF2B5EF4-FFF2-40B4-BE49-F238E27FC236}">
                <a16:creationId xmlns:a16="http://schemas.microsoft.com/office/drawing/2014/main" id="{B3C55E19-F9B6-6B5B-7011-A76F31029289}"/>
              </a:ext>
            </a:extLst>
          </p:cNvPr>
          <p:cNvSpPr txBox="1"/>
          <p:nvPr/>
        </p:nvSpPr>
        <p:spPr>
          <a:xfrm>
            <a:off x="6156176" y="4263479"/>
            <a:ext cx="432048" cy="461665"/>
          </a:xfrm>
          <a:prstGeom prst="rect">
            <a:avLst/>
          </a:prstGeom>
          <a:noFill/>
        </p:spPr>
        <p:txBody>
          <a:bodyPr wrap="square">
            <a:spAutoFit/>
          </a:bodyPr>
          <a:lstStyle/>
          <a:p>
            <a:r>
              <a:rPr kumimoji="1" lang="en-US" altLang="zh-CN" sz="2400" dirty="0">
                <a:solidFill>
                  <a:srgbClr val="FF0000"/>
                </a:solidFill>
                <a:latin typeface="微软雅黑" panose="020B0503020204020204" pitchFamily="34" charset="-122"/>
                <a:ea typeface="微软雅黑" panose="020B0503020204020204" pitchFamily="34" charset="-122"/>
              </a:rPr>
              <a:t>X</a:t>
            </a:r>
            <a:endParaRPr lang="zh-CN" altLang="en-US" sz="2400" dirty="0">
              <a:solidFill>
                <a:srgbClr val="FF0000"/>
              </a:solidFill>
            </a:endParaRPr>
          </a:p>
        </p:txBody>
      </p:sp>
      <p:sp>
        <p:nvSpPr>
          <p:cNvPr id="25" name="矩形 24">
            <a:extLst>
              <a:ext uri="{FF2B5EF4-FFF2-40B4-BE49-F238E27FC236}">
                <a16:creationId xmlns:a16="http://schemas.microsoft.com/office/drawing/2014/main" id="{692FD994-D773-D784-02DF-757CFA3B0CCA}"/>
              </a:ext>
            </a:extLst>
          </p:cNvPr>
          <p:cNvSpPr/>
          <p:nvPr/>
        </p:nvSpPr>
        <p:spPr>
          <a:xfrm>
            <a:off x="541573" y="1916832"/>
            <a:ext cx="8062875" cy="961289"/>
          </a:xfrm>
          <a:prstGeom prst="rect">
            <a:avLst/>
          </a:prstGeom>
        </p:spPr>
        <p:txBody>
          <a:bodyPr wrap="square">
            <a:spAutoFit/>
          </a:bodyPr>
          <a:lstStyle/>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问题：</a:t>
            </a:r>
            <a:r>
              <a:rPr kumimoji="1" lang="zh-CN" altLang="en-US" sz="1800" dirty="0">
                <a:solidFill>
                  <a:schemeClr val="tx1"/>
                </a:solidFill>
                <a:latin typeface="微软雅黑" panose="020B0503020204020204" pitchFamily="34" charset="-122"/>
                <a:ea typeface="微软雅黑" panose="020B0503020204020204" pitchFamily="34" charset="-122"/>
              </a:rPr>
              <a:t>过多的不相似的备选块会造成较大的计算负担</a:t>
            </a:r>
            <a:endParaRPr kumimoji="1" lang="en-US" altLang="zh-CN"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zh-CN" altLang="en-US" b="1" dirty="0">
                <a:solidFill>
                  <a:schemeClr val="tx1"/>
                </a:solidFill>
                <a:latin typeface="微软雅黑" panose="020B0503020204020204" pitchFamily="34" charset="-122"/>
                <a:ea typeface="微软雅黑" panose="020B0503020204020204" pitchFamily="34" charset="-122"/>
              </a:rPr>
              <a:t>优化：</a:t>
            </a:r>
            <a:r>
              <a:rPr kumimoji="1" lang="zh-CN" altLang="en-US" sz="1800" dirty="0">
                <a:solidFill>
                  <a:schemeClr val="tx1"/>
                </a:solidFill>
                <a:latin typeface="微软雅黑" panose="020B0503020204020204" pitchFamily="34" charset="-122"/>
                <a:ea typeface="微软雅黑" panose="020B0503020204020204" pitchFamily="34" charset="-122"/>
              </a:rPr>
              <a:t>分级并行的差量压缩，实现备选块的快速筛选</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8" name="Rectangle 11">
            <a:extLst>
              <a:ext uri="{FF2B5EF4-FFF2-40B4-BE49-F238E27FC236}">
                <a16:creationId xmlns:a16="http://schemas.microsoft.com/office/drawing/2014/main" id="{715D90C3-4445-8A7A-895B-07223FD8AABE}"/>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3.2.3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的优化</a:t>
            </a:r>
          </a:p>
        </p:txBody>
      </p:sp>
      <p:sp>
        <p:nvSpPr>
          <p:cNvPr id="2" name="灯片编号占位符 1">
            <a:extLst>
              <a:ext uri="{FF2B5EF4-FFF2-40B4-BE49-F238E27FC236}">
                <a16:creationId xmlns:a16="http://schemas.microsoft.com/office/drawing/2014/main" id="{B9502783-5EB6-8210-6024-E004699DADA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29</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315814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4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系统测试与分析</a:t>
            </a:r>
          </a:p>
        </p:txBody>
      </p:sp>
      <p:sp>
        <p:nvSpPr>
          <p:cNvPr id="25" name="矩形 24">
            <a:extLst>
              <a:ext uri="{FF2B5EF4-FFF2-40B4-BE49-F238E27FC236}">
                <a16:creationId xmlns:a16="http://schemas.microsoft.com/office/drawing/2014/main" id="{692FD994-D773-D784-02DF-757CFA3B0CCA}"/>
              </a:ext>
            </a:extLst>
          </p:cNvPr>
          <p:cNvSpPr/>
          <p:nvPr/>
        </p:nvSpPr>
        <p:spPr>
          <a:xfrm>
            <a:off x="541573" y="1700808"/>
            <a:ext cx="8062875" cy="499624"/>
          </a:xfrm>
          <a:prstGeom prst="rect">
            <a:avLst/>
          </a:prstGeom>
        </p:spPr>
        <p:txBody>
          <a:bodyPr wrap="square">
            <a:spAutoFit/>
          </a:bodyPr>
          <a:lstStyle/>
          <a:p>
            <a:pPr marL="342900" indent="-342900">
              <a:lnSpc>
                <a:spcPct val="150000"/>
              </a:lnSpc>
              <a:buFont typeface="Arial" panose="020B0604020202020204" pitchFamily="34" charset="0"/>
              <a:buChar char="•"/>
            </a:pPr>
            <a:r>
              <a:rPr kumimoji="1" lang="zh-CN" altLang="en-US" b="1" dirty="0">
                <a:solidFill>
                  <a:schemeClr val="tx1"/>
                </a:solidFill>
                <a:latin typeface="微软雅黑" panose="020B0503020204020204" pitchFamily="34" charset="-122"/>
                <a:ea typeface="微软雅黑" panose="020B0503020204020204" pitchFamily="34" charset="-122"/>
              </a:rPr>
              <a:t>测试环境</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p:graphicFrame>
        <p:nvGraphicFramePr>
          <p:cNvPr id="3" name="表格 2">
            <a:extLst>
              <a:ext uri="{FF2B5EF4-FFF2-40B4-BE49-F238E27FC236}">
                <a16:creationId xmlns:a16="http://schemas.microsoft.com/office/drawing/2014/main" id="{87E81F50-0386-F6A5-F8F9-F2302A8AC70A}"/>
              </a:ext>
            </a:extLst>
          </p:cNvPr>
          <p:cNvGraphicFramePr>
            <a:graphicFrameLocks noGrp="1"/>
          </p:cNvGraphicFramePr>
          <p:nvPr>
            <p:extLst>
              <p:ext uri="{D42A27DB-BD31-4B8C-83A1-F6EECF244321}">
                <p14:modId xmlns:p14="http://schemas.microsoft.com/office/powerpoint/2010/main" val="63477908"/>
              </p:ext>
            </p:extLst>
          </p:nvPr>
        </p:nvGraphicFramePr>
        <p:xfrm>
          <a:off x="1835696" y="2249456"/>
          <a:ext cx="5472608" cy="2359088"/>
        </p:xfrm>
        <a:graphic>
          <a:graphicData uri="http://schemas.openxmlformats.org/drawingml/2006/table">
            <a:tbl>
              <a:tblPr firstRow="1" firstCol="1" bandRow="1">
                <a:tableStyleId>{5C22544A-7EE6-4342-B048-85BDC9FD1C3A}</a:tableStyleId>
              </a:tblPr>
              <a:tblGrid>
                <a:gridCol w="1015110">
                  <a:extLst>
                    <a:ext uri="{9D8B030D-6E8A-4147-A177-3AD203B41FA5}">
                      <a16:colId xmlns:a16="http://schemas.microsoft.com/office/drawing/2014/main" val="3312552585"/>
                    </a:ext>
                  </a:extLst>
                </a:gridCol>
                <a:gridCol w="4457498">
                  <a:extLst>
                    <a:ext uri="{9D8B030D-6E8A-4147-A177-3AD203B41FA5}">
                      <a16:colId xmlns:a16="http://schemas.microsoft.com/office/drawing/2014/main" val="1173072143"/>
                    </a:ext>
                  </a:extLst>
                </a:gridCol>
              </a:tblGrid>
              <a:tr h="386344">
                <a:tc>
                  <a:txBody>
                    <a:bodyPr/>
                    <a:lstStyle/>
                    <a:p>
                      <a:pPr algn="ctr">
                        <a:lnSpc>
                          <a:spcPct val="150000"/>
                        </a:lnSpc>
                      </a:pPr>
                      <a:r>
                        <a:rPr lang="zh-CN"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配置</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zh-CN"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参数</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3037390897"/>
                  </a:ext>
                </a:extLst>
              </a:tr>
              <a:tr h="386344">
                <a:tc>
                  <a:txBody>
                    <a:bodyPr/>
                    <a:lstStyle/>
                    <a:p>
                      <a:pPr algn="ctr">
                        <a:lnSpc>
                          <a:spcPct val="150000"/>
                        </a:lnSpc>
                      </a:pPr>
                      <a:r>
                        <a:rPr lang="zh-CN"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处理器</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Intel(R) Core(TM) i9-7980XE CPU @ 2.60GHz</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3406277018"/>
                  </a:ext>
                </a:extLst>
              </a:tr>
              <a:tr h="386344">
                <a:tc>
                  <a:txBody>
                    <a:bodyPr/>
                    <a:lstStyle/>
                    <a:p>
                      <a:pPr algn="ctr">
                        <a:lnSpc>
                          <a:spcPct val="150000"/>
                        </a:lnSpc>
                      </a:pPr>
                      <a:r>
                        <a:rPr lang="zh-CN"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内存</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64 GB</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2369757621"/>
                  </a:ext>
                </a:extLst>
              </a:tr>
              <a:tr h="386344">
                <a:tc>
                  <a:txBody>
                    <a:bodyPr/>
                    <a:lstStyle/>
                    <a:p>
                      <a:pPr algn="ctr">
                        <a:lnSpc>
                          <a:spcPct val="150000"/>
                        </a:lnSpc>
                      </a:pPr>
                      <a:r>
                        <a:rPr lang="zh-CN"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操作系统</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Ubuntu 20.04</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2690890880"/>
                  </a:ext>
                </a:extLst>
              </a:tr>
              <a:tr h="427368">
                <a:tc>
                  <a:txBody>
                    <a:bodyPr/>
                    <a:lstStyle/>
                    <a:p>
                      <a:pPr algn="ctr">
                        <a:lnSpc>
                          <a:spcPct val="150000"/>
                        </a:lnSpc>
                      </a:pPr>
                      <a:r>
                        <a:rPr lang="en-US"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Linux</a:t>
                      </a:r>
                      <a:r>
                        <a:rPr lang="zh-CN"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内核版本</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5.13.0-28-generic</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4105726671"/>
                  </a:ext>
                </a:extLst>
              </a:tr>
              <a:tr h="386344">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gcc</a:t>
                      </a:r>
                      <a:r>
                        <a:rPr lang="zh-CN"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版本</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9.4.0</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177038581"/>
                  </a:ext>
                </a:extLst>
              </a:tr>
            </a:tbl>
          </a:graphicData>
        </a:graphic>
      </p:graphicFrame>
      <p:sp>
        <p:nvSpPr>
          <p:cNvPr id="12" name="矩形 11">
            <a:extLst>
              <a:ext uri="{FF2B5EF4-FFF2-40B4-BE49-F238E27FC236}">
                <a16:creationId xmlns:a16="http://schemas.microsoft.com/office/drawing/2014/main" id="{A517D6F2-56C0-CAFE-BC6C-9011C4667765}"/>
              </a:ext>
            </a:extLst>
          </p:cNvPr>
          <p:cNvSpPr/>
          <p:nvPr/>
        </p:nvSpPr>
        <p:spPr>
          <a:xfrm>
            <a:off x="541573" y="4608544"/>
            <a:ext cx="8062875" cy="499624"/>
          </a:xfrm>
          <a:prstGeom prst="rect">
            <a:avLst/>
          </a:prstGeom>
        </p:spPr>
        <p:txBody>
          <a:bodyPr wrap="square">
            <a:spAutoFit/>
          </a:bodyPr>
          <a:lstStyle/>
          <a:p>
            <a:pPr marL="342900" indent="-342900">
              <a:lnSpc>
                <a:spcPct val="150000"/>
              </a:lnSpc>
              <a:buFont typeface="Arial" panose="020B0604020202020204" pitchFamily="34" charset="0"/>
              <a:buChar char="•"/>
            </a:pPr>
            <a:r>
              <a:rPr kumimoji="1" lang="zh-CN" altLang="en-US" b="1" dirty="0">
                <a:solidFill>
                  <a:schemeClr val="tx1"/>
                </a:solidFill>
                <a:latin typeface="微软雅黑" panose="020B0503020204020204" pitchFamily="34" charset="-122"/>
                <a:ea typeface="微软雅黑" panose="020B0503020204020204" pitchFamily="34" charset="-122"/>
              </a:rPr>
              <a:t>测试数据集</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p:graphicFrame>
        <p:nvGraphicFramePr>
          <p:cNvPr id="4" name="表格 3">
            <a:extLst>
              <a:ext uri="{FF2B5EF4-FFF2-40B4-BE49-F238E27FC236}">
                <a16:creationId xmlns:a16="http://schemas.microsoft.com/office/drawing/2014/main" id="{EA552DD2-3C72-13E0-AC5D-C27075D25B2B}"/>
              </a:ext>
            </a:extLst>
          </p:cNvPr>
          <p:cNvGraphicFramePr>
            <a:graphicFrameLocks noGrp="1"/>
          </p:cNvGraphicFramePr>
          <p:nvPr>
            <p:extLst>
              <p:ext uri="{D42A27DB-BD31-4B8C-83A1-F6EECF244321}">
                <p14:modId xmlns:p14="http://schemas.microsoft.com/office/powerpoint/2010/main" val="4018508831"/>
              </p:ext>
            </p:extLst>
          </p:nvPr>
        </p:nvGraphicFramePr>
        <p:xfrm>
          <a:off x="2236586" y="5118556"/>
          <a:ext cx="4752528" cy="1633200"/>
        </p:xfrm>
        <a:graphic>
          <a:graphicData uri="http://schemas.openxmlformats.org/drawingml/2006/table">
            <a:tbl>
              <a:tblPr firstRow="1" firstCol="1" bandRow="1">
                <a:tableStyleId>{5C22544A-7EE6-4342-B048-85BDC9FD1C3A}</a:tableStyleId>
              </a:tblPr>
              <a:tblGrid>
                <a:gridCol w="922343">
                  <a:extLst>
                    <a:ext uri="{9D8B030D-6E8A-4147-A177-3AD203B41FA5}">
                      <a16:colId xmlns:a16="http://schemas.microsoft.com/office/drawing/2014/main" val="3401550016"/>
                    </a:ext>
                  </a:extLst>
                </a:gridCol>
                <a:gridCol w="1233020">
                  <a:extLst>
                    <a:ext uri="{9D8B030D-6E8A-4147-A177-3AD203B41FA5}">
                      <a16:colId xmlns:a16="http://schemas.microsoft.com/office/drawing/2014/main" val="1273819752"/>
                    </a:ext>
                  </a:extLst>
                </a:gridCol>
                <a:gridCol w="1234510">
                  <a:extLst>
                    <a:ext uri="{9D8B030D-6E8A-4147-A177-3AD203B41FA5}">
                      <a16:colId xmlns:a16="http://schemas.microsoft.com/office/drawing/2014/main" val="1116602426"/>
                    </a:ext>
                  </a:extLst>
                </a:gridCol>
                <a:gridCol w="1362655">
                  <a:extLst>
                    <a:ext uri="{9D8B030D-6E8A-4147-A177-3AD203B41FA5}">
                      <a16:colId xmlns:a16="http://schemas.microsoft.com/office/drawing/2014/main" val="3361539806"/>
                    </a:ext>
                  </a:extLst>
                </a:gridCol>
              </a:tblGrid>
              <a:tr h="326640">
                <a:tc>
                  <a:txBody>
                    <a:bodyPr/>
                    <a:lstStyle/>
                    <a:p>
                      <a:pPr algn="ctr">
                        <a:lnSpc>
                          <a:spcPct val="150000"/>
                        </a:lnSpc>
                      </a:pPr>
                      <a:r>
                        <a:rPr lang="zh-CN"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数据集名称</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zh-CN"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版本数量</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zh-CN"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大小</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zh-CN"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数据压缩比</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2270143416"/>
                  </a:ext>
                </a:extLst>
              </a:tr>
              <a:tr h="326640">
                <a:tc>
                  <a:txBody>
                    <a:bodyPr/>
                    <a:lstStyle/>
                    <a:p>
                      <a:pPr algn="ctr">
                        <a:lnSpc>
                          <a:spcPct val="150000"/>
                        </a:lnSpc>
                      </a:pPr>
                      <a:r>
                        <a:rPr lang="en-US"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GCC</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88</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28 GB</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1.8083</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331367995"/>
                  </a:ext>
                </a:extLst>
              </a:tr>
              <a:tr h="326640">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Linux</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258</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112 GB</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1.9263</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1849956413"/>
                  </a:ext>
                </a:extLst>
              </a:tr>
              <a:tr h="326640">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VM</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82</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127 GB</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1.6438</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371362480"/>
                  </a:ext>
                </a:extLst>
              </a:tr>
              <a:tr h="326640">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VMDK</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20</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193 GB</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10.2837</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1180162099"/>
                  </a:ext>
                </a:extLst>
              </a:tr>
            </a:tbl>
          </a:graphicData>
        </a:graphic>
      </p:graphicFrame>
      <p:sp>
        <p:nvSpPr>
          <p:cNvPr id="2" name="灯片编号占位符 1">
            <a:extLst>
              <a:ext uri="{FF2B5EF4-FFF2-40B4-BE49-F238E27FC236}">
                <a16:creationId xmlns:a16="http://schemas.microsoft.com/office/drawing/2014/main" id="{69B67B1B-4235-8855-12F6-41E0A79C520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30</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4273156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4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系统测试与分析</a:t>
            </a:r>
          </a:p>
        </p:txBody>
      </p:sp>
      <p:sp>
        <p:nvSpPr>
          <p:cNvPr id="25" name="矩形 24">
            <a:extLst>
              <a:ext uri="{FF2B5EF4-FFF2-40B4-BE49-F238E27FC236}">
                <a16:creationId xmlns:a16="http://schemas.microsoft.com/office/drawing/2014/main" id="{692FD994-D773-D784-02DF-757CFA3B0CCA}"/>
              </a:ext>
            </a:extLst>
          </p:cNvPr>
          <p:cNvSpPr/>
          <p:nvPr/>
        </p:nvSpPr>
        <p:spPr>
          <a:xfrm>
            <a:off x="541573" y="1700808"/>
            <a:ext cx="8062875" cy="499624"/>
          </a:xfrm>
          <a:prstGeom prst="rect">
            <a:avLst/>
          </a:prstGeom>
        </p:spPr>
        <p:txBody>
          <a:bodyPr wrap="square">
            <a:spAutoFit/>
          </a:bodyPr>
          <a:lstStyle/>
          <a:p>
            <a:pPr marL="342900" indent="-342900">
              <a:lnSpc>
                <a:spcPct val="150000"/>
              </a:lnSpc>
              <a:buFont typeface="Arial" panose="020B0604020202020204" pitchFamily="34" charset="0"/>
              <a:buChar char="•"/>
            </a:pPr>
            <a:r>
              <a:rPr kumimoji="1" lang="zh-CN" altLang="en-US" b="1" dirty="0">
                <a:solidFill>
                  <a:schemeClr val="tx1"/>
                </a:solidFill>
                <a:latin typeface="微软雅黑" panose="020B0503020204020204" pitchFamily="34" charset="-122"/>
                <a:ea typeface="微软雅黑" panose="020B0503020204020204" pitchFamily="34" charset="-122"/>
              </a:rPr>
              <a:t>性能指标</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267CDA75-E31C-1388-4AC5-1D9F4F41AB93}"/>
                  </a:ext>
                </a:extLst>
              </p:cNvPr>
              <p:cNvGraphicFramePr>
                <a:graphicFrameLocks noGrp="1"/>
              </p:cNvGraphicFramePr>
              <p:nvPr>
                <p:extLst>
                  <p:ext uri="{D42A27DB-BD31-4B8C-83A1-F6EECF244321}">
                    <p14:modId xmlns:p14="http://schemas.microsoft.com/office/powerpoint/2010/main" val="4029924599"/>
                  </p:ext>
                </p:extLst>
              </p:nvPr>
            </p:nvGraphicFramePr>
            <p:xfrm>
              <a:off x="1979712" y="2198683"/>
              <a:ext cx="4896544" cy="2869754"/>
            </p:xfrm>
            <a:graphic>
              <a:graphicData uri="http://schemas.openxmlformats.org/drawingml/2006/table">
                <a:tbl>
                  <a:tblPr firstRow="1" firstCol="1" bandRow="1">
                    <a:tableStyleId>{5C22544A-7EE6-4342-B048-85BDC9FD1C3A}</a:tableStyleId>
                  </a:tblPr>
                  <a:tblGrid>
                    <a:gridCol w="1463783">
                      <a:extLst>
                        <a:ext uri="{9D8B030D-6E8A-4147-A177-3AD203B41FA5}">
                          <a16:colId xmlns:a16="http://schemas.microsoft.com/office/drawing/2014/main" val="4174161227"/>
                        </a:ext>
                      </a:extLst>
                    </a:gridCol>
                    <a:gridCol w="3432761">
                      <a:extLst>
                        <a:ext uri="{9D8B030D-6E8A-4147-A177-3AD203B41FA5}">
                          <a16:colId xmlns:a16="http://schemas.microsoft.com/office/drawing/2014/main" val="2174794104"/>
                        </a:ext>
                      </a:extLst>
                    </a:gridCol>
                  </a:tblGrid>
                  <a:tr h="223136">
                    <a:tc>
                      <a:txBody>
                        <a:bodyPr/>
                        <a:lstStyle/>
                        <a:p>
                          <a:pPr algn="ctr">
                            <a:lnSpc>
                              <a:spcPct val="150000"/>
                            </a:lnSpc>
                          </a:pPr>
                          <a:r>
                            <a:rPr lang="zh-CN" sz="1100" kern="100" dirty="0">
                              <a:solidFill>
                                <a:schemeClr val="tx1"/>
                              </a:solidFill>
                              <a:effectLst/>
                              <a:latin typeface="微软雅黑" panose="020B0503020204020204" pitchFamily="34" charset="-122"/>
                              <a:ea typeface="微软雅黑" panose="020B0503020204020204" pitchFamily="34" charset="-122"/>
                            </a:rPr>
                            <a:t>性能指标</a:t>
                          </a:r>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pPr algn="ctr">
                            <a:lnSpc>
                              <a:spcPct val="150000"/>
                            </a:lnSpc>
                          </a:pPr>
                          <a:r>
                            <a:rPr lang="zh-CN" sz="1100" kern="100">
                              <a:solidFill>
                                <a:schemeClr val="tx1"/>
                              </a:solidFill>
                              <a:effectLst/>
                              <a:latin typeface="微软雅黑" panose="020B0503020204020204" pitchFamily="34" charset="-122"/>
                              <a:ea typeface="微软雅黑" panose="020B0503020204020204" pitchFamily="34" charset="-122"/>
                            </a:rPr>
                            <a:t>计算方法</a:t>
                          </a:r>
                          <a:endParaRPr lang="zh-CN" sz="1400" kern="10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extLst>
                      <a:ext uri="{0D108BD9-81ED-4DB2-BD59-A6C34878D82A}">
                        <a16:rowId xmlns:a16="http://schemas.microsoft.com/office/drawing/2014/main" val="1623611391"/>
                      </a:ext>
                    </a:extLst>
                  </a:tr>
                  <a:tr h="446667">
                    <a:tc>
                      <a:txBody>
                        <a:bodyPr/>
                        <a:lstStyle/>
                        <a:p>
                          <a:pPr algn="ctr">
                            <a:lnSpc>
                              <a:spcPct val="150000"/>
                            </a:lnSpc>
                          </a:pPr>
                          <a:r>
                            <a:rPr lang="zh-CN" sz="1100" kern="100" dirty="0">
                              <a:solidFill>
                                <a:schemeClr val="tx1"/>
                              </a:solidFill>
                              <a:effectLst/>
                              <a:latin typeface="微软雅黑" panose="020B0503020204020204" pitchFamily="34" charset="-122"/>
                              <a:ea typeface="微软雅黑" panose="020B0503020204020204" pitchFamily="34" charset="-122"/>
                            </a:rPr>
                            <a:t>数据压缩比</a:t>
                          </a:r>
                          <a:r>
                            <a:rPr lang="en-US" altLang="zh-CN" sz="1100" kern="100" dirty="0">
                              <a:solidFill>
                                <a:schemeClr val="tx1"/>
                              </a:solidFill>
                              <a:effectLst/>
                              <a:latin typeface="微软雅黑" panose="020B0503020204020204" pitchFamily="34" charset="-122"/>
                              <a:ea typeface="微软雅黑" panose="020B0503020204020204" pitchFamily="34" charset="-122"/>
                            </a:rPr>
                            <a:t> CF</a:t>
                          </a:r>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f>
                                  <m:fPr>
                                    <m:ctrlPr>
                                      <a:rPr lang="zh-CN" sz="1100" i="1" kern="100" smtClean="0">
                                        <a:solidFill>
                                          <a:schemeClr val="tx1"/>
                                        </a:solidFill>
                                        <a:effectLst/>
                                        <a:latin typeface="Cambria Math" panose="02040503050406030204" pitchFamily="18" charset="0"/>
                                      </a:rPr>
                                    </m:ctrlPr>
                                  </m:fPr>
                                  <m:num>
                                    <m:r>
                                      <a:rPr lang="zh-CN" sz="1100" kern="100">
                                        <a:solidFill>
                                          <a:schemeClr val="tx1"/>
                                        </a:solidFill>
                                        <a:effectLst/>
                                        <a:latin typeface="Cambria Math" panose="02040503050406030204" pitchFamily="18" charset="0"/>
                                      </a:rPr>
                                      <m:t>原始数据大小</m:t>
                                    </m:r>
                                  </m:num>
                                  <m:den>
                                    <m:r>
                                      <a:rPr lang="zh-CN" sz="1100" kern="100">
                                        <a:solidFill>
                                          <a:schemeClr val="tx1"/>
                                        </a:solidFill>
                                        <a:effectLst/>
                                        <a:latin typeface="Cambria Math" panose="02040503050406030204" pitchFamily="18" charset="0"/>
                                      </a:rPr>
                                      <m:t>经过去重压缩后的数据大小</m:t>
                                    </m:r>
                                  </m:den>
                                </m:f>
                              </m:oMath>
                            </m:oMathPara>
                          </a14:m>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extLst>
                      <a:ext uri="{0D108BD9-81ED-4DB2-BD59-A6C34878D82A}">
                        <a16:rowId xmlns:a16="http://schemas.microsoft.com/office/drawing/2014/main" val="2840106672"/>
                      </a:ext>
                    </a:extLst>
                  </a:tr>
                  <a:tr h="448858">
                    <a:tc>
                      <a:txBody>
                        <a:bodyPr/>
                        <a:lstStyle/>
                        <a:p>
                          <a:pPr algn="ctr">
                            <a:lnSpc>
                              <a:spcPct val="150000"/>
                            </a:lnSpc>
                          </a:pPr>
                          <a:r>
                            <a:rPr lang="zh-CN" sz="1100" kern="100" dirty="0">
                              <a:solidFill>
                                <a:schemeClr val="tx1"/>
                              </a:solidFill>
                              <a:effectLst/>
                              <a:latin typeface="微软雅黑" panose="020B0503020204020204" pitchFamily="34" charset="-122"/>
                              <a:ea typeface="微软雅黑" panose="020B0503020204020204" pitchFamily="34" charset="-122"/>
                            </a:rPr>
                            <a:t>差量压缩效率</a:t>
                          </a:r>
                          <a:r>
                            <a:rPr lang="en-US" altLang="zh-CN" sz="1100" kern="100" dirty="0">
                              <a:solidFill>
                                <a:schemeClr val="tx1"/>
                              </a:solidFill>
                              <a:effectLst/>
                              <a:latin typeface="微软雅黑" panose="020B0503020204020204" pitchFamily="34" charset="-122"/>
                              <a:ea typeface="微软雅黑" panose="020B0503020204020204" pitchFamily="34" charset="-122"/>
                            </a:rPr>
                            <a:t> DCE</a:t>
                          </a:r>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f>
                                  <m:fPr>
                                    <m:ctrlPr>
                                      <a:rPr lang="zh-CN" sz="1100" i="1" kern="100" smtClean="0">
                                        <a:solidFill>
                                          <a:schemeClr val="tx1"/>
                                        </a:solidFill>
                                        <a:effectLst/>
                                        <a:latin typeface="Cambria Math" panose="02040503050406030204" pitchFamily="18" charset="0"/>
                                      </a:rPr>
                                    </m:ctrlPr>
                                  </m:fPr>
                                  <m:num>
                                    <m:r>
                                      <a:rPr lang="zh-CN" sz="1100" kern="100">
                                        <a:solidFill>
                                          <a:schemeClr val="tx1"/>
                                        </a:solidFill>
                                        <a:effectLst/>
                                        <a:latin typeface="Cambria Math" panose="02040503050406030204" pitchFamily="18" charset="0"/>
                                      </a:rPr>
                                      <m:t>差量压缩削减掉的数据量</m:t>
                                    </m:r>
                                  </m:num>
                                  <m:den>
                                    <m:r>
                                      <a:rPr lang="zh-CN" sz="1100" kern="100">
                                        <a:solidFill>
                                          <a:schemeClr val="tx1"/>
                                        </a:solidFill>
                                        <a:effectLst/>
                                        <a:latin typeface="Cambria Math" panose="02040503050406030204" pitchFamily="18" charset="0"/>
                                      </a:rPr>
                                      <m:t>差量压缩前相似数据块的总大小</m:t>
                                    </m:r>
                                  </m:den>
                                </m:f>
                              </m:oMath>
                            </m:oMathPara>
                          </a14:m>
                          <a:endParaRPr lang="zh-CN" sz="1400" kern="10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extLst>
                      <a:ext uri="{0D108BD9-81ED-4DB2-BD59-A6C34878D82A}">
                        <a16:rowId xmlns:a16="http://schemas.microsoft.com/office/drawing/2014/main" val="1473269464"/>
                      </a:ext>
                    </a:extLst>
                  </a:tr>
                  <a:tr h="444644">
                    <a:tc>
                      <a:txBody>
                        <a:bodyPr/>
                        <a:lstStyle/>
                        <a:p>
                          <a:pPr algn="ctr">
                            <a:lnSpc>
                              <a:spcPct val="150000"/>
                            </a:lnSpc>
                          </a:pPr>
                          <a:r>
                            <a:rPr lang="zh-CN" sz="1100" kern="100" dirty="0">
                              <a:solidFill>
                                <a:schemeClr val="tx1"/>
                              </a:solidFill>
                              <a:effectLst/>
                              <a:latin typeface="微软雅黑" panose="020B0503020204020204" pitchFamily="34" charset="-122"/>
                              <a:ea typeface="微软雅黑" panose="020B0503020204020204" pitchFamily="34" charset="-122"/>
                            </a:rPr>
                            <a:t>相似块检测率</a:t>
                          </a:r>
                          <a:r>
                            <a:rPr lang="en-US" altLang="zh-CN" sz="1100" kern="100" dirty="0">
                              <a:solidFill>
                                <a:schemeClr val="tx1"/>
                              </a:solidFill>
                              <a:effectLst/>
                              <a:latin typeface="微软雅黑" panose="020B0503020204020204" pitchFamily="34" charset="-122"/>
                              <a:ea typeface="微软雅黑" panose="020B0503020204020204" pitchFamily="34" charset="-122"/>
                            </a:rPr>
                            <a:t> SCR</a:t>
                          </a:r>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f>
                                  <m:fPr>
                                    <m:ctrlPr>
                                      <a:rPr lang="zh-CN" sz="1100" i="1" kern="100" smtClean="0">
                                        <a:solidFill>
                                          <a:schemeClr val="tx1"/>
                                        </a:solidFill>
                                        <a:effectLst/>
                                        <a:latin typeface="Cambria Math" panose="02040503050406030204" pitchFamily="18" charset="0"/>
                                      </a:rPr>
                                    </m:ctrlPr>
                                  </m:fPr>
                                  <m:num>
                                    <m:r>
                                      <a:rPr lang="zh-CN" sz="1100" kern="100">
                                        <a:solidFill>
                                          <a:schemeClr val="tx1"/>
                                        </a:solidFill>
                                        <a:effectLst/>
                                        <a:latin typeface="Cambria Math" panose="02040503050406030204" pitchFamily="18" charset="0"/>
                                      </a:rPr>
                                      <m:t>相似数据块的数量</m:t>
                                    </m:r>
                                  </m:num>
                                  <m:den>
                                    <m:r>
                                      <a:rPr lang="zh-CN" sz="1100" kern="100">
                                        <a:solidFill>
                                          <a:schemeClr val="tx1"/>
                                        </a:solidFill>
                                        <a:effectLst/>
                                        <a:latin typeface="Cambria Math" panose="02040503050406030204" pitchFamily="18" charset="0"/>
                                      </a:rPr>
                                      <m:t>既不重复也不相似的数据块数量</m:t>
                                    </m:r>
                                  </m:den>
                                </m:f>
                              </m:oMath>
                            </m:oMathPara>
                          </a14:m>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extLst>
                      <a:ext uri="{0D108BD9-81ED-4DB2-BD59-A6C34878D82A}">
                        <a16:rowId xmlns:a16="http://schemas.microsoft.com/office/drawing/2014/main" val="65799214"/>
                      </a:ext>
                    </a:extLst>
                  </a:tr>
                  <a:tr h="448802">
                    <a:tc>
                      <a:txBody>
                        <a:bodyPr/>
                        <a:lstStyle/>
                        <a:p>
                          <a:pPr algn="ctr">
                            <a:lnSpc>
                              <a:spcPct val="150000"/>
                            </a:lnSpc>
                          </a:pPr>
                          <a:r>
                            <a:rPr lang="zh-CN" sz="1100" kern="100">
                              <a:solidFill>
                                <a:schemeClr val="tx1"/>
                              </a:solidFill>
                              <a:effectLst/>
                              <a:latin typeface="微软雅黑" panose="020B0503020204020204" pitchFamily="34" charset="-122"/>
                              <a:ea typeface="微软雅黑" panose="020B0503020204020204" pitchFamily="34" charset="-122"/>
                            </a:rPr>
                            <a:t>阶段吞吐量</a:t>
                          </a:r>
                          <a:endParaRPr lang="zh-CN" sz="1400" kern="10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f>
                                  <m:fPr>
                                    <m:ctrlPr>
                                      <a:rPr lang="zh-CN" sz="1100" i="1" kern="100" smtClean="0">
                                        <a:solidFill>
                                          <a:schemeClr val="tx1"/>
                                        </a:solidFill>
                                        <a:effectLst/>
                                        <a:latin typeface="Cambria Math" panose="02040503050406030204" pitchFamily="18" charset="0"/>
                                      </a:rPr>
                                    </m:ctrlPr>
                                  </m:fPr>
                                  <m:num>
                                    <m:r>
                                      <a:rPr lang="zh-CN" sz="1100" kern="100">
                                        <a:solidFill>
                                          <a:schemeClr val="tx1"/>
                                        </a:solidFill>
                                        <a:effectLst/>
                                        <a:latin typeface="Cambria Math" panose="02040503050406030204" pitchFamily="18" charset="0"/>
                                      </a:rPr>
                                      <m:t>该阶段处理的数据块的总大小</m:t>
                                    </m:r>
                                  </m:num>
                                  <m:den>
                                    <m:r>
                                      <a:rPr lang="zh-CN" sz="1100" kern="100">
                                        <a:solidFill>
                                          <a:schemeClr val="tx1"/>
                                        </a:solidFill>
                                        <a:effectLst/>
                                        <a:latin typeface="Cambria Math" panose="02040503050406030204" pitchFamily="18" charset="0"/>
                                      </a:rPr>
                                      <m:t>该阶段的处理时间</m:t>
                                    </m:r>
                                  </m:den>
                                </m:f>
                              </m:oMath>
                            </m:oMathPara>
                          </a14:m>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extLst>
                      <a:ext uri="{0D108BD9-81ED-4DB2-BD59-A6C34878D82A}">
                        <a16:rowId xmlns:a16="http://schemas.microsoft.com/office/drawing/2014/main" val="3839064518"/>
                      </a:ext>
                    </a:extLst>
                  </a:tr>
                  <a:tr h="446779">
                    <a:tc>
                      <a:txBody>
                        <a:bodyPr/>
                        <a:lstStyle/>
                        <a:p>
                          <a:pPr algn="ctr">
                            <a:lnSpc>
                              <a:spcPct val="150000"/>
                            </a:lnSpc>
                          </a:pPr>
                          <a:r>
                            <a:rPr lang="zh-CN" sz="1100" kern="100">
                              <a:solidFill>
                                <a:schemeClr val="tx1"/>
                              </a:solidFill>
                              <a:effectLst/>
                              <a:latin typeface="微软雅黑" panose="020B0503020204020204" pitchFamily="34" charset="-122"/>
                              <a:ea typeface="微软雅黑" panose="020B0503020204020204" pitchFamily="34" charset="-122"/>
                            </a:rPr>
                            <a:t>系统吞吐量</a:t>
                          </a:r>
                          <a:endParaRPr lang="zh-CN" sz="1400" kern="10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pPr algn="ctr">
                            <a:lnSpc>
                              <a:spcPct val="150000"/>
                            </a:lnSpc>
                          </a:pPr>
                          <a14:m>
                            <m:oMathPara xmlns:m="http://schemas.openxmlformats.org/officeDocument/2006/math">
                              <m:oMathParaPr>
                                <m:jc m:val="centerGroup"/>
                              </m:oMathParaPr>
                              <m:oMath xmlns:m="http://schemas.openxmlformats.org/officeDocument/2006/math">
                                <m:f>
                                  <m:fPr>
                                    <m:ctrlPr>
                                      <a:rPr lang="zh-CN" sz="1100" i="1" kern="100" smtClean="0">
                                        <a:solidFill>
                                          <a:schemeClr val="tx1"/>
                                        </a:solidFill>
                                        <a:effectLst/>
                                        <a:latin typeface="Cambria Math" panose="02040503050406030204" pitchFamily="18" charset="0"/>
                                      </a:rPr>
                                    </m:ctrlPr>
                                  </m:fPr>
                                  <m:num>
                                    <m:r>
                                      <a:rPr lang="zh-CN" sz="1100" kern="100">
                                        <a:solidFill>
                                          <a:schemeClr val="tx1"/>
                                        </a:solidFill>
                                        <a:effectLst/>
                                        <a:latin typeface="Cambria Math" panose="02040503050406030204" pitchFamily="18" charset="0"/>
                                      </a:rPr>
                                      <m:t>数据集的总大小</m:t>
                                    </m:r>
                                  </m:num>
                                  <m:den>
                                    <m:r>
                                      <a:rPr lang="zh-CN" sz="1100" kern="100">
                                        <a:solidFill>
                                          <a:schemeClr val="tx1"/>
                                        </a:solidFill>
                                        <a:effectLst/>
                                        <a:latin typeface="Cambria Math" panose="02040503050406030204" pitchFamily="18" charset="0"/>
                                      </a:rPr>
                                      <m:t>整体的处理时间</m:t>
                                    </m:r>
                                  </m:den>
                                </m:f>
                              </m:oMath>
                            </m:oMathPara>
                          </a14:m>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extLst>
                      <a:ext uri="{0D108BD9-81ED-4DB2-BD59-A6C34878D82A}">
                        <a16:rowId xmlns:a16="http://schemas.microsoft.com/office/drawing/2014/main" val="57652532"/>
                      </a:ext>
                    </a:extLst>
                  </a:tr>
                </a:tbl>
              </a:graphicData>
            </a:graphic>
          </p:graphicFrame>
        </mc:Choice>
        <mc:Fallback xmlns="">
          <p:graphicFrame>
            <p:nvGraphicFramePr>
              <p:cNvPr id="2" name="表格 1">
                <a:extLst>
                  <a:ext uri="{FF2B5EF4-FFF2-40B4-BE49-F238E27FC236}">
                    <a16:creationId xmlns:a16="http://schemas.microsoft.com/office/drawing/2014/main" id="{267CDA75-E31C-1388-4AC5-1D9F4F41AB93}"/>
                  </a:ext>
                </a:extLst>
              </p:cNvPr>
              <p:cNvGraphicFramePr>
                <a:graphicFrameLocks noGrp="1"/>
              </p:cNvGraphicFramePr>
              <p:nvPr>
                <p:extLst>
                  <p:ext uri="{D42A27DB-BD31-4B8C-83A1-F6EECF244321}">
                    <p14:modId xmlns:p14="http://schemas.microsoft.com/office/powerpoint/2010/main" val="4029924599"/>
                  </p:ext>
                </p:extLst>
              </p:nvPr>
            </p:nvGraphicFramePr>
            <p:xfrm>
              <a:off x="1979712" y="2198683"/>
              <a:ext cx="4896544" cy="2869754"/>
            </p:xfrm>
            <a:graphic>
              <a:graphicData uri="http://schemas.openxmlformats.org/drawingml/2006/table">
                <a:tbl>
                  <a:tblPr firstRow="1" firstCol="1" bandRow="1">
                    <a:tableStyleId>{5C22544A-7EE6-4342-B048-85BDC9FD1C3A}</a:tableStyleId>
                  </a:tblPr>
                  <a:tblGrid>
                    <a:gridCol w="1463783">
                      <a:extLst>
                        <a:ext uri="{9D8B030D-6E8A-4147-A177-3AD203B41FA5}">
                          <a16:colId xmlns:a16="http://schemas.microsoft.com/office/drawing/2014/main" val="4174161227"/>
                        </a:ext>
                      </a:extLst>
                    </a:gridCol>
                    <a:gridCol w="3432761">
                      <a:extLst>
                        <a:ext uri="{9D8B030D-6E8A-4147-A177-3AD203B41FA5}">
                          <a16:colId xmlns:a16="http://schemas.microsoft.com/office/drawing/2014/main" val="2174794104"/>
                        </a:ext>
                      </a:extLst>
                    </a:gridCol>
                  </a:tblGrid>
                  <a:tr h="223136">
                    <a:tc>
                      <a:txBody>
                        <a:bodyPr/>
                        <a:lstStyle/>
                        <a:p>
                          <a:pPr algn="ctr">
                            <a:lnSpc>
                              <a:spcPct val="150000"/>
                            </a:lnSpc>
                          </a:pPr>
                          <a:r>
                            <a:rPr lang="zh-CN" sz="1100" kern="100" dirty="0">
                              <a:solidFill>
                                <a:schemeClr val="tx1"/>
                              </a:solidFill>
                              <a:effectLst/>
                              <a:latin typeface="微软雅黑" panose="020B0503020204020204" pitchFamily="34" charset="-122"/>
                              <a:ea typeface="微软雅黑" panose="020B0503020204020204" pitchFamily="34" charset="-122"/>
                            </a:rPr>
                            <a:t>性能指标</a:t>
                          </a:r>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pPr algn="ctr">
                            <a:lnSpc>
                              <a:spcPct val="150000"/>
                            </a:lnSpc>
                          </a:pPr>
                          <a:r>
                            <a:rPr lang="zh-CN" sz="1100" kern="100">
                              <a:solidFill>
                                <a:schemeClr val="tx1"/>
                              </a:solidFill>
                              <a:effectLst/>
                              <a:latin typeface="微软雅黑" panose="020B0503020204020204" pitchFamily="34" charset="-122"/>
                              <a:ea typeface="微软雅黑" panose="020B0503020204020204" pitchFamily="34" charset="-122"/>
                            </a:rPr>
                            <a:t>计算方法</a:t>
                          </a:r>
                          <a:endParaRPr lang="zh-CN" sz="1400" kern="10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extLst>
                      <a:ext uri="{0D108BD9-81ED-4DB2-BD59-A6C34878D82A}">
                        <a16:rowId xmlns:a16="http://schemas.microsoft.com/office/drawing/2014/main" val="1623611391"/>
                      </a:ext>
                    </a:extLst>
                  </a:tr>
                  <a:tr h="528765">
                    <a:tc>
                      <a:txBody>
                        <a:bodyPr/>
                        <a:lstStyle/>
                        <a:p>
                          <a:pPr algn="ctr">
                            <a:lnSpc>
                              <a:spcPct val="150000"/>
                            </a:lnSpc>
                          </a:pPr>
                          <a:r>
                            <a:rPr lang="zh-CN" sz="1100" kern="100" dirty="0">
                              <a:solidFill>
                                <a:schemeClr val="tx1"/>
                              </a:solidFill>
                              <a:effectLst/>
                              <a:latin typeface="微软雅黑" panose="020B0503020204020204" pitchFamily="34" charset="-122"/>
                              <a:ea typeface="微软雅黑" panose="020B0503020204020204" pitchFamily="34" charset="-122"/>
                            </a:rPr>
                            <a:t>数据压缩比</a:t>
                          </a:r>
                          <a:r>
                            <a:rPr lang="en-US" altLang="zh-CN" sz="1100" kern="100" dirty="0">
                              <a:solidFill>
                                <a:schemeClr val="tx1"/>
                              </a:solidFill>
                              <a:effectLst/>
                              <a:latin typeface="微软雅黑" panose="020B0503020204020204" pitchFamily="34" charset="-122"/>
                              <a:ea typeface="微软雅黑" panose="020B0503020204020204" pitchFamily="34" charset="-122"/>
                            </a:rPr>
                            <a:t> CF</a:t>
                          </a:r>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endParaRPr lang="zh-CN"/>
                        </a:p>
                      </a:txBody>
                      <a:tcPr marL="36195" marR="36195" marT="0" marB="0" anchor="ctr">
                        <a:blipFill>
                          <a:blip r:embed="rId4"/>
                          <a:stretch>
                            <a:fillRect l="-42730" t="-43678" r="-887" b="-402299"/>
                          </a:stretch>
                        </a:blipFill>
                      </a:tcPr>
                    </a:tc>
                    <a:extLst>
                      <a:ext uri="{0D108BD9-81ED-4DB2-BD59-A6C34878D82A}">
                        <a16:rowId xmlns:a16="http://schemas.microsoft.com/office/drawing/2014/main" val="2840106672"/>
                      </a:ext>
                    </a:extLst>
                  </a:tr>
                  <a:tr h="531305">
                    <a:tc>
                      <a:txBody>
                        <a:bodyPr/>
                        <a:lstStyle/>
                        <a:p>
                          <a:pPr algn="ctr">
                            <a:lnSpc>
                              <a:spcPct val="150000"/>
                            </a:lnSpc>
                          </a:pPr>
                          <a:r>
                            <a:rPr lang="zh-CN" sz="1100" kern="100" dirty="0">
                              <a:solidFill>
                                <a:schemeClr val="tx1"/>
                              </a:solidFill>
                              <a:effectLst/>
                              <a:latin typeface="微软雅黑" panose="020B0503020204020204" pitchFamily="34" charset="-122"/>
                              <a:ea typeface="微软雅黑" panose="020B0503020204020204" pitchFamily="34" charset="-122"/>
                            </a:rPr>
                            <a:t>差量压缩效率</a:t>
                          </a:r>
                          <a:r>
                            <a:rPr lang="en-US" altLang="zh-CN" sz="1100" kern="100" dirty="0">
                              <a:solidFill>
                                <a:schemeClr val="tx1"/>
                              </a:solidFill>
                              <a:effectLst/>
                              <a:latin typeface="微软雅黑" panose="020B0503020204020204" pitchFamily="34" charset="-122"/>
                              <a:ea typeface="微软雅黑" panose="020B0503020204020204" pitchFamily="34" charset="-122"/>
                            </a:rPr>
                            <a:t> DCE</a:t>
                          </a:r>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endParaRPr lang="zh-CN"/>
                        </a:p>
                      </a:txBody>
                      <a:tcPr marL="36195" marR="36195" marT="0" marB="0" anchor="ctr">
                        <a:blipFill>
                          <a:blip r:embed="rId4"/>
                          <a:stretch>
                            <a:fillRect l="-42730" t="-143678" r="-887" b="-302299"/>
                          </a:stretch>
                        </a:blipFill>
                      </a:tcPr>
                    </a:tc>
                    <a:extLst>
                      <a:ext uri="{0D108BD9-81ED-4DB2-BD59-A6C34878D82A}">
                        <a16:rowId xmlns:a16="http://schemas.microsoft.com/office/drawing/2014/main" val="1473269464"/>
                      </a:ext>
                    </a:extLst>
                  </a:tr>
                  <a:tr h="526479">
                    <a:tc>
                      <a:txBody>
                        <a:bodyPr/>
                        <a:lstStyle/>
                        <a:p>
                          <a:pPr algn="ctr">
                            <a:lnSpc>
                              <a:spcPct val="150000"/>
                            </a:lnSpc>
                          </a:pPr>
                          <a:r>
                            <a:rPr lang="zh-CN" sz="1100" kern="100" dirty="0">
                              <a:solidFill>
                                <a:schemeClr val="tx1"/>
                              </a:solidFill>
                              <a:effectLst/>
                              <a:latin typeface="微软雅黑" panose="020B0503020204020204" pitchFamily="34" charset="-122"/>
                              <a:ea typeface="微软雅黑" panose="020B0503020204020204" pitchFamily="34" charset="-122"/>
                            </a:rPr>
                            <a:t>相似块检测率</a:t>
                          </a:r>
                          <a:r>
                            <a:rPr lang="en-US" altLang="zh-CN" sz="1100" kern="100" dirty="0">
                              <a:solidFill>
                                <a:schemeClr val="tx1"/>
                              </a:solidFill>
                              <a:effectLst/>
                              <a:latin typeface="微软雅黑" panose="020B0503020204020204" pitchFamily="34" charset="-122"/>
                              <a:ea typeface="微软雅黑" panose="020B0503020204020204" pitchFamily="34" charset="-122"/>
                            </a:rPr>
                            <a:t> SCR</a:t>
                          </a:r>
                          <a:endParaRPr lang="zh-CN" sz="1400" kern="100" dirty="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endParaRPr lang="zh-CN"/>
                        </a:p>
                      </a:txBody>
                      <a:tcPr marL="36195" marR="36195" marT="0" marB="0" anchor="ctr">
                        <a:blipFill>
                          <a:blip r:embed="rId4"/>
                          <a:stretch>
                            <a:fillRect l="-42730" t="-243678" r="-887" b="-202299"/>
                          </a:stretch>
                        </a:blipFill>
                      </a:tcPr>
                    </a:tc>
                    <a:extLst>
                      <a:ext uri="{0D108BD9-81ED-4DB2-BD59-A6C34878D82A}">
                        <a16:rowId xmlns:a16="http://schemas.microsoft.com/office/drawing/2014/main" val="65799214"/>
                      </a:ext>
                    </a:extLst>
                  </a:tr>
                  <a:tr h="531241">
                    <a:tc>
                      <a:txBody>
                        <a:bodyPr/>
                        <a:lstStyle/>
                        <a:p>
                          <a:pPr algn="ctr">
                            <a:lnSpc>
                              <a:spcPct val="150000"/>
                            </a:lnSpc>
                          </a:pPr>
                          <a:r>
                            <a:rPr lang="zh-CN" sz="1100" kern="100">
                              <a:solidFill>
                                <a:schemeClr val="tx1"/>
                              </a:solidFill>
                              <a:effectLst/>
                              <a:latin typeface="微软雅黑" panose="020B0503020204020204" pitchFamily="34" charset="-122"/>
                              <a:ea typeface="微软雅黑" panose="020B0503020204020204" pitchFamily="34" charset="-122"/>
                            </a:rPr>
                            <a:t>阶段吞吐量</a:t>
                          </a:r>
                          <a:endParaRPr lang="zh-CN" sz="1400" kern="10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endParaRPr lang="zh-CN"/>
                        </a:p>
                      </a:txBody>
                      <a:tcPr marL="36195" marR="36195" marT="0" marB="0" anchor="ctr">
                        <a:blipFill>
                          <a:blip r:embed="rId4"/>
                          <a:stretch>
                            <a:fillRect l="-42730" t="-343678" r="-887" b="-102299"/>
                          </a:stretch>
                        </a:blipFill>
                      </a:tcPr>
                    </a:tc>
                    <a:extLst>
                      <a:ext uri="{0D108BD9-81ED-4DB2-BD59-A6C34878D82A}">
                        <a16:rowId xmlns:a16="http://schemas.microsoft.com/office/drawing/2014/main" val="3839064518"/>
                      </a:ext>
                    </a:extLst>
                  </a:tr>
                  <a:tr h="528828">
                    <a:tc>
                      <a:txBody>
                        <a:bodyPr/>
                        <a:lstStyle/>
                        <a:p>
                          <a:pPr algn="ctr">
                            <a:lnSpc>
                              <a:spcPct val="150000"/>
                            </a:lnSpc>
                          </a:pPr>
                          <a:r>
                            <a:rPr lang="zh-CN" sz="1100" kern="100">
                              <a:solidFill>
                                <a:schemeClr val="tx1"/>
                              </a:solidFill>
                              <a:effectLst/>
                              <a:latin typeface="微软雅黑" panose="020B0503020204020204" pitchFamily="34" charset="-122"/>
                              <a:ea typeface="微软雅黑" panose="020B0503020204020204" pitchFamily="34" charset="-122"/>
                            </a:rPr>
                            <a:t>系统吞吐量</a:t>
                          </a:r>
                          <a:endParaRPr lang="zh-CN" sz="1400" kern="100">
                            <a:solidFill>
                              <a:schemeClr val="tx1"/>
                            </a:solidFill>
                            <a:effectLst/>
                            <a:latin typeface="微软雅黑" panose="020B0503020204020204" pitchFamily="34" charset="-122"/>
                            <a:ea typeface="微软雅黑" panose="020B0503020204020204" pitchFamily="34" charset="-122"/>
                          </a:endParaRPr>
                        </a:p>
                      </a:txBody>
                      <a:tcPr marL="36195" marR="36195" marT="0" marB="0" anchor="ctr"/>
                    </a:tc>
                    <a:tc>
                      <a:txBody>
                        <a:bodyPr/>
                        <a:lstStyle/>
                        <a:p>
                          <a:endParaRPr lang="zh-CN"/>
                        </a:p>
                      </a:txBody>
                      <a:tcPr marL="36195" marR="36195" marT="0" marB="0" anchor="ctr">
                        <a:blipFill>
                          <a:blip r:embed="rId4"/>
                          <a:stretch>
                            <a:fillRect l="-42730" t="-443678" r="-887" b="-2299"/>
                          </a:stretch>
                        </a:blipFill>
                      </a:tcPr>
                    </a:tc>
                    <a:extLst>
                      <a:ext uri="{0D108BD9-81ED-4DB2-BD59-A6C34878D82A}">
                        <a16:rowId xmlns:a16="http://schemas.microsoft.com/office/drawing/2014/main" val="57652532"/>
                      </a:ext>
                    </a:extLst>
                  </a:tr>
                </a:tbl>
              </a:graphicData>
            </a:graphic>
          </p:graphicFrame>
        </mc:Fallback>
      </mc:AlternateContent>
      <p:sp>
        <p:nvSpPr>
          <p:cNvPr id="5" name="矩形 4">
            <a:extLst>
              <a:ext uri="{FF2B5EF4-FFF2-40B4-BE49-F238E27FC236}">
                <a16:creationId xmlns:a16="http://schemas.microsoft.com/office/drawing/2014/main" id="{CDD681D6-0783-E7C6-9EBB-BAB0A5A57165}"/>
              </a:ext>
            </a:extLst>
          </p:cNvPr>
          <p:cNvSpPr/>
          <p:nvPr/>
        </p:nvSpPr>
        <p:spPr>
          <a:xfrm>
            <a:off x="540562" y="5100715"/>
            <a:ext cx="8062875" cy="1382238"/>
          </a:xfrm>
          <a:prstGeom prst="rect">
            <a:avLst/>
          </a:prstGeom>
        </p:spPr>
        <p:txBody>
          <a:bodyPr wrap="square">
            <a:spAutoFit/>
          </a:bodyPr>
          <a:lstStyle/>
          <a:p>
            <a:pPr marL="342900" indent="-342900">
              <a:lnSpc>
                <a:spcPct val="150000"/>
              </a:lnSpc>
              <a:buFont typeface="Arial" panose="020B0604020202020204" pitchFamily="34" charset="0"/>
              <a:buChar char="•"/>
            </a:pPr>
            <a:r>
              <a:rPr kumimoji="1" lang="zh-CN" altLang="en-US" b="1" dirty="0">
                <a:solidFill>
                  <a:schemeClr val="tx1"/>
                </a:solidFill>
                <a:latin typeface="微软雅黑" panose="020B0503020204020204" pitchFamily="34" charset="-122"/>
                <a:ea typeface="微软雅黑" panose="020B0503020204020204" pitchFamily="34" charset="-122"/>
              </a:rPr>
              <a:t>对比方法</a:t>
            </a:r>
            <a:r>
              <a:rPr kumimoji="1" lang="zh-CN" altLang="en-US" sz="1800" b="1" dirty="0">
                <a:solidFill>
                  <a:schemeClr val="tx1"/>
                </a:solidFill>
                <a:latin typeface="微软雅黑" panose="020B0503020204020204" pitchFamily="34" charset="-122"/>
                <a:ea typeface="微软雅黑" panose="020B0503020204020204" pitchFamily="34" charset="-122"/>
              </a:rPr>
              <a:t>：</a:t>
            </a:r>
            <a:r>
              <a:rPr kumimoji="1" lang="en-US" altLang="zh-CN" sz="1800" dirty="0">
                <a:solidFill>
                  <a:schemeClr val="tx1"/>
                </a:solidFill>
                <a:latin typeface="微软雅黑" panose="020B0503020204020204" pitchFamily="34" charset="-122"/>
                <a:ea typeface="微软雅黑" panose="020B0503020204020204" pitchFamily="34" charset="-122"/>
              </a:rPr>
              <a:t>Super-feature</a:t>
            </a:r>
            <a:r>
              <a:rPr kumimoji="1" lang="zh-CN" altLang="en-US" sz="1800" dirty="0">
                <a:solidFill>
                  <a:schemeClr val="tx1"/>
                </a:solidFill>
                <a:latin typeface="微软雅黑" panose="020B0503020204020204" pitchFamily="34" charset="-122"/>
                <a:ea typeface="微软雅黑" panose="020B0503020204020204" pitchFamily="34" charset="-122"/>
              </a:rPr>
              <a:t>（最常用的方法）和</a:t>
            </a:r>
            <a:r>
              <a:rPr kumimoji="1" lang="en-US" altLang="zh-CN" sz="1800" dirty="0">
                <a:solidFill>
                  <a:schemeClr val="tx1"/>
                </a:solidFill>
                <a:latin typeface="微软雅黑" panose="020B0503020204020204" pitchFamily="34" charset="-122"/>
                <a:ea typeface="微软雅黑" panose="020B0503020204020204" pitchFamily="34" charset="-122"/>
              </a:rPr>
              <a:t>Finesse</a:t>
            </a:r>
            <a:r>
              <a:rPr kumimoji="1" lang="zh-CN" altLang="en-US" sz="1800" dirty="0">
                <a:solidFill>
                  <a:schemeClr val="tx1"/>
                </a:solidFill>
                <a:latin typeface="微软雅黑" panose="020B0503020204020204" pitchFamily="34" charset="-122"/>
                <a:ea typeface="微软雅黑" panose="020B0503020204020204" pitchFamily="34" charset="-122"/>
              </a:rPr>
              <a:t>（</a:t>
            </a:r>
            <a:r>
              <a:rPr kumimoji="1" lang="en-US" altLang="zh-CN" sz="1800" dirty="0">
                <a:solidFill>
                  <a:schemeClr val="tx1"/>
                </a:solidFill>
                <a:latin typeface="微软雅黑" panose="020B0503020204020204" pitchFamily="34" charset="-122"/>
                <a:ea typeface="微软雅黑" panose="020B0503020204020204" pitchFamily="34" charset="-122"/>
              </a:rPr>
              <a:t>FAST 19</a:t>
            </a:r>
            <a:r>
              <a:rPr kumimoji="1" lang="zh-CN" altLang="en-US" sz="1800" dirty="0">
                <a:solidFill>
                  <a:schemeClr val="tx1"/>
                </a:solidFill>
                <a:latin typeface="微软雅黑" panose="020B0503020204020204" pitchFamily="34" charset="-122"/>
                <a:ea typeface="微软雅黑" panose="020B0503020204020204" pitchFamily="34" charset="-122"/>
              </a:rPr>
              <a:t>）</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kumimoji="1" lang="zh-CN" altLang="en-US" b="1" dirty="0">
                <a:solidFill>
                  <a:schemeClr val="tx1"/>
                </a:solidFill>
                <a:latin typeface="微软雅黑" panose="020B0503020204020204" pitchFamily="34" charset="-122"/>
                <a:ea typeface="微软雅黑" panose="020B0503020204020204" pitchFamily="34" charset="-122"/>
              </a:rPr>
              <a:t>对比系统：</a:t>
            </a:r>
            <a:r>
              <a:rPr kumimoji="1" lang="en-US" altLang="zh-CN" sz="1800" dirty="0" err="1">
                <a:solidFill>
                  <a:schemeClr val="tx1"/>
                </a:solidFill>
                <a:latin typeface="微软雅黑" panose="020B0503020204020204" pitchFamily="34" charset="-122"/>
                <a:ea typeface="微软雅黑" panose="020B0503020204020204" pitchFamily="34" charset="-122"/>
              </a:rPr>
              <a:t>Destor</a:t>
            </a:r>
            <a:r>
              <a:rPr kumimoji="1" lang="zh-CN" altLang="en-US" sz="1800" dirty="0">
                <a:solidFill>
                  <a:schemeClr val="tx1"/>
                </a:solidFill>
                <a:latin typeface="微软雅黑" panose="020B0503020204020204" pitchFamily="34" charset="-122"/>
                <a:ea typeface="微软雅黑" panose="020B0503020204020204" pitchFamily="34" charset="-122"/>
              </a:rPr>
              <a:t>的变体</a:t>
            </a:r>
            <a:r>
              <a:rPr kumimoji="1" lang="en-US" altLang="zh-CN" sz="1800" dirty="0" err="1">
                <a:solidFill>
                  <a:schemeClr val="tx1"/>
                </a:solidFill>
                <a:latin typeface="微软雅黑" panose="020B0503020204020204" pitchFamily="34" charset="-122"/>
                <a:ea typeface="微软雅黑" panose="020B0503020204020204" pitchFamily="34" charset="-122"/>
              </a:rPr>
              <a:t>DestorA</a:t>
            </a:r>
            <a:r>
              <a:rPr kumimoji="1" lang="zh-CN" altLang="en-US" sz="1800" dirty="0">
                <a:solidFill>
                  <a:schemeClr val="tx1"/>
                </a:solidFill>
                <a:latin typeface="微软雅黑" panose="020B0503020204020204" pitchFamily="34" charset="-122"/>
                <a:ea typeface="微软雅黑" panose="020B0503020204020204" pitchFamily="34" charset="-122"/>
              </a:rPr>
              <a:t>和</a:t>
            </a:r>
            <a:r>
              <a:rPr kumimoji="1" lang="en-US" altLang="zh-CN" sz="1800" dirty="0" err="1">
                <a:solidFill>
                  <a:schemeClr val="tx1"/>
                </a:solidFill>
                <a:latin typeface="微软雅黑" panose="020B0503020204020204" pitchFamily="34" charset="-122"/>
                <a:ea typeface="微软雅黑" panose="020B0503020204020204" pitchFamily="34" charset="-122"/>
              </a:rPr>
              <a:t>DestorB</a:t>
            </a:r>
            <a:endParaRPr kumimoji="1" lang="en-US" altLang="zh-CN"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kumimoji="1" lang="en-US" altLang="zh-CN" sz="1800" dirty="0">
                <a:solidFill>
                  <a:schemeClr val="tx1"/>
                </a:solidFill>
                <a:latin typeface="微软雅黑" panose="020B0503020204020204" pitchFamily="34" charset="-122"/>
                <a:ea typeface="微软雅黑" panose="020B0503020204020204" pitchFamily="34" charset="-122"/>
              </a:rPr>
              <a:t>PFE</a:t>
            </a:r>
            <a:r>
              <a:rPr kumimoji="1" lang="zh-CN" altLang="en-US" sz="1800" dirty="0">
                <a:solidFill>
                  <a:schemeClr val="tx1"/>
                </a:solidFill>
                <a:latin typeface="微软雅黑" panose="020B0503020204020204" pitchFamily="34" charset="-122"/>
                <a:ea typeface="微软雅黑" panose="020B0503020204020204" pitchFamily="34" charset="-122"/>
              </a:rPr>
              <a:t>测试在</a:t>
            </a:r>
            <a:r>
              <a:rPr kumimoji="1" lang="en-US" altLang="zh-CN" sz="1800" dirty="0" err="1">
                <a:solidFill>
                  <a:schemeClr val="tx1"/>
                </a:solidFill>
                <a:latin typeface="微软雅黑" panose="020B0503020204020204" pitchFamily="34" charset="-122"/>
                <a:ea typeface="微软雅黑" panose="020B0503020204020204" pitchFamily="34" charset="-122"/>
              </a:rPr>
              <a:t>DestorA</a:t>
            </a:r>
            <a:r>
              <a:rPr kumimoji="1" lang="zh-CN" altLang="en-US" sz="1800" dirty="0">
                <a:solidFill>
                  <a:schemeClr val="tx1"/>
                </a:solidFill>
                <a:latin typeface="微软雅黑" panose="020B0503020204020204" pitchFamily="34" charset="-122"/>
                <a:ea typeface="微软雅黑" panose="020B0503020204020204" pitchFamily="34" charset="-122"/>
              </a:rPr>
              <a:t>上进行，</a:t>
            </a:r>
            <a:r>
              <a:rPr kumimoji="1" lang="en-US" altLang="zh-CN" sz="1800" dirty="0">
                <a:solidFill>
                  <a:schemeClr val="tx1"/>
                </a:solidFill>
                <a:latin typeface="微软雅黑" panose="020B0503020204020204" pitchFamily="34" charset="-122"/>
                <a:ea typeface="微软雅黑" panose="020B0503020204020204" pitchFamily="34" charset="-122"/>
              </a:rPr>
              <a:t>LAFM</a:t>
            </a:r>
            <a:r>
              <a:rPr kumimoji="1" lang="zh-CN" altLang="en-US" sz="1800" dirty="0">
                <a:solidFill>
                  <a:schemeClr val="tx1"/>
                </a:solidFill>
                <a:latin typeface="微软雅黑" panose="020B0503020204020204" pitchFamily="34" charset="-122"/>
                <a:ea typeface="微软雅黑" panose="020B0503020204020204" pitchFamily="34" charset="-122"/>
              </a:rPr>
              <a:t>和综合效果测试在</a:t>
            </a:r>
            <a:r>
              <a:rPr kumimoji="1" lang="en-US" altLang="zh-CN" sz="1800" dirty="0">
                <a:solidFill>
                  <a:schemeClr val="tx1"/>
                </a:solidFill>
                <a:latin typeface="微软雅黑" panose="020B0503020204020204" pitchFamily="34" charset="-122"/>
                <a:ea typeface="微软雅黑" panose="020B0503020204020204" pitchFamily="34" charset="-122"/>
              </a:rPr>
              <a:t>LBS</a:t>
            </a:r>
            <a:r>
              <a:rPr kumimoji="1" lang="zh-CN" altLang="en-US" sz="1800" dirty="0">
                <a:solidFill>
                  <a:schemeClr val="tx1"/>
                </a:solidFill>
                <a:latin typeface="微软雅黑" panose="020B0503020204020204" pitchFamily="34" charset="-122"/>
                <a:ea typeface="微软雅黑" panose="020B0503020204020204" pitchFamily="34" charset="-122"/>
              </a:rPr>
              <a:t>和</a:t>
            </a:r>
            <a:r>
              <a:rPr kumimoji="1" lang="en-US" altLang="zh-CN" sz="1800" dirty="0" err="1">
                <a:solidFill>
                  <a:schemeClr val="tx1"/>
                </a:solidFill>
                <a:latin typeface="微软雅黑" panose="020B0503020204020204" pitchFamily="34" charset="-122"/>
                <a:ea typeface="微软雅黑" panose="020B0503020204020204" pitchFamily="34" charset="-122"/>
              </a:rPr>
              <a:t>DestorB</a:t>
            </a:r>
            <a:r>
              <a:rPr kumimoji="1" lang="zh-CN" altLang="en-US" sz="1800" dirty="0">
                <a:solidFill>
                  <a:schemeClr val="tx1"/>
                </a:solidFill>
                <a:latin typeface="微软雅黑" panose="020B0503020204020204" pitchFamily="34" charset="-122"/>
                <a:ea typeface="微软雅黑" panose="020B0503020204020204" pitchFamily="34" charset="-122"/>
              </a:rPr>
              <a:t>上进行</a:t>
            </a:r>
            <a:endParaRPr kumimoji="1" lang="en-US" altLang="zh-CN" sz="1800" dirty="0">
              <a:solidFill>
                <a:schemeClr val="tx1"/>
              </a:solidFill>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AAD7C0A0-5E9F-D1CC-D280-BA24D283D50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31</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1446269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4.1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测试</a:t>
            </a:r>
          </a:p>
        </p:txBody>
      </p:sp>
      <p:sp>
        <p:nvSpPr>
          <p:cNvPr id="25" name="矩形 24">
            <a:extLst>
              <a:ext uri="{FF2B5EF4-FFF2-40B4-BE49-F238E27FC236}">
                <a16:creationId xmlns:a16="http://schemas.microsoft.com/office/drawing/2014/main" id="{692FD994-D773-D784-02DF-757CFA3B0CCA}"/>
              </a:ext>
            </a:extLst>
          </p:cNvPr>
          <p:cNvSpPr/>
          <p:nvPr/>
        </p:nvSpPr>
        <p:spPr>
          <a:xfrm>
            <a:off x="541573" y="1700808"/>
            <a:ext cx="8062875" cy="499624"/>
          </a:xfrm>
          <a:prstGeom prst="rect">
            <a:avLst/>
          </a:prstGeom>
        </p:spPr>
        <p:txBody>
          <a:bodyPr wrap="square">
            <a:spAutoFit/>
          </a:bodyPr>
          <a:lstStyle/>
          <a:p>
            <a:pPr>
              <a:lnSpc>
                <a:spcPct val="150000"/>
              </a:lnSpc>
            </a:pPr>
            <a:r>
              <a:rPr kumimoji="1" lang="en-US" altLang="zh-CN" dirty="0">
                <a:solidFill>
                  <a:schemeClr val="tx1"/>
                </a:solidFill>
                <a:latin typeface="微软雅黑" panose="020B0503020204020204" pitchFamily="34" charset="-122"/>
                <a:ea typeface="微软雅黑" panose="020B0503020204020204" pitchFamily="34" charset="-122"/>
              </a:rPr>
              <a:t>PFE</a:t>
            </a:r>
            <a:r>
              <a:rPr kumimoji="1" lang="zh-CN" altLang="en-US" dirty="0">
                <a:solidFill>
                  <a:schemeClr val="tx1"/>
                </a:solidFill>
                <a:latin typeface="微软雅黑" panose="020B0503020204020204" pitchFamily="34" charset="-122"/>
                <a:ea typeface="微软雅黑" panose="020B0503020204020204" pitchFamily="34" charset="-122"/>
              </a:rPr>
              <a:t>对</a:t>
            </a:r>
            <a:r>
              <a:rPr kumimoji="1" lang="en-US" altLang="zh-CN" dirty="0">
                <a:solidFill>
                  <a:schemeClr val="tx1"/>
                </a:solidFill>
                <a:latin typeface="微软雅黑" panose="020B0503020204020204" pitchFamily="34" charset="-122"/>
                <a:ea typeface="微软雅黑" panose="020B0503020204020204" pitchFamily="34" charset="-122"/>
              </a:rPr>
              <a:t>Super-feature</a:t>
            </a:r>
            <a:r>
              <a:rPr kumimoji="1" lang="zh-CN" altLang="en-US" dirty="0">
                <a:solidFill>
                  <a:schemeClr val="tx1"/>
                </a:solidFill>
                <a:latin typeface="微软雅黑" panose="020B0503020204020204" pitchFamily="34" charset="-122"/>
                <a:ea typeface="微软雅黑" panose="020B0503020204020204" pitchFamily="34" charset="-122"/>
              </a:rPr>
              <a:t>和</a:t>
            </a:r>
            <a:r>
              <a:rPr kumimoji="1" lang="en-US" altLang="zh-CN" dirty="0">
                <a:solidFill>
                  <a:schemeClr val="tx1"/>
                </a:solidFill>
                <a:latin typeface="微软雅黑" panose="020B0503020204020204" pitchFamily="34" charset="-122"/>
                <a:ea typeface="微软雅黑" panose="020B0503020204020204" pitchFamily="34" charset="-122"/>
              </a:rPr>
              <a:t>Finesse</a:t>
            </a:r>
            <a:r>
              <a:rPr kumimoji="1" lang="zh-CN" altLang="en-US" dirty="0">
                <a:solidFill>
                  <a:schemeClr val="tx1"/>
                </a:solidFill>
                <a:latin typeface="微软雅黑" panose="020B0503020204020204" pitchFamily="34" charset="-122"/>
                <a:ea typeface="微软雅黑" panose="020B0503020204020204" pitchFamily="34" charset="-122"/>
              </a:rPr>
              <a:t>的加速效果</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C40969FB-9268-1433-42AF-835FBC685AE3}"/>
              </a:ext>
            </a:extLst>
          </p:cNvPr>
          <p:cNvPicPr>
            <a:picLocks noChangeAspect="1"/>
          </p:cNvPicPr>
          <p:nvPr/>
        </p:nvPicPr>
        <p:blipFill>
          <a:blip r:embed="rId4"/>
          <a:stretch>
            <a:fillRect/>
          </a:stretch>
        </p:blipFill>
        <p:spPr>
          <a:xfrm>
            <a:off x="1259632" y="2200432"/>
            <a:ext cx="2757611" cy="2210879"/>
          </a:xfrm>
          <a:prstGeom prst="rect">
            <a:avLst/>
          </a:prstGeom>
        </p:spPr>
      </p:pic>
      <p:pic>
        <p:nvPicPr>
          <p:cNvPr id="7" name="图片 6">
            <a:extLst>
              <a:ext uri="{FF2B5EF4-FFF2-40B4-BE49-F238E27FC236}">
                <a16:creationId xmlns:a16="http://schemas.microsoft.com/office/drawing/2014/main" id="{747B80DB-6C61-9A07-95D5-204EF1F323BA}"/>
              </a:ext>
            </a:extLst>
          </p:cNvPr>
          <p:cNvPicPr>
            <a:picLocks noChangeAspect="1"/>
          </p:cNvPicPr>
          <p:nvPr/>
        </p:nvPicPr>
        <p:blipFill>
          <a:blip r:embed="rId5"/>
          <a:stretch>
            <a:fillRect/>
          </a:stretch>
        </p:blipFill>
        <p:spPr>
          <a:xfrm>
            <a:off x="4705059" y="2209720"/>
            <a:ext cx="2757611" cy="2201591"/>
          </a:xfrm>
          <a:prstGeom prst="rect">
            <a:avLst/>
          </a:prstGeom>
        </p:spPr>
      </p:pic>
      <p:pic>
        <p:nvPicPr>
          <p:cNvPr id="9" name="图片 8">
            <a:extLst>
              <a:ext uri="{FF2B5EF4-FFF2-40B4-BE49-F238E27FC236}">
                <a16:creationId xmlns:a16="http://schemas.microsoft.com/office/drawing/2014/main" id="{16C1BBF6-A10E-1D90-6B0B-99A26580BF6B}"/>
              </a:ext>
            </a:extLst>
          </p:cNvPr>
          <p:cNvPicPr>
            <a:picLocks noChangeAspect="1"/>
          </p:cNvPicPr>
          <p:nvPr/>
        </p:nvPicPr>
        <p:blipFill>
          <a:blip r:embed="rId6"/>
          <a:stretch>
            <a:fillRect/>
          </a:stretch>
        </p:blipFill>
        <p:spPr>
          <a:xfrm>
            <a:off x="1187624" y="4615761"/>
            <a:ext cx="2820141" cy="2210400"/>
          </a:xfrm>
          <a:prstGeom prst="rect">
            <a:avLst/>
          </a:prstGeom>
        </p:spPr>
      </p:pic>
      <p:pic>
        <p:nvPicPr>
          <p:cNvPr id="10" name="图片 9">
            <a:extLst>
              <a:ext uri="{FF2B5EF4-FFF2-40B4-BE49-F238E27FC236}">
                <a16:creationId xmlns:a16="http://schemas.microsoft.com/office/drawing/2014/main" id="{2BC0363F-FB33-9F72-A4B2-D7EBF1A7961D}"/>
              </a:ext>
            </a:extLst>
          </p:cNvPr>
          <p:cNvPicPr>
            <a:picLocks noChangeAspect="1"/>
          </p:cNvPicPr>
          <p:nvPr/>
        </p:nvPicPr>
        <p:blipFill>
          <a:blip r:embed="rId7"/>
          <a:stretch>
            <a:fillRect/>
          </a:stretch>
        </p:blipFill>
        <p:spPr>
          <a:xfrm>
            <a:off x="4705059" y="4615761"/>
            <a:ext cx="2819269" cy="2210400"/>
          </a:xfrm>
          <a:prstGeom prst="rect">
            <a:avLst/>
          </a:prstGeom>
        </p:spPr>
      </p:pic>
      <p:sp>
        <p:nvSpPr>
          <p:cNvPr id="11" name="文本框 10">
            <a:extLst>
              <a:ext uri="{FF2B5EF4-FFF2-40B4-BE49-F238E27FC236}">
                <a16:creationId xmlns:a16="http://schemas.microsoft.com/office/drawing/2014/main" id="{7024A831-4499-B7DD-0291-66FE7ED53A11}"/>
              </a:ext>
            </a:extLst>
          </p:cNvPr>
          <p:cNvSpPr txBox="1"/>
          <p:nvPr/>
        </p:nvSpPr>
        <p:spPr>
          <a:xfrm>
            <a:off x="791580" y="3451103"/>
            <a:ext cx="7560840" cy="1938992"/>
          </a:xfrm>
          <a:prstGeom prst="rect">
            <a:avLst/>
          </a:prstGeom>
          <a:solidFill>
            <a:schemeClr val="bg1"/>
          </a:solidFill>
          <a:ln>
            <a:solidFill>
              <a:srgbClr val="C00000"/>
            </a:solidFill>
          </a:ln>
        </p:spPr>
        <p:txBody>
          <a:bodyPr wrap="square" rtlCol="0">
            <a:spAutoFit/>
          </a:bodyPr>
          <a:lstStyle/>
          <a:p>
            <a:pPr marL="342900" indent="-342900">
              <a:buFont typeface="Arial" panose="020B0604020202020204" pitchFamily="34" charset="0"/>
              <a:buChar char="•"/>
            </a:pPr>
            <a:r>
              <a:rPr lang="en-US" altLang="zh-CN" dirty="0">
                <a:solidFill>
                  <a:schemeClr val="tx1"/>
                </a:solidFill>
              </a:rPr>
              <a:t>Super-feature</a:t>
            </a:r>
            <a:r>
              <a:rPr lang="zh-CN" altLang="en-US" dirty="0">
                <a:solidFill>
                  <a:schemeClr val="tx1"/>
                </a:solidFill>
              </a:rPr>
              <a:t>并行后的特征提取吞吐量和系统吞吐量分别是原始的</a:t>
            </a:r>
            <a:r>
              <a:rPr lang="en-US" altLang="zh-CN" dirty="0">
                <a:solidFill>
                  <a:srgbClr val="FF0000"/>
                </a:solidFill>
              </a:rPr>
              <a:t>2.45~2.54</a:t>
            </a:r>
            <a:r>
              <a:rPr lang="zh-CN" altLang="en-US" dirty="0">
                <a:solidFill>
                  <a:srgbClr val="FF0000"/>
                </a:solidFill>
              </a:rPr>
              <a:t>倍</a:t>
            </a:r>
            <a:r>
              <a:rPr lang="zh-CN" altLang="en-US" dirty="0">
                <a:solidFill>
                  <a:schemeClr val="tx1"/>
                </a:solidFill>
              </a:rPr>
              <a:t>和</a:t>
            </a:r>
            <a:r>
              <a:rPr lang="en-US" altLang="zh-CN" dirty="0">
                <a:solidFill>
                  <a:srgbClr val="FF0000"/>
                </a:solidFill>
              </a:rPr>
              <a:t>2.12~2.45</a:t>
            </a:r>
            <a:r>
              <a:rPr lang="zh-CN" altLang="en-US" dirty="0">
                <a:solidFill>
                  <a:srgbClr val="FF0000"/>
                </a:solidFill>
              </a:rPr>
              <a:t>倍</a:t>
            </a:r>
            <a:r>
              <a:rPr lang="zh-CN" altLang="en-US" dirty="0">
                <a:solidFill>
                  <a:schemeClr val="tx1"/>
                </a:solidFill>
              </a:rPr>
              <a:t>，而优化</a:t>
            </a:r>
            <a:r>
              <a:rPr lang="en-US" altLang="zh-CN" dirty="0">
                <a:solidFill>
                  <a:schemeClr val="tx1"/>
                </a:solidFill>
              </a:rPr>
              <a:t>+</a:t>
            </a:r>
            <a:r>
              <a:rPr lang="zh-CN" altLang="en-US" dirty="0">
                <a:solidFill>
                  <a:schemeClr val="tx1"/>
                </a:solidFill>
              </a:rPr>
              <a:t>并行的特征提取吞吐量和系统吞吐量分别是原始的</a:t>
            </a:r>
            <a:r>
              <a:rPr lang="en-US" altLang="zh-CN" dirty="0">
                <a:solidFill>
                  <a:srgbClr val="FF0000"/>
                </a:solidFill>
              </a:rPr>
              <a:t>5.66~6.21</a:t>
            </a:r>
            <a:r>
              <a:rPr lang="zh-CN" altLang="en-US" dirty="0">
                <a:solidFill>
                  <a:srgbClr val="FF0000"/>
                </a:solidFill>
              </a:rPr>
              <a:t>倍</a:t>
            </a:r>
            <a:r>
              <a:rPr lang="zh-CN" altLang="en-US" dirty="0">
                <a:solidFill>
                  <a:schemeClr val="tx1"/>
                </a:solidFill>
              </a:rPr>
              <a:t>和</a:t>
            </a:r>
            <a:r>
              <a:rPr lang="en-US" altLang="zh-CN" dirty="0">
                <a:solidFill>
                  <a:srgbClr val="FF0000"/>
                </a:solidFill>
              </a:rPr>
              <a:t>2.73~4.99</a:t>
            </a:r>
            <a:r>
              <a:rPr lang="zh-CN" altLang="en-US" dirty="0">
                <a:solidFill>
                  <a:srgbClr val="FF0000"/>
                </a:solidFill>
              </a:rPr>
              <a:t>倍</a:t>
            </a:r>
            <a:r>
              <a:rPr lang="zh-CN" altLang="en-US" dirty="0">
                <a:solidFill>
                  <a:schemeClr val="tx1"/>
                </a:solidFill>
              </a:rPr>
              <a:t>。</a:t>
            </a:r>
          </a:p>
          <a:p>
            <a:pPr marL="342900" indent="-342900">
              <a:buFont typeface="Arial" panose="020B0604020202020204" pitchFamily="34" charset="0"/>
              <a:buChar char="•"/>
            </a:pPr>
            <a:r>
              <a:rPr lang="en-US" altLang="zh-CN" dirty="0">
                <a:solidFill>
                  <a:schemeClr val="tx1"/>
                </a:solidFill>
              </a:rPr>
              <a:t>Finesse</a:t>
            </a:r>
            <a:r>
              <a:rPr lang="zh-CN" altLang="en-US" dirty="0">
                <a:solidFill>
                  <a:schemeClr val="tx1"/>
                </a:solidFill>
              </a:rPr>
              <a:t>并行后的特征提取吞吐量和系统吞吐量分别是原始的</a:t>
            </a:r>
            <a:r>
              <a:rPr lang="en-US" altLang="zh-CN" dirty="0">
                <a:solidFill>
                  <a:srgbClr val="FF0000"/>
                </a:solidFill>
              </a:rPr>
              <a:t>1.65~1.67</a:t>
            </a:r>
            <a:r>
              <a:rPr lang="zh-CN" altLang="en-US" dirty="0">
                <a:solidFill>
                  <a:srgbClr val="FF0000"/>
                </a:solidFill>
              </a:rPr>
              <a:t>倍</a:t>
            </a:r>
            <a:r>
              <a:rPr lang="zh-CN" altLang="en-US" dirty="0">
                <a:solidFill>
                  <a:schemeClr val="tx1"/>
                </a:solidFill>
              </a:rPr>
              <a:t>和</a:t>
            </a:r>
            <a:r>
              <a:rPr lang="en-US" altLang="zh-CN" dirty="0">
                <a:solidFill>
                  <a:srgbClr val="FF0000"/>
                </a:solidFill>
              </a:rPr>
              <a:t>1.15~1.34</a:t>
            </a:r>
            <a:r>
              <a:rPr lang="zh-CN" altLang="en-US" dirty="0">
                <a:solidFill>
                  <a:srgbClr val="FF0000"/>
                </a:solidFill>
              </a:rPr>
              <a:t>倍</a:t>
            </a:r>
            <a:r>
              <a:rPr lang="zh-CN" altLang="en-US" dirty="0">
                <a:solidFill>
                  <a:schemeClr val="tx1"/>
                </a:solidFill>
              </a:rPr>
              <a:t>，而优化</a:t>
            </a:r>
            <a:r>
              <a:rPr lang="en-US" altLang="zh-CN" dirty="0">
                <a:solidFill>
                  <a:schemeClr val="tx1"/>
                </a:solidFill>
              </a:rPr>
              <a:t>+</a:t>
            </a:r>
            <a:r>
              <a:rPr lang="zh-CN" altLang="en-US" dirty="0">
                <a:solidFill>
                  <a:schemeClr val="tx1"/>
                </a:solidFill>
              </a:rPr>
              <a:t>并行的特征提取吞吐量和系统吞吐量分别是原始的</a:t>
            </a:r>
            <a:r>
              <a:rPr lang="en-US" altLang="zh-CN" dirty="0">
                <a:solidFill>
                  <a:srgbClr val="FF0000"/>
                </a:solidFill>
              </a:rPr>
              <a:t>2.1~2.18</a:t>
            </a:r>
            <a:r>
              <a:rPr lang="zh-CN" altLang="en-US" dirty="0">
                <a:solidFill>
                  <a:srgbClr val="FF0000"/>
                </a:solidFill>
              </a:rPr>
              <a:t>倍</a:t>
            </a:r>
            <a:r>
              <a:rPr lang="zh-CN" altLang="en-US" dirty="0">
                <a:solidFill>
                  <a:schemeClr val="tx1"/>
                </a:solidFill>
              </a:rPr>
              <a:t>和</a:t>
            </a:r>
            <a:r>
              <a:rPr lang="en-US" altLang="zh-CN" dirty="0">
                <a:solidFill>
                  <a:srgbClr val="FF0000"/>
                </a:solidFill>
              </a:rPr>
              <a:t>1.17~1.39</a:t>
            </a:r>
            <a:r>
              <a:rPr lang="zh-CN" altLang="en-US" dirty="0">
                <a:solidFill>
                  <a:srgbClr val="FF0000"/>
                </a:solidFill>
              </a:rPr>
              <a:t>倍</a:t>
            </a:r>
            <a:endParaRPr lang="en-US" altLang="zh-CN" dirty="0">
              <a:solidFill>
                <a:srgbClr val="FF0000"/>
              </a:solidFill>
            </a:endParaRPr>
          </a:p>
        </p:txBody>
      </p:sp>
      <p:sp>
        <p:nvSpPr>
          <p:cNvPr id="2" name="灯片编号占位符 1">
            <a:extLst>
              <a:ext uri="{FF2B5EF4-FFF2-40B4-BE49-F238E27FC236}">
                <a16:creationId xmlns:a16="http://schemas.microsoft.com/office/drawing/2014/main" id="{596EE444-AA9D-5E66-0122-C61420B59D1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32</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4024457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4.1 PFE</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测试</a:t>
            </a:r>
          </a:p>
        </p:txBody>
      </p:sp>
      <p:sp>
        <p:nvSpPr>
          <p:cNvPr id="25" name="矩形 24">
            <a:extLst>
              <a:ext uri="{FF2B5EF4-FFF2-40B4-BE49-F238E27FC236}">
                <a16:creationId xmlns:a16="http://schemas.microsoft.com/office/drawing/2014/main" id="{692FD994-D773-D784-02DF-757CFA3B0CCA}"/>
              </a:ext>
            </a:extLst>
          </p:cNvPr>
          <p:cNvSpPr/>
          <p:nvPr/>
        </p:nvSpPr>
        <p:spPr>
          <a:xfrm>
            <a:off x="541573" y="1700808"/>
            <a:ext cx="8062875" cy="499624"/>
          </a:xfrm>
          <a:prstGeom prst="rect">
            <a:avLst/>
          </a:prstGeom>
        </p:spPr>
        <p:txBody>
          <a:bodyPr wrap="square">
            <a:spAutoFit/>
          </a:bodyPr>
          <a:lstStyle/>
          <a:p>
            <a:pPr>
              <a:lnSpc>
                <a:spcPct val="150000"/>
              </a:lnSpc>
            </a:pPr>
            <a:r>
              <a:rPr kumimoji="1" lang="zh-CN" altLang="en-US" dirty="0">
                <a:solidFill>
                  <a:schemeClr val="tx1"/>
                </a:solidFill>
                <a:latin typeface="微软雅黑" panose="020B0503020204020204" pitchFamily="34" charset="-122"/>
                <a:ea typeface="微软雅黑" panose="020B0503020204020204" pitchFamily="34" charset="-122"/>
              </a:rPr>
              <a:t>新的特征提取方案的效果</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842B4819-16FE-49BC-5A2D-C69862C78F96}"/>
              </a:ext>
            </a:extLst>
          </p:cNvPr>
          <p:cNvGraphicFramePr>
            <a:graphicFrameLocks noGrp="1"/>
          </p:cNvGraphicFramePr>
          <p:nvPr>
            <p:extLst>
              <p:ext uri="{D42A27DB-BD31-4B8C-83A1-F6EECF244321}">
                <p14:modId xmlns:p14="http://schemas.microsoft.com/office/powerpoint/2010/main" val="954240966"/>
              </p:ext>
            </p:extLst>
          </p:nvPr>
        </p:nvGraphicFramePr>
        <p:xfrm>
          <a:off x="1637674" y="2276872"/>
          <a:ext cx="5868651" cy="3312369"/>
        </p:xfrm>
        <a:graphic>
          <a:graphicData uri="http://schemas.openxmlformats.org/drawingml/2006/table">
            <a:tbl>
              <a:tblPr firstRow="1" firstCol="1" bandRow="1">
                <a:tableStyleId>{5C22544A-7EE6-4342-B048-85BDC9FD1C3A}</a:tableStyleId>
              </a:tblPr>
              <a:tblGrid>
                <a:gridCol w="1362207">
                  <a:extLst>
                    <a:ext uri="{9D8B030D-6E8A-4147-A177-3AD203B41FA5}">
                      <a16:colId xmlns:a16="http://schemas.microsoft.com/office/drawing/2014/main" val="3257937743"/>
                    </a:ext>
                  </a:extLst>
                </a:gridCol>
                <a:gridCol w="1362207">
                  <a:extLst>
                    <a:ext uri="{9D8B030D-6E8A-4147-A177-3AD203B41FA5}">
                      <a16:colId xmlns:a16="http://schemas.microsoft.com/office/drawing/2014/main" val="2132763687"/>
                    </a:ext>
                  </a:extLst>
                </a:gridCol>
                <a:gridCol w="1048079">
                  <a:extLst>
                    <a:ext uri="{9D8B030D-6E8A-4147-A177-3AD203B41FA5}">
                      <a16:colId xmlns:a16="http://schemas.microsoft.com/office/drawing/2014/main" val="3911490732"/>
                    </a:ext>
                  </a:extLst>
                </a:gridCol>
                <a:gridCol w="1048079">
                  <a:extLst>
                    <a:ext uri="{9D8B030D-6E8A-4147-A177-3AD203B41FA5}">
                      <a16:colId xmlns:a16="http://schemas.microsoft.com/office/drawing/2014/main" val="113508266"/>
                    </a:ext>
                  </a:extLst>
                </a:gridCol>
                <a:gridCol w="1048079">
                  <a:extLst>
                    <a:ext uri="{9D8B030D-6E8A-4147-A177-3AD203B41FA5}">
                      <a16:colId xmlns:a16="http://schemas.microsoft.com/office/drawing/2014/main" val="2078532366"/>
                    </a:ext>
                  </a:extLst>
                </a:gridCol>
              </a:tblGrid>
              <a:tr h="368041">
                <a:tc>
                  <a:txBody>
                    <a:bodyPr/>
                    <a:lstStyle/>
                    <a:p>
                      <a:pPr algn="ctr">
                        <a:lnSpc>
                          <a:spcPct val="150000"/>
                        </a:lnSpc>
                      </a:pPr>
                      <a:r>
                        <a:rPr lang="zh-CN"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数据集</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zh-CN"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特征提取方案</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CF</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DCE</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SCR</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1556391135"/>
                  </a:ext>
                </a:extLst>
              </a:tr>
              <a:tr h="368041">
                <a:tc rowSpan="2">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GCC</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zh-CN"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原始方案</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3.7858</a:t>
                      </a:r>
                      <a:endParaRPr lang="zh-CN" sz="18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0.981</a:t>
                      </a:r>
                      <a:endParaRPr lang="zh-CN" sz="18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1.1475</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375605871"/>
                  </a:ext>
                </a:extLst>
              </a:tr>
              <a:tr h="368041">
                <a:tc vMerge="1">
                  <a:txBody>
                    <a:bodyPr/>
                    <a:lstStyle/>
                    <a:p>
                      <a:endParaRPr lang="zh-CN" altLang="en-US"/>
                    </a:p>
                  </a:txBody>
                  <a:tcPr/>
                </a:tc>
                <a:tc>
                  <a:txBody>
                    <a:bodyPr/>
                    <a:lstStyle/>
                    <a:p>
                      <a:pPr algn="ctr">
                        <a:lnSpc>
                          <a:spcPct val="150000"/>
                        </a:lnSpc>
                      </a:pPr>
                      <a:r>
                        <a:rPr lang="zh-CN"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新方案</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3.9008</a:t>
                      </a:r>
                      <a:endParaRPr lang="zh-CN" sz="18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0.985</a:t>
                      </a:r>
                      <a:endParaRPr lang="zh-CN" sz="18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1.2131</a:t>
                      </a:r>
                      <a:endParaRPr lang="zh-CN" sz="18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2967884929"/>
                  </a:ext>
                </a:extLst>
              </a:tr>
              <a:tr h="368041">
                <a:tc rowSpan="2">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Linux</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zh-CN"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原始方案</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23.3369</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0.9867</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13.1744</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3069504738"/>
                  </a:ext>
                </a:extLst>
              </a:tr>
              <a:tr h="368041">
                <a:tc vMerge="1">
                  <a:txBody>
                    <a:bodyPr/>
                    <a:lstStyle/>
                    <a:p>
                      <a:endParaRPr lang="zh-CN" altLang="en-US"/>
                    </a:p>
                  </a:txBody>
                  <a:tcPr/>
                </a:tc>
                <a:tc>
                  <a:txBody>
                    <a:bodyPr/>
                    <a:lstStyle/>
                    <a:p>
                      <a:pPr algn="ctr">
                        <a:lnSpc>
                          <a:spcPct val="150000"/>
                        </a:lnSpc>
                      </a:pPr>
                      <a:r>
                        <a:rPr lang="zh-CN"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新方案</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24.9512</a:t>
                      </a:r>
                      <a:endParaRPr lang="zh-CN" sz="18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0.9867</a:t>
                      </a:r>
                      <a:endParaRPr lang="zh-CN" sz="18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14.5701</a:t>
                      </a:r>
                      <a:endParaRPr lang="zh-CN" sz="18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1344304130"/>
                  </a:ext>
                </a:extLst>
              </a:tr>
              <a:tr h="368041">
                <a:tc rowSpan="2">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VM</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zh-CN"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原始方案</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1.9674</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0.9661</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0.1700</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773895170"/>
                  </a:ext>
                </a:extLst>
              </a:tr>
              <a:tr h="368041">
                <a:tc vMerge="1">
                  <a:txBody>
                    <a:bodyPr/>
                    <a:lstStyle/>
                    <a:p>
                      <a:endParaRPr lang="zh-CN" altLang="en-US"/>
                    </a:p>
                  </a:txBody>
                  <a:tcPr/>
                </a:tc>
                <a:tc>
                  <a:txBody>
                    <a:bodyPr/>
                    <a:lstStyle/>
                    <a:p>
                      <a:pPr algn="ctr">
                        <a:lnSpc>
                          <a:spcPct val="150000"/>
                        </a:lnSpc>
                      </a:pPr>
                      <a:r>
                        <a:rPr lang="zh-CN"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新方案</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1.9016</a:t>
                      </a:r>
                      <a:endParaRPr lang="zh-CN" sz="18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0.9819</a:t>
                      </a:r>
                      <a:endParaRPr lang="zh-CN" sz="18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0.1426</a:t>
                      </a:r>
                      <a:endParaRPr lang="zh-CN" sz="18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3482911062"/>
                  </a:ext>
                </a:extLst>
              </a:tr>
              <a:tr h="368041">
                <a:tc rowSpan="2">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VMDK</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zh-CN"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原始方案</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11.2494</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0.9634</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0.0673</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2045003056"/>
                  </a:ext>
                </a:extLst>
              </a:tr>
              <a:tr h="368041">
                <a:tc vMerge="1">
                  <a:txBody>
                    <a:bodyPr/>
                    <a:lstStyle/>
                    <a:p>
                      <a:endParaRPr lang="zh-CN" altLang="en-US"/>
                    </a:p>
                  </a:txBody>
                  <a:tcPr/>
                </a:tc>
                <a:tc>
                  <a:txBody>
                    <a:bodyPr/>
                    <a:lstStyle/>
                    <a:p>
                      <a:pPr algn="ctr">
                        <a:lnSpc>
                          <a:spcPct val="150000"/>
                        </a:lnSpc>
                      </a:pPr>
                      <a:r>
                        <a:rPr lang="zh-CN" sz="14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新方案</a:t>
                      </a:r>
                      <a:endParaRPr lang="zh-CN" sz="18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10.9578</a:t>
                      </a:r>
                      <a:endParaRPr lang="zh-CN" sz="18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0.9826</a:t>
                      </a:r>
                      <a:endParaRPr lang="zh-CN" sz="18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4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0.0509</a:t>
                      </a:r>
                      <a:endParaRPr lang="zh-CN" sz="18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2697239145"/>
                  </a:ext>
                </a:extLst>
              </a:tr>
            </a:tbl>
          </a:graphicData>
        </a:graphic>
      </p:graphicFrame>
      <p:sp>
        <p:nvSpPr>
          <p:cNvPr id="11" name="矩形 10">
            <a:extLst>
              <a:ext uri="{FF2B5EF4-FFF2-40B4-BE49-F238E27FC236}">
                <a16:creationId xmlns:a16="http://schemas.microsoft.com/office/drawing/2014/main" id="{5C59950C-9C48-5FB5-6DB1-CAEA74614FD0}"/>
              </a:ext>
            </a:extLst>
          </p:cNvPr>
          <p:cNvSpPr/>
          <p:nvPr/>
        </p:nvSpPr>
        <p:spPr>
          <a:xfrm>
            <a:off x="541573" y="5634388"/>
            <a:ext cx="8062875" cy="458908"/>
          </a:xfrm>
          <a:prstGeom prst="rect">
            <a:avLst/>
          </a:prstGeom>
        </p:spPr>
        <p:txBody>
          <a:bodyPr wrap="square">
            <a:spAutoFit/>
          </a:bodyPr>
          <a:lstStyle/>
          <a:p>
            <a:pPr>
              <a:lnSpc>
                <a:spcPct val="150000"/>
              </a:lnSpc>
            </a:pPr>
            <a:r>
              <a:rPr kumimoji="1" lang="zh-CN" altLang="en-US" sz="1800" dirty="0">
                <a:solidFill>
                  <a:schemeClr val="tx1"/>
                </a:solidFill>
                <a:latin typeface="微软雅黑" panose="020B0503020204020204" pitchFamily="34" charset="-122"/>
                <a:ea typeface="微软雅黑" panose="020B0503020204020204" pitchFamily="34" charset="-122"/>
              </a:rPr>
              <a:t>在数据集</a:t>
            </a:r>
            <a:r>
              <a:rPr kumimoji="1" lang="en-US" altLang="zh-CN" sz="1800" dirty="0">
                <a:solidFill>
                  <a:schemeClr val="tx1"/>
                </a:solidFill>
                <a:latin typeface="微软雅黑" panose="020B0503020204020204" pitchFamily="34" charset="-122"/>
                <a:ea typeface="微软雅黑" panose="020B0503020204020204" pitchFamily="34" charset="-122"/>
              </a:rPr>
              <a:t>VM</a:t>
            </a:r>
            <a:r>
              <a:rPr kumimoji="1" lang="zh-CN" altLang="en-US" sz="1800" dirty="0">
                <a:solidFill>
                  <a:schemeClr val="tx1"/>
                </a:solidFill>
                <a:latin typeface="微软雅黑" panose="020B0503020204020204" pitchFamily="34" charset="-122"/>
                <a:ea typeface="微软雅黑" panose="020B0503020204020204" pitchFamily="34" charset="-122"/>
              </a:rPr>
              <a:t>和</a:t>
            </a:r>
            <a:r>
              <a:rPr kumimoji="1" lang="en-US" altLang="zh-CN" sz="1800" dirty="0">
                <a:solidFill>
                  <a:schemeClr val="tx1"/>
                </a:solidFill>
                <a:latin typeface="微软雅黑" panose="020B0503020204020204" pitchFamily="34" charset="-122"/>
                <a:ea typeface="微软雅黑" panose="020B0503020204020204" pitchFamily="34" charset="-122"/>
              </a:rPr>
              <a:t>VMDK</a:t>
            </a:r>
            <a:r>
              <a:rPr kumimoji="1" lang="zh-CN" altLang="en-US" sz="1800" dirty="0">
                <a:solidFill>
                  <a:schemeClr val="tx1"/>
                </a:solidFill>
                <a:latin typeface="微软雅黑" panose="020B0503020204020204" pitchFamily="34" charset="-122"/>
                <a:ea typeface="微软雅黑" panose="020B0503020204020204" pitchFamily="34" charset="-122"/>
              </a:rPr>
              <a:t>上，新的特征提取方案下的</a:t>
            </a:r>
            <a:r>
              <a:rPr kumimoji="1" lang="en-US" altLang="zh-CN" sz="1800" dirty="0">
                <a:solidFill>
                  <a:schemeClr val="tx1"/>
                </a:solidFill>
                <a:latin typeface="微软雅黑" panose="020B0503020204020204" pitchFamily="34" charset="-122"/>
                <a:ea typeface="微软雅黑" panose="020B0503020204020204" pitchFamily="34" charset="-122"/>
              </a:rPr>
              <a:t>CF</a:t>
            </a:r>
            <a:r>
              <a:rPr kumimoji="1" lang="zh-CN" altLang="en-US" sz="1800" dirty="0">
                <a:solidFill>
                  <a:schemeClr val="tx1"/>
                </a:solidFill>
                <a:latin typeface="微软雅黑" panose="020B0503020204020204" pitchFamily="34" charset="-122"/>
                <a:ea typeface="微软雅黑" panose="020B0503020204020204" pitchFamily="34" charset="-122"/>
              </a:rPr>
              <a:t>和</a:t>
            </a:r>
            <a:r>
              <a:rPr kumimoji="1" lang="en-US" altLang="zh-CN" sz="1800" dirty="0">
                <a:solidFill>
                  <a:schemeClr val="tx1"/>
                </a:solidFill>
                <a:latin typeface="微软雅黑" panose="020B0503020204020204" pitchFamily="34" charset="-122"/>
                <a:ea typeface="微软雅黑" panose="020B0503020204020204" pitchFamily="34" charset="-122"/>
              </a:rPr>
              <a:t>SCR</a:t>
            </a:r>
            <a:r>
              <a:rPr kumimoji="1" lang="zh-CN" altLang="en-US" sz="1800" dirty="0">
                <a:solidFill>
                  <a:schemeClr val="tx1"/>
                </a:solidFill>
                <a:latin typeface="微软雅黑" panose="020B0503020204020204" pitchFamily="34" charset="-122"/>
                <a:ea typeface="微软雅黑" panose="020B0503020204020204" pitchFamily="34" charset="-122"/>
              </a:rPr>
              <a:t>略低于原始方案</a:t>
            </a:r>
            <a:endParaRPr kumimoji="1" lang="en-US" altLang="zh-CN" sz="1800" dirty="0">
              <a:solidFill>
                <a:srgbClr val="FF0000"/>
              </a:solidFill>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C3D90376-C1F8-F414-24EA-25523A9F40C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33</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4246614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4.2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测试</a:t>
            </a:r>
          </a:p>
        </p:txBody>
      </p:sp>
      <p:sp>
        <p:nvSpPr>
          <p:cNvPr id="25" name="矩形 24">
            <a:extLst>
              <a:ext uri="{FF2B5EF4-FFF2-40B4-BE49-F238E27FC236}">
                <a16:creationId xmlns:a16="http://schemas.microsoft.com/office/drawing/2014/main" id="{692FD994-D773-D784-02DF-757CFA3B0CCA}"/>
              </a:ext>
            </a:extLst>
          </p:cNvPr>
          <p:cNvSpPr/>
          <p:nvPr/>
        </p:nvSpPr>
        <p:spPr>
          <a:xfrm>
            <a:off x="541573" y="1700808"/>
            <a:ext cx="8062875" cy="499624"/>
          </a:xfrm>
          <a:prstGeom prst="rect">
            <a:avLst/>
          </a:prstGeom>
        </p:spPr>
        <p:txBody>
          <a:bodyPr wrap="square">
            <a:spAutoFit/>
          </a:bodyPr>
          <a:lstStyle/>
          <a:p>
            <a:pPr>
              <a:lnSpc>
                <a:spcPct val="150000"/>
              </a:lnSpc>
            </a:pPr>
            <a:r>
              <a:rPr kumimoji="1" lang="zh-CN" altLang="en-US" dirty="0">
                <a:solidFill>
                  <a:schemeClr val="tx1"/>
                </a:solidFill>
                <a:latin typeface="微软雅黑" panose="020B0503020204020204" pitchFamily="34" charset="-122"/>
                <a:ea typeface="微软雅黑" panose="020B0503020204020204" pitchFamily="34" charset="-122"/>
              </a:rPr>
              <a:t>特征数据块的检测效果测试</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p:graphicFrame>
        <p:nvGraphicFramePr>
          <p:cNvPr id="3" name="表格 2">
            <a:extLst>
              <a:ext uri="{FF2B5EF4-FFF2-40B4-BE49-F238E27FC236}">
                <a16:creationId xmlns:a16="http://schemas.microsoft.com/office/drawing/2014/main" id="{DE956558-8551-7E45-6ED6-AB304E49960B}"/>
              </a:ext>
            </a:extLst>
          </p:cNvPr>
          <p:cNvGraphicFramePr>
            <a:graphicFrameLocks noGrp="1"/>
          </p:cNvGraphicFramePr>
          <p:nvPr>
            <p:extLst>
              <p:ext uri="{D42A27DB-BD31-4B8C-83A1-F6EECF244321}">
                <p14:modId xmlns:p14="http://schemas.microsoft.com/office/powerpoint/2010/main" val="636736702"/>
              </p:ext>
            </p:extLst>
          </p:nvPr>
        </p:nvGraphicFramePr>
        <p:xfrm>
          <a:off x="1196610" y="2200432"/>
          <a:ext cx="6750780" cy="4561066"/>
        </p:xfrm>
        <a:graphic>
          <a:graphicData uri="http://schemas.openxmlformats.org/drawingml/2006/table">
            <a:tbl>
              <a:tblPr firstRow="1" firstCol="1" bandRow="1">
                <a:tableStyleId>{5C22544A-7EE6-4342-B048-85BDC9FD1C3A}</a:tableStyleId>
              </a:tblPr>
              <a:tblGrid>
                <a:gridCol w="2281548">
                  <a:extLst>
                    <a:ext uri="{9D8B030D-6E8A-4147-A177-3AD203B41FA5}">
                      <a16:colId xmlns:a16="http://schemas.microsoft.com/office/drawing/2014/main" val="771014607"/>
                    </a:ext>
                  </a:extLst>
                </a:gridCol>
                <a:gridCol w="2281548">
                  <a:extLst>
                    <a:ext uri="{9D8B030D-6E8A-4147-A177-3AD203B41FA5}">
                      <a16:colId xmlns:a16="http://schemas.microsoft.com/office/drawing/2014/main" val="3858563383"/>
                    </a:ext>
                  </a:extLst>
                </a:gridCol>
                <a:gridCol w="854826">
                  <a:extLst>
                    <a:ext uri="{9D8B030D-6E8A-4147-A177-3AD203B41FA5}">
                      <a16:colId xmlns:a16="http://schemas.microsoft.com/office/drawing/2014/main" val="3797097893"/>
                    </a:ext>
                  </a:extLst>
                </a:gridCol>
                <a:gridCol w="666429">
                  <a:extLst>
                    <a:ext uri="{9D8B030D-6E8A-4147-A177-3AD203B41FA5}">
                      <a16:colId xmlns:a16="http://schemas.microsoft.com/office/drawing/2014/main" val="3405625915"/>
                    </a:ext>
                  </a:extLst>
                </a:gridCol>
                <a:gridCol w="666429">
                  <a:extLst>
                    <a:ext uri="{9D8B030D-6E8A-4147-A177-3AD203B41FA5}">
                      <a16:colId xmlns:a16="http://schemas.microsoft.com/office/drawing/2014/main" val="3309399761"/>
                    </a:ext>
                  </a:extLst>
                </a:gridCol>
              </a:tblGrid>
              <a:tr h="268298">
                <a:tc>
                  <a:txBody>
                    <a:bodyPr/>
                    <a:lstStyle/>
                    <a:p>
                      <a:pPr algn="ctr">
                        <a:lnSpc>
                          <a:spcPct val="150000"/>
                        </a:lnSpc>
                      </a:pPr>
                      <a:r>
                        <a:rPr lang="zh-CN" sz="105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数据集</a:t>
                      </a:r>
                      <a:endPar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zh-CN" sz="105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方法</a:t>
                      </a:r>
                      <a:endPar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CF</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DCE</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SCR</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3513643276"/>
                  </a:ext>
                </a:extLst>
              </a:tr>
              <a:tr h="268298">
                <a:tc rowSpan="4">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GCC</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3.7858</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0.981</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1.1475</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extLst>
                  <a:ext uri="{0D108BD9-81ED-4DB2-BD59-A6C34878D82A}">
                    <a16:rowId xmlns:a16="http://schemas.microsoft.com/office/drawing/2014/main" val="260105775"/>
                  </a:ext>
                </a:extLst>
              </a:tr>
              <a:tr h="268298">
                <a:tc vMerge="1">
                  <a:txBody>
                    <a:bodyPr/>
                    <a:lstStyle/>
                    <a:p>
                      <a:endParaRPr lang="zh-CN" altLang="en-US"/>
                    </a:p>
                  </a:txBody>
                  <a:tcPr/>
                </a:tc>
                <a:tc>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基于重复数据块</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4.1185</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0.9779</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1.3608</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1250881667"/>
                  </a:ext>
                </a:extLst>
              </a:tr>
              <a:tr h="268298">
                <a:tc vMerge="1">
                  <a:txBody>
                    <a:bodyPr/>
                    <a:lstStyle/>
                    <a:p>
                      <a:endParaRPr lang="zh-CN" altLang="en-US"/>
                    </a:p>
                  </a:txBody>
                  <a:tcP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基于高度相似块</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4.7565</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0.9766</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1.7099</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453612409"/>
                  </a:ext>
                </a:extLst>
              </a:tr>
              <a:tr h="268298">
                <a:tc vMerge="1">
                  <a:txBody>
                    <a:bodyPr/>
                    <a:lstStyle/>
                    <a:p>
                      <a:endParaRPr lang="zh-CN" altLang="en-US"/>
                    </a:p>
                  </a:txBody>
                  <a:tcPr/>
                </a:tc>
                <a:tc>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基于特征数据块</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4.9044</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0.9752</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1.8138</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extLst>
                  <a:ext uri="{0D108BD9-81ED-4DB2-BD59-A6C34878D82A}">
                    <a16:rowId xmlns:a16="http://schemas.microsoft.com/office/drawing/2014/main" val="3753845734"/>
                  </a:ext>
                </a:extLst>
              </a:tr>
              <a:tr h="268298">
                <a:tc rowSpan="4">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Linux</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23.3369</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0.9867</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13.1744</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extLst>
                  <a:ext uri="{0D108BD9-81ED-4DB2-BD59-A6C34878D82A}">
                    <a16:rowId xmlns:a16="http://schemas.microsoft.com/office/drawing/2014/main" val="4226781829"/>
                  </a:ext>
                </a:extLst>
              </a:tr>
              <a:tr h="268298">
                <a:tc vMerge="1">
                  <a:txBody>
                    <a:bodyPr/>
                    <a:lstStyle/>
                    <a:p>
                      <a:endParaRPr lang="zh-CN" altLang="en-US"/>
                    </a:p>
                  </a:txBody>
                  <a:tcPr/>
                </a:tc>
                <a:tc>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基于重复数据块</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26.6704</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0.9847</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16.3581</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681660346"/>
                  </a:ext>
                </a:extLst>
              </a:tr>
              <a:tr h="268298">
                <a:tc vMerge="1">
                  <a:txBody>
                    <a:bodyPr/>
                    <a:lstStyle/>
                    <a:p>
                      <a:endParaRPr lang="zh-CN" altLang="en-US"/>
                    </a:p>
                  </a:txBody>
                  <a:tcP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基于高度相似块</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28.6943</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0.9831</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18.9015</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2875149134"/>
                  </a:ext>
                </a:extLst>
              </a:tr>
              <a:tr h="268298">
                <a:tc vMerge="1">
                  <a:txBody>
                    <a:bodyPr/>
                    <a:lstStyle/>
                    <a:p>
                      <a:endParaRPr lang="zh-CN" altLang="en-US"/>
                    </a:p>
                  </a:txBody>
                  <a:tcP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基于特征数据块</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29.4299</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0.9828</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19.7805</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extLst>
                  <a:ext uri="{0D108BD9-81ED-4DB2-BD59-A6C34878D82A}">
                    <a16:rowId xmlns:a16="http://schemas.microsoft.com/office/drawing/2014/main" val="3388889029"/>
                  </a:ext>
                </a:extLst>
              </a:tr>
              <a:tr h="268298">
                <a:tc rowSpan="4">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VM</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1.9674</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0.9661</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0.1700</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extLst>
                  <a:ext uri="{0D108BD9-81ED-4DB2-BD59-A6C34878D82A}">
                    <a16:rowId xmlns:a16="http://schemas.microsoft.com/office/drawing/2014/main" val="2401258640"/>
                  </a:ext>
                </a:extLst>
              </a:tr>
              <a:tr h="268298">
                <a:tc vMerge="1">
                  <a:txBody>
                    <a:bodyPr/>
                    <a:lstStyle/>
                    <a:p>
                      <a:endParaRPr lang="zh-CN" altLang="en-US"/>
                    </a:p>
                  </a:txBody>
                  <a:tcP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基于重复数据块</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2.0865</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0.9635</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0.2231</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1174498331"/>
                  </a:ext>
                </a:extLst>
              </a:tr>
              <a:tr h="268298">
                <a:tc vMerge="1">
                  <a:txBody>
                    <a:bodyPr/>
                    <a:lstStyle/>
                    <a:p>
                      <a:endParaRPr lang="zh-CN" altLang="en-US"/>
                    </a:p>
                  </a:txBody>
                  <a:tcP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基于高度相似块</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2.1633</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0.9619</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0.2390</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3334421244"/>
                  </a:ext>
                </a:extLst>
              </a:tr>
              <a:tr h="268298">
                <a:tc vMerge="1">
                  <a:txBody>
                    <a:bodyPr/>
                    <a:lstStyle/>
                    <a:p>
                      <a:endParaRPr lang="zh-CN" altLang="en-US"/>
                    </a:p>
                  </a:txBody>
                  <a:tcP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基于特征数据块</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2.2259</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0.9614</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0.2687</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extLst>
                  <a:ext uri="{0D108BD9-81ED-4DB2-BD59-A6C34878D82A}">
                    <a16:rowId xmlns:a16="http://schemas.microsoft.com/office/drawing/2014/main" val="2043720472"/>
                  </a:ext>
                </a:extLst>
              </a:tr>
              <a:tr h="268298">
                <a:tc rowSpan="4">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VMDK</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11.2494</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0.9634</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0.0673</a:t>
                      </a:r>
                      <a:endParaRPr lang="zh-CN" sz="1600" kern="100" dirty="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extLst>
                  <a:ext uri="{0D108BD9-81ED-4DB2-BD59-A6C34878D82A}">
                    <a16:rowId xmlns:a16="http://schemas.microsoft.com/office/drawing/2014/main" val="2298157905"/>
                  </a:ext>
                </a:extLst>
              </a:tr>
              <a:tr h="268298">
                <a:tc vMerge="1">
                  <a:txBody>
                    <a:bodyPr/>
                    <a:lstStyle/>
                    <a:p>
                      <a:endParaRPr lang="zh-CN" altLang="en-US"/>
                    </a:p>
                  </a:txBody>
                  <a:tcP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基于重复数据块</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11.5844</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0.9613</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0.0907</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1602757412"/>
                  </a:ext>
                </a:extLst>
              </a:tr>
              <a:tr h="268298">
                <a:tc vMerge="1">
                  <a:txBody>
                    <a:bodyPr/>
                    <a:lstStyle/>
                    <a:p>
                      <a:endParaRPr lang="zh-CN" altLang="en-US"/>
                    </a:p>
                  </a:txBody>
                  <a:tcP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基于高度相似块</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11.6768</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0.9602</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0.0923</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extLst>
                  <a:ext uri="{0D108BD9-81ED-4DB2-BD59-A6C34878D82A}">
                    <a16:rowId xmlns:a16="http://schemas.microsoft.com/office/drawing/2014/main" val="3869872226"/>
                  </a:ext>
                </a:extLst>
              </a:tr>
              <a:tr h="268298">
                <a:tc vMerge="1">
                  <a:txBody>
                    <a:bodyPr/>
                    <a:lstStyle/>
                    <a:p>
                      <a:endParaRPr lang="zh-CN" altLang="en-US"/>
                    </a:p>
                  </a:txBody>
                  <a:tcPr/>
                </a:tc>
                <a:tc>
                  <a:txBody>
                    <a:bodyPr/>
                    <a:lstStyle/>
                    <a:p>
                      <a:pPr algn="ctr">
                        <a:lnSpc>
                          <a:spcPct val="150000"/>
                        </a:lnSpc>
                      </a:pPr>
                      <a:r>
                        <a:rPr lang="en-US"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Finesse+</a:t>
                      </a:r>
                      <a:r>
                        <a:rPr lang="zh-CN" sz="12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基于特征数据块</a:t>
                      </a:r>
                      <a:endParaRPr lang="zh-CN" sz="1600" kern="100">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nchor="ctr"/>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11.9267</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rPr>
                        <a:t> 0.9593</a:t>
                      </a:r>
                      <a:endParaRPr lang="zh-CN" sz="1600" kern="100" dirty="0">
                        <a:solidFill>
                          <a:srgbClr val="00B0F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tc>
                  <a:txBody>
                    <a:bodyPr/>
                    <a:lstStyle/>
                    <a:p>
                      <a:pPr algn="ctr">
                        <a:lnSpc>
                          <a:spcPct val="150000"/>
                        </a:lnSpc>
                      </a:pPr>
                      <a:r>
                        <a:rPr lang="en-US" sz="12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0.1091</a:t>
                      </a:r>
                      <a:endParaRPr lang="zh-CN" sz="16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36195" marR="36195" marT="0" marB="0"/>
                </a:tc>
                <a:extLst>
                  <a:ext uri="{0D108BD9-81ED-4DB2-BD59-A6C34878D82A}">
                    <a16:rowId xmlns:a16="http://schemas.microsoft.com/office/drawing/2014/main" val="2261801453"/>
                  </a:ext>
                </a:extLst>
              </a:tr>
            </a:tbl>
          </a:graphicData>
        </a:graphic>
      </p:graphicFrame>
      <p:sp>
        <p:nvSpPr>
          <p:cNvPr id="7" name="文本框 6">
            <a:extLst>
              <a:ext uri="{FF2B5EF4-FFF2-40B4-BE49-F238E27FC236}">
                <a16:creationId xmlns:a16="http://schemas.microsoft.com/office/drawing/2014/main" id="{26426F47-EF39-AACE-9AAE-72A4FED5F537}"/>
              </a:ext>
            </a:extLst>
          </p:cNvPr>
          <p:cNvSpPr txBox="1"/>
          <p:nvPr/>
        </p:nvSpPr>
        <p:spPr>
          <a:xfrm>
            <a:off x="899592" y="4468923"/>
            <a:ext cx="7344816" cy="1015663"/>
          </a:xfrm>
          <a:prstGeom prst="rect">
            <a:avLst/>
          </a:prstGeom>
          <a:solidFill>
            <a:schemeClr val="bg1"/>
          </a:solidFill>
          <a:ln>
            <a:solidFill>
              <a:srgbClr val="C00000"/>
            </a:solidFill>
          </a:ln>
        </p:spPr>
        <p:txBody>
          <a:bodyPr wrap="square" rtlCol="0">
            <a:spAutoFit/>
          </a:bodyPr>
          <a:lstStyle/>
          <a:p>
            <a:r>
              <a:rPr lang="zh-CN" altLang="zh-CN" dirty="0">
                <a:solidFill>
                  <a:schemeClr val="tx1"/>
                </a:solidFill>
              </a:rPr>
              <a:t>联合使用</a:t>
            </a:r>
            <a:r>
              <a:rPr lang="en-US" altLang="zh-CN" dirty="0">
                <a:solidFill>
                  <a:schemeClr val="tx1"/>
                </a:solidFill>
              </a:rPr>
              <a:t>Finesse</a:t>
            </a:r>
            <a:r>
              <a:rPr lang="zh-CN" altLang="zh-CN" dirty="0">
                <a:solidFill>
                  <a:schemeClr val="tx1"/>
                </a:solidFill>
              </a:rPr>
              <a:t>和</a:t>
            </a:r>
            <a:r>
              <a:rPr lang="en-US" altLang="zh-CN" dirty="0">
                <a:solidFill>
                  <a:schemeClr val="tx1"/>
                </a:solidFill>
              </a:rPr>
              <a:t>LAFM</a:t>
            </a:r>
            <a:r>
              <a:rPr lang="zh-CN" altLang="zh-CN" dirty="0">
                <a:solidFill>
                  <a:schemeClr val="tx1"/>
                </a:solidFill>
              </a:rPr>
              <a:t>进行相似性检测可以获得比</a:t>
            </a:r>
            <a:r>
              <a:rPr lang="en-US" altLang="zh-CN" dirty="0">
                <a:solidFill>
                  <a:schemeClr val="tx1"/>
                </a:solidFill>
              </a:rPr>
              <a:t>Finesse</a:t>
            </a:r>
            <a:r>
              <a:rPr lang="zh-CN" altLang="zh-CN" dirty="0">
                <a:solidFill>
                  <a:schemeClr val="tx1"/>
                </a:solidFill>
              </a:rPr>
              <a:t>高</a:t>
            </a:r>
            <a:r>
              <a:rPr lang="en-US" altLang="zh-CN" dirty="0">
                <a:solidFill>
                  <a:srgbClr val="FF0000"/>
                </a:solidFill>
              </a:rPr>
              <a:t>6.0%~29.4%</a:t>
            </a:r>
            <a:r>
              <a:rPr lang="zh-CN" altLang="zh-CN" dirty="0">
                <a:solidFill>
                  <a:schemeClr val="tx1"/>
                </a:solidFill>
              </a:rPr>
              <a:t>的</a:t>
            </a:r>
            <a:r>
              <a:rPr lang="en-US" altLang="zh-CN" dirty="0">
                <a:solidFill>
                  <a:schemeClr val="tx1"/>
                </a:solidFill>
              </a:rPr>
              <a:t>CF</a:t>
            </a:r>
            <a:r>
              <a:rPr lang="zh-CN" altLang="zh-CN" dirty="0">
                <a:solidFill>
                  <a:schemeClr val="tx1"/>
                </a:solidFill>
              </a:rPr>
              <a:t>以及高</a:t>
            </a:r>
            <a:r>
              <a:rPr lang="en-US" altLang="zh-CN" dirty="0">
                <a:solidFill>
                  <a:srgbClr val="FF0000"/>
                </a:solidFill>
              </a:rPr>
              <a:t>50.1%~62.1%</a:t>
            </a:r>
            <a:r>
              <a:rPr lang="zh-CN" altLang="zh-CN" dirty="0">
                <a:solidFill>
                  <a:schemeClr val="tx1"/>
                </a:solidFill>
              </a:rPr>
              <a:t>的</a:t>
            </a:r>
            <a:r>
              <a:rPr lang="en-US" altLang="zh-CN" dirty="0">
                <a:solidFill>
                  <a:schemeClr val="tx1"/>
                </a:solidFill>
              </a:rPr>
              <a:t>SCR</a:t>
            </a:r>
            <a:r>
              <a:rPr lang="zh-CN" altLang="zh-CN" dirty="0">
                <a:solidFill>
                  <a:schemeClr val="tx1"/>
                </a:solidFill>
              </a:rPr>
              <a:t>。与此同时，整体的</a:t>
            </a:r>
            <a:r>
              <a:rPr lang="en-US" altLang="zh-CN" dirty="0">
                <a:solidFill>
                  <a:schemeClr val="tx1"/>
                </a:solidFill>
              </a:rPr>
              <a:t>DCE</a:t>
            </a:r>
            <a:r>
              <a:rPr lang="zh-CN" altLang="zh-CN" dirty="0">
                <a:solidFill>
                  <a:schemeClr val="tx1"/>
                </a:solidFill>
              </a:rPr>
              <a:t>仅仅下降了</a:t>
            </a:r>
            <a:r>
              <a:rPr lang="en-US" altLang="zh-CN" dirty="0">
                <a:solidFill>
                  <a:srgbClr val="00B0F0"/>
                </a:solidFill>
              </a:rPr>
              <a:t>0.4%~0.6%</a:t>
            </a:r>
            <a:r>
              <a:rPr lang="zh-CN" altLang="zh-CN" dirty="0">
                <a:solidFill>
                  <a:schemeClr val="tx1"/>
                </a:solidFill>
              </a:rPr>
              <a:t>。</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215F8C80-1DFE-EDDE-14C5-F7B23C47F18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34</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4736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4.2 LAFM</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测试</a:t>
            </a:r>
          </a:p>
        </p:txBody>
      </p:sp>
      <p:sp>
        <p:nvSpPr>
          <p:cNvPr id="25" name="矩形 24">
            <a:extLst>
              <a:ext uri="{FF2B5EF4-FFF2-40B4-BE49-F238E27FC236}">
                <a16:creationId xmlns:a16="http://schemas.microsoft.com/office/drawing/2014/main" id="{692FD994-D773-D784-02DF-757CFA3B0CCA}"/>
              </a:ext>
            </a:extLst>
          </p:cNvPr>
          <p:cNvSpPr/>
          <p:nvPr/>
        </p:nvSpPr>
        <p:spPr>
          <a:xfrm>
            <a:off x="541573" y="1700808"/>
            <a:ext cx="8062875" cy="499624"/>
          </a:xfrm>
          <a:prstGeom prst="rect">
            <a:avLst/>
          </a:prstGeom>
        </p:spPr>
        <p:txBody>
          <a:bodyPr wrap="square">
            <a:spAutoFit/>
          </a:bodyPr>
          <a:lstStyle/>
          <a:p>
            <a:pPr>
              <a:lnSpc>
                <a:spcPct val="150000"/>
              </a:lnSpc>
            </a:pPr>
            <a:r>
              <a:rPr kumimoji="1" lang="zh-CN" altLang="en-US" dirty="0">
                <a:solidFill>
                  <a:schemeClr val="tx1"/>
                </a:solidFill>
                <a:latin typeface="微软雅黑" panose="020B0503020204020204" pitchFamily="34" charset="-122"/>
                <a:ea typeface="微软雅黑" panose="020B0503020204020204" pitchFamily="34" charset="-122"/>
              </a:rPr>
              <a:t>分级并行的差量压缩策略的优化效果</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80CFD963-B7A5-4BA1-E6D5-069675ACE7D8}"/>
              </a:ext>
            </a:extLst>
          </p:cNvPr>
          <p:cNvPicPr>
            <a:picLocks noChangeAspect="1"/>
          </p:cNvPicPr>
          <p:nvPr/>
        </p:nvPicPr>
        <p:blipFill>
          <a:blip r:embed="rId4"/>
          <a:stretch>
            <a:fillRect/>
          </a:stretch>
        </p:blipFill>
        <p:spPr>
          <a:xfrm>
            <a:off x="469880" y="2420888"/>
            <a:ext cx="3848012" cy="3042067"/>
          </a:xfrm>
          <a:prstGeom prst="rect">
            <a:avLst/>
          </a:prstGeom>
        </p:spPr>
      </p:pic>
      <p:pic>
        <p:nvPicPr>
          <p:cNvPr id="9" name="图片 8">
            <a:extLst>
              <a:ext uri="{FF2B5EF4-FFF2-40B4-BE49-F238E27FC236}">
                <a16:creationId xmlns:a16="http://schemas.microsoft.com/office/drawing/2014/main" id="{C56F6898-7EAC-49B4-38C7-25351CF4CAC5}"/>
              </a:ext>
            </a:extLst>
          </p:cNvPr>
          <p:cNvPicPr>
            <a:picLocks noChangeAspect="1"/>
          </p:cNvPicPr>
          <p:nvPr/>
        </p:nvPicPr>
        <p:blipFill>
          <a:blip r:embed="rId5"/>
          <a:stretch>
            <a:fillRect/>
          </a:stretch>
        </p:blipFill>
        <p:spPr>
          <a:xfrm>
            <a:off x="4826109" y="2420888"/>
            <a:ext cx="3778339" cy="3042067"/>
          </a:xfrm>
          <a:prstGeom prst="rect">
            <a:avLst/>
          </a:prstGeom>
        </p:spPr>
      </p:pic>
      <p:sp>
        <p:nvSpPr>
          <p:cNvPr id="10" name="文本框 9">
            <a:extLst>
              <a:ext uri="{FF2B5EF4-FFF2-40B4-BE49-F238E27FC236}">
                <a16:creationId xmlns:a16="http://schemas.microsoft.com/office/drawing/2014/main" id="{A8E7F1EA-D71C-9B8C-8841-32AD67B1F720}"/>
              </a:ext>
            </a:extLst>
          </p:cNvPr>
          <p:cNvSpPr txBox="1"/>
          <p:nvPr/>
        </p:nvSpPr>
        <p:spPr>
          <a:xfrm>
            <a:off x="439838" y="5718807"/>
            <a:ext cx="8164610" cy="707886"/>
          </a:xfrm>
          <a:prstGeom prst="rect">
            <a:avLst/>
          </a:prstGeom>
          <a:noFill/>
        </p:spPr>
        <p:txBody>
          <a:bodyPr wrap="square">
            <a:spAutoFit/>
          </a:bodyPr>
          <a:lstStyle/>
          <a:p>
            <a:r>
              <a:rPr lang="zh-CN" alt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当线程数为</a:t>
            </a:r>
            <a:r>
              <a:rPr lang="en-US" altLang="zh-CN" sz="2000" kern="100" dirty="0">
                <a:solidFill>
                  <a:schemeClr val="tx1"/>
                </a:solidFill>
                <a:effectLst/>
                <a:latin typeface="微软雅黑" panose="020B0503020204020204" pitchFamily="34" charset="-122"/>
                <a:ea typeface="微软雅黑" panose="020B0503020204020204" pitchFamily="34" charset="-122"/>
              </a:rPr>
              <a:t>16</a:t>
            </a:r>
            <a:r>
              <a:rPr lang="zh-CN" alt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时，数据集</a:t>
            </a:r>
            <a:r>
              <a:rPr lang="en-US" altLang="zh-CN" sz="2000" kern="100" dirty="0">
                <a:solidFill>
                  <a:schemeClr val="tx1"/>
                </a:solidFill>
                <a:effectLst/>
                <a:latin typeface="微软雅黑" panose="020B0503020204020204" pitchFamily="34" charset="-122"/>
                <a:ea typeface="微软雅黑" panose="020B0503020204020204" pitchFamily="34" charset="-122"/>
              </a:rPr>
              <a:t>GCC</a:t>
            </a:r>
            <a:r>
              <a:rPr lang="zh-CN" alt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000" kern="100" dirty="0">
                <a:solidFill>
                  <a:schemeClr val="tx1"/>
                </a:solidFill>
                <a:effectLst/>
                <a:latin typeface="微软雅黑" panose="020B0503020204020204" pitchFamily="34" charset="-122"/>
                <a:ea typeface="微软雅黑" panose="020B0503020204020204" pitchFamily="34" charset="-122"/>
              </a:rPr>
              <a:t>Linux</a:t>
            </a:r>
            <a:r>
              <a:rPr lang="zh-CN" alt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上的差量压缩吞吐量均达到了单线程时的</a:t>
            </a:r>
            <a:r>
              <a:rPr lang="en-US" altLang="zh-CN" sz="2000" kern="100" dirty="0">
                <a:solidFill>
                  <a:srgbClr val="FF0000"/>
                </a:solidFill>
                <a:effectLst/>
                <a:latin typeface="微软雅黑" panose="020B0503020204020204" pitchFamily="34" charset="-122"/>
                <a:ea typeface="微软雅黑" panose="020B0503020204020204" pitchFamily="34" charset="-122"/>
              </a:rPr>
              <a:t>5.5</a:t>
            </a:r>
            <a:r>
              <a:rPr lang="zh-CN" altLang="zh-CN" sz="2000" kern="100" dirty="0">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倍</a:t>
            </a:r>
            <a:r>
              <a:rPr lang="zh-CN" altLang="zh-CN" sz="2000" kern="100" dirty="0">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左右。</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17AC8F8D-FD99-DD0E-B800-7AAFDDE4DDB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35</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20288451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4.3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综合效果测试</a:t>
            </a:r>
          </a:p>
        </p:txBody>
      </p:sp>
      <p:sp>
        <p:nvSpPr>
          <p:cNvPr id="25" name="矩形 24">
            <a:extLst>
              <a:ext uri="{FF2B5EF4-FFF2-40B4-BE49-F238E27FC236}">
                <a16:creationId xmlns:a16="http://schemas.microsoft.com/office/drawing/2014/main" id="{692FD994-D773-D784-02DF-757CFA3B0CCA}"/>
              </a:ext>
            </a:extLst>
          </p:cNvPr>
          <p:cNvSpPr/>
          <p:nvPr/>
        </p:nvSpPr>
        <p:spPr>
          <a:xfrm>
            <a:off x="541573" y="1700808"/>
            <a:ext cx="8062875" cy="499624"/>
          </a:xfrm>
          <a:prstGeom prst="rect">
            <a:avLst/>
          </a:prstGeom>
        </p:spPr>
        <p:txBody>
          <a:bodyPr wrap="square">
            <a:spAutoFit/>
          </a:bodyPr>
          <a:lstStyle/>
          <a:p>
            <a:pPr>
              <a:lnSpc>
                <a:spcPct val="150000"/>
              </a:lnSpc>
            </a:pPr>
            <a:r>
              <a:rPr kumimoji="1" lang="en-US" altLang="zh-CN" dirty="0">
                <a:solidFill>
                  <a:schemeClr val="tx1"/>
                </a:solidFill>
                <a:latin typeface="微软雅黑" panose="020B0503020204020204" pitchFamily="34" charset="-122"/>
                <a:ea typeface="微软雅黑" panose="020B0503020204020204" pitchFamily="34" charset="-122"/>
              </a:rPr>
              <a:t>PFE</a:t>
            </a:r>
            <a:r>
              <a:rPr kumimoji="1" lang="zh-CN" altLang="en-US" dirty="0">
                <a:solidFill>
                  <a:schemeClr val="tx1"/>
                </a:solidFill>
                <a:latin typeface="微软雅黑" panose="020B0503020204020204" pitchFamily="34" charset="-122"/>
                <a:ea typeface="微软雅黑" panose="020B0503020204020204" pitchFamily="34" charset="-122"/>
              </a:rPr>
              <a:t>和</a:t>
            </a:r>
            <a:r>
              <a:rPr kumimoji="1" lang="en-US" altLang="zh-CN" dirty="0">
                <a:solidFill>
                  <a:schemeClr val="tx1"/>
                </a:solidFill>
                <a:latin typeface="微软雅黑" panose="020B0503020204020204" pitchFamily="34" charset="-122"/>
                <a:ea typeface="微软雅黑" panose="020B0503020204020204" pitchFamily="34" charset="-122"/>
              </a:rPr>
              <a:t>LAFM</a:t>
            </a:r>
            <a:r>
              <a:rPr kumimoji="1" lang="zh-CN" altLang="en-US" dirty="0">
                <a:solidFill>
                  <a:schemeClr val="tx1"/>
                </a:solidFill>
                <a:latin typeface="微软雅黑" panose="020B0503020204020204" pitchFamily="34" charset="-122"/>
                <a:ea typeface="微软雅黑" panose="020B0503020204020204" pitchFamily="34" charset="-122"/>
              </a:rPr>
              <a:t>对</a:t>
            </a:r>
            <a:r>
              <a:rPr kumimoji="1" lang="en-US" altLang="zh-CN" dirty="0">
                <a:solidFill>
                  <a:schemeClr val="tx1"/>
                </a:solidFill>
                <a:latin typeface="微软雅黑" panose="020B0503020204020204" pitchFamily="34" charset="-122"/>
                <a:ea typeface="微软雅黑" panose="020B0503020204020204" pitchFamily="34" charset="-122"/>
              </a:rPr>
              <a:t>Super-feature</a:t>
            </a:r>
            <a:r>
              <a:rPr kumimoji="1" lang="zh-CN" altLang="en-US" dirty="0">
                <a:solidFill>
                  <a:schemeClr val="tx1"/>
                </a:solidFill>
                <a:latin typeface="微软雅黑" panose="020B0503020204020204" pitchFamily="34" charset="-122"/>
                <a:ea typeface="微软雅黑" panose="020B0503020204020204" pitchFamily="34" charset="-122"/>
              </a:rPr>
              <a:t>和</a:t>
            </a:r>
            <a:r>
              <a:rPr kumimoji="1" lang="en-US" altLang="zh-CN" dirty="0">
                <a:solidFill>
                  <a:schemeClr val="tx1"/>
                </a:solidFill>
                <a:latin typeface="微软雅黑" panose="020B0503020204020204" pitchFamily="34" charset="-122"/>
                <a:ea typeface="微软雅黑" panose="020B0503020204020204" pitchFamily="34" charset="-122"/>
              </a:rPr>
              <a:t>Finesse</a:t>
            </a:r>
            <a:r>
              <a:rPr kumimoji="1" lang="zh-CN" altLang="en-US" dirty="0">
                <a:solidFill>
                  <a:schemeClr val="tx1"/>
                </a:solidFill>
                <a:latin typeface="微软雅黑" panose="020B0503020204020204" pitchFamily="34" charset="-122"/>
                <a:ea typeface="微软雅黑" panose="020B0503020204020204" pitchFamily="34" charset="-122"/>
              </a:rPr>
              <a:t>的优化效果</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01628123-0C57-7207-8373-A61370744C93}"/>
              </a:ext>
            </a:extLst>
          </p:cNvPr>
          <p:cNvGraphicFramePr>
            <a:graphicFrameLocks noGrp="1"/>
          </p:cNvGraphicFramePr>
          <p:nvPr>
            <p:extLst>
              <p:ext uri="{D42A27DB-BD31-4B8C-83A1-F6EECF244321}">
                <p14:modId xmlns:p14="http://schemas.microsoft.com/office/powerpoint/2010/main" val="3257549985"/>
              </p:ext>
            </p:extLst>
          </p:nvPr>
        </p:nvGraphicFramePr>
        <p:xfrm>
          <a:off x="1619672" y="1697192"/>
          <a:ext cx="5760641" cy="5044174"/>
        </p:xfrm>
        <a:graphic>
          <a:graphicData uri="http://schemas.openxmlformats.org/drawingml/2006/table">
            <a:tbl>
              <a:tblPr firstRow="1" firstCol="1" bandRow="1">
                <a:tableStyleId>{5C22544A-7EE6-4342-B048-85BDC9FD1C3A}</a:tableStyleId>
              </a:tblPr>
              <a:tblGrid>
                <a:gridCol w="1763028">
                  <a:extLst>
                    <a:ext uri="{9D8B030D-6E8A-4147-A177-3AD203B41FA5}">
                      <a16:colId xmlns:a16="http://schemas.microsoft.com/office/drawing/2014/main" val="2431228511"/>
                    </a:ext>
                  </a:extLst>
                </a:gridCol>
                <a:gridCol w="1763028">
                  <a:extLst>
                    <a:ext uri="{9D8B030D-6E8A-4147-A177-3AD203B41FA5}">
                      <a16:colId xmlns:a16="http://schemas.microsoft.com/office/drawing/2014/main" val="3897706067"/>
                    </a:ext>
                  </a:extLst>
                </a:gridCol>
                <a:gridCol w="832238">
                  <a:extLst>
                    <a:ext uri="{9D8B030D-6E8A-4147-A177-3AD203B41FA5}">
                      <a16:colId xmlns:a16="http://schemas.microsoft.com/office/drawing/2014/main" val="2722387499"/>
                    </a:ext>
                  </a:extLst>
                </a:gridCol>
                <a:gridCol w="738472">
                  <a:extLst>
                    <a:ext uri="{9D8B030D-6E8A-4147-A177-3AD203B41FA5}">
                      <a16:colId xmlns:a16="http://schemas.microsoft.com/office/drawing/2014/main" val="478009041"/>
                    </a:ext>
                  </a:extLst>
                </a:gridCol>
                <a:gridCol w="663875">
                  <a:extLst>
                    <a:ext uri="{9D8B030D-6E8A-4147-A177-3AD203B41FA5}">
                      <a16:colId xmlns:a16="http://schemas.microsoft.com/office/drawing/2014/main" val="1423081572"/>
                    </a:ext>
                  </a:extLst>
                </a:gridCol>
              </a:tblGrid>
              <a:tr h="252378">
                <a:tc>
                  <a:txBody>
                    <a:bodyPr/>
                    <a:lstStyle/>
                    <a:p>
                      <a:pPr algn="ctr">
                        <a:lnSpc>
                          <a:spcPct val="150000"/>
                        </a:lnSpc>
                      </a:pPr>
                      <a:r>
                        <a:rPr lang="zh-CN" sz="1200" kern="100" dirty="0">
                          <a:solidFill>
                            <a:schemeClr val="tx1"/>
                          </a:solidFill>
                          <a:effectLst/>
                          <a:latin typeface="微软雅黑" panose="020B0503020204020204" pitchFamily="34" charset="-122"/>
                          <a:ea typeface="微软雅黑" panose="020B0503020204020204" pitchFamily="34" charset="-122"/>
                        </a:rPr>
                        <a:t>数据集</a:t>
                      </a:r>
                    </a:p>
                  </a:txBody>
                  <a:tcPr marL="21573" marR="21573" marT="0" marB="0" anchor="ctr"/>
                </a:tc>
                <a:tc>
                  <a:txBody>
                    <a:bodyPr/>
                    <a:lstStyle/>
                    <a:p>
                      <a:pPr algn="ctr">
                        <a:lnSpc>
                          <a:spcPct val="150000"/>
                        </a:lnSpc>
                      </a:pPr>
                      <a:r>
                        <a:rPr lang="zh-CN" sz="1200" kern="100" dirty="0">
                          <a:solidFill>
                            <a:schemeClr val="tx1"/>
                          </a:solidFill>
                          <a:effectLst/>
                          <a:latin typeface="微软雅黑" panose="020B0503020204020204" pitchFamily="34" charset="-122"/>
                          <a:ea typeface="微软雅黑" panose="020B0503020204020204" pitchFamily="34" charset="-122"/>
                        </a:rPr>
                        <a:t>方法</a:t>
                      </a: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CF</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DCE</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SCR</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852673032"/>
                  </a:ext>
                </a:extLst>
              </a:tr>
              <a:tr h="294565">
                <a:tc rowSpan="4">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GCC</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Super-feature</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5.4659</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0.9555</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2.3004</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1210274291"/>
                  </a:ext>
                </a:extLst>
              </a:tr>
              <a:tr h="314254">
                <a:tc vMerge="1">
                  <a:txBody>
                    <a:bodyPr/>
                    <a:lstStyle/>
                    <a:p>
                      <a:endParaRPr lang="zh-CN" altLang="en-US"/>
                    </a:p>
                  </a:txBody>
                  <a:tcPr/>
                </a:tc>
                <a:tc>
                  <a:txBody>
                    <a:bodyPr/>
                    <a:lstStyle/>
                    <a:p>
                      <a:pPr algn="ctr">
                        <a:lnSpc>
                          <a:spcPct val="150000"/>
                        </a:lnSpc>
                      </a:pPr>
                      <a:r>
                        <a:rPr lang="zh-CN" sz="1200" kern="100" dirty="0">
                          <a:solidFill>
                            <a:schemeClr val="tx1"/>
                          </a:solidFill>
                          <a:effectLst/>
                          <a:latin typeface="微软雅黑" panose="020B0503020204020204" pitchFamily="34" charset="-122"/>
                          <a:ea typeface="微软雅黑" panose="020B0503020204020204" pitchFamily="34" charset="-122"/>
                        </a:rPr>
                        <a:t>优化的</a:t>
                      </a:r>
                      <a:r>
                        <a:rPr lang="en-US" sz="1200" kern="100" dirty="0">
                          <a:solidFill>
                            <a:schemeClr val="tx1"/>
                          </a:solidFill>
                          <a:effectLst/>
                          <a:latin typeface="微软雅黑" panose="020B0503020204020204" pitchFamily="34" charset="-122"/>
                          <a:ea typeface="微软雅黑" panose="020B0503020204020204" pitchFamily="34" charset="-122"/>
                        </a:rPr>
                        <a:t>Super-feature </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6.2647</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00B0F0"/>
                          </a:solidFill>
                          <a:effectLst/>
                          <a:latin typeface="微软雅黑" panose="020B0503020204020204" pitchFamily="34" charset="-122"/>
                          <a:ea typeface="微软雅黑" panose="020B0503020204020204" pitchFamily="34" charset="-122"/>
                        </a:rPr>
                        <a:t>0.9531</a:t>
                      </a:r>
                      <a:endParaRPr lang="zh-CN" sz="1200" kern="100" dirty="0">
                        <a:solidFill>
                          <a:srgbClr val="00B0F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2.8739</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352590198"/>
                  </a:ext>
                </a:extLst>
              </a:tr>
              <a:tr h="294565">
                <a:tc vMerge="1">
                  <a:txBody>
                    <a:bodyPr/>
                    <a:lstStyle/>
                    <a:p>
                      <a:endParaRPr lang="zh-CN" altLang="en-US"/>
                    </a:p>
                  </a:txBody>
                  <a:tcP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Finesse</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3.7858</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0.981</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1.1475</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434104808"/>
                  </a:ext>
                </a:extLst>
              </a:tr>
              <a:tr h="294565">
                <a:tc vMerge="1">
                  <a:txBody>
                    <a:bodyPr/>
                    <a:lstStyle/>
                    <a:p>
                      <a:endParaRPr lang="zh-CN" altLang="en-US"/>
                    </a:p>
                  </a:txBody>
                  <a:tcPr/>
                </a:tc>
                <a:tc>
                  <a:txBody>
                    <a:bodyPr/>
                    <a:lstStyle/>
                    <a:p>
                      <a:pPr algn="ctr">
                        <a:lnSpc>
                          <a:spcPct val="150000"/>
                        </a:lnSpc>
                      </a:pPr>
                      <a:r>
                        <a:rPr lang="zh-CN" sz="1200" kern="100">
                          <a:solidFill>
                            <a:schemeClr val="tx1"/>
                          </a:solidFill>
                          <a:effectLst/>
                          <a:latin typeface="微软雅黑" panose="020B0503020204020204" pitchFamily="34" charset="-122"/>
                          <a:ea typeface="微软雅黑" panose="020B0503020204020204" pitchFamily="34" charset="-122"/>
                        </a:rPr>
                        <a:t>优化的</a:t>
                      </a:r>
                      <a:r>
                        <a:rPr lang="en-US" sz="1200" kern="100">
                          <a:solidFill>
                            <a:schemeClr val="tx1"/>
                          </a:solidFill>
                          <a:effectLst/>
                          <a:latin typeface="微软雅黑" panose="020B0503020204020204" pitchFamily="34" charset="-122"/>
                          <a:ea typeface="微软雅黑" panose="020B0503020204020204" pitchFamily="34" charset="-122"/>
                        </a:rPr>
                        <a:t>Finesse</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5.0165</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00B0F0"/>
                          </a:solidFill>
                          <a:effectLst/>
                          <a:latin typeface="微软雅黑" panose="020B0503020204020204" pitchFamily="34" charset="-122"/>
                          <a:ea typeface="微软雅黑" panose="020B0503020204020204" pitchFamily="34" charset="-122"/>
                        </a:rPr>
                        <a:t>0.9781</a:t>
                      </a:r>
                      <a:endParaRPr lang="zh-CN" sz="1200" kern="100" dirty="0">
                        <a:solidFill>
                          <a:srgbClr val="00B0F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1.8684</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2389280979"/>
                  </a:ext>
                </a:extLst>
              </a:tr>
              <a:tr h="294565">
                <a:tc rowSpan="4">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Linux</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Super-feature</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28.1839</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0.9744</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21.0960</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599256944"/>
                  </a:ext>
                </a:extLst>
              </a:tr>
              <a:tr h="314254">
                <a:tc vMerge="1">
                  <a:txBody>
                    <a:bodyPr/>
                    <a:lstStyle/>
                    <a:p>
                      <a:endParaRPr lang="zh-CN" altLang="en-US"/>
                    </a:p>
                  </a:txBody>
                  <a:tcPr/>
                </a:tc>
                <a:tc>
                  <a:txBody>
                    <a:bodyPr/>
                    <a:lstStyle/>
                    <a:p>
                      <a:pPr algn="ctr">
                        <a:lnSpc>
                          <a:spcPct val="150000"/>
                        </a:lnSpc>
                      </a:pPr>
                      <a:r>
                        <a:rPr lang="zh-CN" sz="1200" kern="100">
                          <a:solidFill>
                            <a:schemeClr val="tx1"/>
                          </a:solidFill>
                          <a:effectLst/>
                          <a:latin typeface="微软雅黑" panose="020B0503020204020204" pitchFamily="34" charset="-122"/>
                          <a:ea typeface="微软雅黑" panose="020B0503020204020204" pitchFamily="34" charset="-122"/>
                        </a:rPr>
                        <a:t>优化的</a:t>
                      </a:r>
                      <a:r>
                        <a:rPr lang="en-US" sz="1200" kern="100">
                          <a:solidFill>
                            <a:schemeClr val="tx1"/>
                          </a:solidFill>
                          <a:effectLst/>
                          <a:latin typeface="微软雅黑" panose="020B0503020204020204" pitchFamily="34" charset="-122"/>
                          <a:ea typeface="微软雅黑" panose="020B0503020204020204" pitchFamily="34" charset="-122"/>
                        </a:rPr>
                        <a:t>Super-feature </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30.9762</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00B0F0"/>
                          </a:solidFill>
                          <a:effectLst/>
                          <a:latin typeface="微软雅黑" panose="020B0503020204020204" pitchFamily="34" charset="-122"/>
                          <a:ea typeface="微软雅黑" panose="020B0503020204020204" pitchFamily="34" charset="-122"/>
                        </a:rPr>
                        <a:t>0.9724</a:t>
                      </a:r>
                      <a:endParaRPr lang="zh-CN" sz="1200" kern="100" dirty="0">
                        <a:solidFill>
                          <a:srgbClr val="00B0F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27.6051</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620467096"/>
                  </a:ext>
                </a:extLst>
              </a:tr>
              <a:tr h="294565">
                <a:tc vMerge="1">
                  <a:txBody>
                    <a:bodyPr/>
                    <a:lstStyle/>
                    <a:p>
                      <a:endParaRPr lang="zh-CN" altLang="en-US"/>
                    </a:p>
                  </a:txBody>
                  <a:tcP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Finesse</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23.3369</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0.9867</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13.1744</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1279342045"/>
                  </a:ext>
                </a:extLst>
              </a:tr>
              <a:tr h="294565">
                <a:tc vMerge="1">
                  <a:txBody>
                    <a:bodyPr/>
                    <a:lstStyle/>
                    <a:p>
                      <a:endParaRPr lang="zh-CN" altLang="en-US"/>
                    </a:p>
                  </a:txBody>
                  <a:tcPr/>
                </a:tc>
                <a:tc>
                  <a:txBody>
                    <a:bodyPr/>
                    <a:lstStyle/>
                    <a:p>
                      <a:pPr algn="ctr">
                        <a:lnSpc>
                          <a:spcPct val="150000"/>
                        </a:lnSpc>
                      </a:pPr>
                      <a:r>
                        <a:rPr lang="zh-CN" sz="1200" kern="100">
                          <a:solidFill>
                            <a:schemeClr val="tx1"/>
                          </a:solidFill>
                          <a:effectLst/>
                          <a:latin typeface="微软雅黑" panose="020B0503020204020204" pitchFamily="34" charset="-122"/>
                          <a:ea typeface="微软雅黑" panose="020B0503020204020204" pitchFamily="34" charset="-122"/>
                        </a:rPr>
                        <a:t>优化的</a:t>
                      </a:r>
                      <a:r>
                        <a:rPr lang="en-US" sz="1200" kern="100">
                          <a:solidFill>
                            <a:schemeClr val="tx1"/>
                          </a:solidFill>
                          <a:effectLst/>
                          <a:latin typeface="微软雅黑" panose="020B0503020204020204" pitchFamily="34" charset="-122"/>
                          <a:ea typeface="微软雅黑" panose="020B0503020204020204" pitchFamily="34" charset="-122"/>
                        </a:rPr>
                        <a:t>Finesse</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30.4713</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00B0F0"/>
                          </a:solidFill>
                          <a:effectLst/>
                          <a:latin typeface="微软雅黑" panose="020B0503020204020204" pitchFamily="34" charset="-122"/>
                          <a:ea typeface="微软雅黑" panose="020B0503020204020204" pitchFamily="34" charset="-122"/>
                        </a:rPr>
                        <a:t>0.9825</a:t>
                      </a:r>
                      <a:endParaRPr lang="zh-CN" sz="1200" kern="100" dirty="0">
                        <a:solidFill>
                          <a:srgbClr val="00B0F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21.1739</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135660571"/>
                  </a:ext>
                </a:extLst>
              </a:tr>
              <a:tr h="294565">
                <a:tc rowSpan="4">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VM</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Super-feature</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2.0335</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0.9584</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0.2299</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3703353560"/>
                  </a:ext>
                </a:extLst>
              </a:tr>
              <a:tr h="314254">
                <a:tc vMerge="1">
                  <a:txBody>
                    <a:bodyPr/>
                    <a:lstStyle/>
                    <a:p>
                      <a:endParaRPr lang="zh-CN" altLang="en-US"/>
                    </a:p>
                  </a:txBody>
                  <a:tcPr/>
                </a:tc>
                <a:tc>
                  <a:txBody>
                    <a:bodyPr/>
                    <a:lstStyle/>
                    <a:p>
                      <a:pPr algn="ctr">
                        <a:lnSpc>
                          <a:spcPct val="150000"/>
                        </a:lnSpc>
                      </a:pPr>
                      <a:r>
                        <a:rPr lang="zh-CN" sz="1200" kern="100">
                          <a:solidFill>
                            <a:schemeClr val="tx1"/>
                          </a:solidFill>
                          <a:effectLst/>
                          <a:latin typeface="微软雅黑" panose="020B0503020204020204" pitchFamily="34" charset="-122"/>
                          <a:ea typeface="微软雅黑" panose="020B0503020204020204" pitchFamily="34" charset="-122"/>
                        </a:rPr>
                        <a:t>优化的</a:t>
                      </a:r>
                      <a:r>
                        <a:rPr lang="en-US" sz="1200" kern="100">
                          <a:solidFill>
                            <a:schemeClr val="tx1"/>
                          </a:solidFill>
                          <a:effectLst/>
                          <a:latin typeface="微软雅黑" panose="020B0503020204020204" pitchFamily="34" charset="-122"/>
                          <a:ea typeface="微软雅黑" panose="020B0503020204020204" pitchFamily="34" charset="-122"/>
                        </a:rPr>
                        <a:t>Super-feature </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2.2043</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00B0F0"/>
                          </a:solidFill>
                          <a:effectLst/>
                          <a:latin typeface="微软雅黑" panose="020B0503020204020204" pitchFamily="34" charset="-122"/>
                          <a:ea typeface="微软雅黑" panose="020B0503020204020204" pitchFamily="34" charset="-122"/>
                        </a:rPr>
                        <a:t>0.9566</a:t>
                      </a:r>
                      <a:endParaRPr lang="zh-CN" sz="1200" kern="100" dirty="0">
                        <a:solidFill>
                          <a:srgbClr val="00B0F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0.3006</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2788413214"/>
                  </a:ext>
                </a:extLst>
              </a:tr>
              <a:tr h="294565">
                <a:tc vMerge="1">
                  <a:txBody>
                    <a:bodyPr/>
                    <a:lstStyle/>
                    <a:p>
                      <a:endParaRPr lang="zh-CN" altLang="en-US"/>
                    </a:p>
                  </a:txBody>
                  <a:tcP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Finesse</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1.9674</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0.9661</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0.1700</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4095314261"/>
                  </a:ext>
                </a:extLst>
              </a:tr>
              <a:tr h="294565">
                <a:tc vMerge="1">
                  <a:txBody>
                    <a:bodyPr/>
                    <a:lstStyle/>
                    <a:p>
                      <a:endParaRPr lang="zh-CN" altLang="en-US"/>
                    </a:p>
                  </a:txBody>
                  <a:tcPr/>
                </a:tc>
                <a:tc>
                  <a:txBody>
                    <a:bodyPr/>
                    <a:lstStyle/>
                    <a:p>
                      <a:pPr algn="ctr">
                        <a:lnSpc>
                          <a:spcPct val="150000"/>
                        </a:lnSpc>
                      </a:pPr>
                      <a:r>
                        <a:rPr lang="zh-CN" sz="1200" kern="100">
                          <a:solidFill>
                            <a:schemeClr val="tx1"/>
                          </a:solidFill>
                          <a:effectLst/>
                          <a:latin typeface="微软雅黑" panose="020B0503020204020204" pitchFamily="34" charset="-122"/>
                          <a:ea typeface="微软雅黑" panose="020B0503020204020204" pitchFamily="34" charset="-122"/>
                        </a:rPr>
                        <a:t>优化的</a:t>
                      </a:r>
                      <a:r>
                        <a:rPr lang="en-US" sz="1200" kern="100">
                          <a:solidFill>
                            <a:schemeClr val="tx1"/>
                          </a:solidFill>
                          <a:effectLst/>
                          <a:latin typeface="微软雅黑" panose="020B0503020204020204" pitchFamily="34" charset="-122"/>
                          <a:ea typeface="微软雅黑" panose="020B0503020204020204" pitchFamily="34" charset="-122"/>
                        </a:rPr>
                        <a:t>Finesse</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2.1099</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0.971</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0.2364</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3322975377"/>
                  </a:ext>
                </a:extLst>
              </a:tr>
              <a:tr h="294565">
                <a:tc rowSpan="4">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VMDK</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Super-feature</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11.2558</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0.9578</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0.0839</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2917880856"/>
                  </a:ext>
                </a:extLst>
              </a:tr>
              <a:tr h="314254">
                <a:tc vMerge="1">
                  <a:txBody>
                    <a:bodyPr/>
                    <a:lstStyle/>
                    <a:p>
                      <a:endParaRPr lang="zh-CN" altLang="en-US"/>
                    </a:p>
                  </a:txBody>
                  <a:tcPr/>
                </a:tc>
                <a:tc>
                  <a:txBody>
                    <a:bodyPr/>
                    <a:lstStyle/>
                    <a:p>
                      <a:pPr algn="ctr">
                        <a:lnSpc>
                          <a:spcPct val="150000"/>
                        </a:lnSpc>
                      </a:pPr>
                      <a:r>
                        <a:rPr lang="zh-CN" sz="1200" kern="100">
                          <a:solidFill>
                            <a:schemeClr val="tx1"/>
                          </a:solidFill>
                          <a:effectLst/>
                          <a:latin typeface="微软雅黑" panose="020B0503020204020204" pitchFamily="34" charset="-122"/>
                          <a:ea typeface="微软雅黑" panose="020B0503020204020204" pitchFamily="34" charset="-122"/>
                        </a:rPr>
                        <a:t>优化的</a:t>
                      </a:r>
                      <a:r>
                        <a:rPr lang="en-US" sz="1200" kern="100">
                          <a:solidFill>
                            <a:schemeClr val="tx1"/>
                          </a:solidFill>
                          <a:effectLst/>
                          <a:latin typeface="微软雅黑" panose="020B0503020204020204" pitchFamily="34" charset="-122"/>
                          <a:ea typeface="微软雅黑" panose="020B0503020204020204" pitchFamily="34" charset="-122"/>
                        </a:rPr>
                        <a:t>Super-feature </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11.7886</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00B0F0"/>
                          </a:solidFill>
                          <a:effectLst/>
                          <a:latin typeface="微软雅黑" panose="020B0503020204020204" pitchFamily="34" charset="-122"/>
                          <a:ea typeface="微软雅黑" panose="020B0503020204020204" pitchFamily="34" charset="-122"/>
                        </a:rPr>
                        <a:t>0.9557</a:t>
                      </a:r>
                      <a:endParaRPr lang="zh-CN" sz="1200" kern="100" dirty="0">
                        <a:solidFill>
                          <a:srgbClr val="00B0F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0.1173</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229152450"/>
                  </a:ext>
                </a:extLst>
              </a:tr>
              <a:tr h="294565">
                <a:tc vMerge="1">
                  <a:txBody>
                    <a:bodyPr/>
                    <a:lstStyle/>
                    <a:p>
                      <a:endParaRPr lang="zh-CN" altLang="en-US"/>
                    </a:p>
                  </a:txBody>
                  <a:tcP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Finesse</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11.2494</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a:solidFill>
                            <a:schemeClr val="tx1"/>
                          </a:solidFill>
                          <a:effectLst/>
                          <a:latin typeface="微软雅黑" panose="020B0503020204020204" pitchFamily="34" charset="-122"/>
                          <a:ea typeface="微软雅黑" panose="020B0503020204020204" pitchFamily="34" charset="-122"/>
                        </a:rPr>
                        <a:t>0.9634</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chemeClr val="tx1"/>
                          </a:solidFill>
                          <a:effectLst/>
                          <a:latin typeface="微软雅黑" panose="020B0503020204020204" pitchFamily="34" charset="-122"/>
                          <a:ea typeface="微软雅黑" panose="020B0503020204020204" pitchFamily="34" charset="-122"/>
                        </a:rPr>
                        <a:t>0.0673</a:t>
                      </a:r>
                      <a:endParaRPr lang="zh-CN" sz="1200" kern="100" dirty="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2608866292"/>
                  </a:ext>
                </a:extLst>
              </a:tr>
              <a:tr h="294565">
                <a:tc vMerge="1">
                  <a:txBody>
                    <a:bodyPr/>
                    <a:lstStyle/>
                    <a:p>
                      <a:endParaRPr lang="zh-CN" altLang="en-US"/>
                    </a:p>
                  </a:txBody>
                  <a:tcPr/>
                </a:tc>
                <a:tc>
                  <a:txBody>
                    <a:bodyPr/>
                    <a:lstStyle/>
                    <a:p>
                      <a:pPr algn="ctr">
                        <a:lnSpc>
                          <a:spcPct val="150000"/>
                        </a:lnSpc>
                      </a:pPr>
                      <a:r>
                        <a:rPr lang="zh-CN" sz="1200" kern="100">
                          <a:solidFill>
                            <a:schemeClr val="tx1"/>
                          </a:solidFill>
                          <a:effectLst/>
                          <a:latin typeface="微软雅黑" panose="020B0503020204020204" pitchFamily="34" charset="-122"/>
                          <a:ea typeface="微软雅黑" panose="020B0503020204020204" pitchFamily="34" charset="-122"/>
                        </a:rPr>
                        <a:t>优化的</a:t>
                      </a:r>
                      <a:r>
                        <a:rPr lang="en-US" sz="1200" kern="100">
                          <a:solidFill>
                            <a:schemeClr val="tx1"/>
                          </a:solidFill>
                          <a:effectLst/>
                          <a:latin typeface="微软雅黑" panose="020B0503020204020204" pitchFamily="34" charset="-122"/>
                          <a:ea typeface="微软雅黑" panose="020B0503020204020204" pitchFamily="34" charset="-122"/>
                        </a:rPr>
                        <a:t>Finesse</a:t>
                      </a:r>
                      <a:endParaRPr lang="zh-CN" sz="1200" kern="100">
                        <a:solidFill>
                          <a:schemeClr val="tx1"/>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11.5225</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0.9702</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tc>
                  <a:txBody>
                    <a:bodyPr/>
                    <a:lstStyle/>
                    <a:p>
                      <a:pPr algn="ctr">
                        <a:lnSpc>
                          <a:spcPct val="150000"/>
                        </a:lnSpc>
                      </a:pPr>
                      <a:r>
                        <a:rPr lang="en-US" sz="1200" kern="100" dirty="0">
                          <a:solidFill>
                            <a:srgbClr val="FF0000"/>
                          </a:solidFill>
                          <a:effectLst/>
                          <a:latin typeface="微软雅黑" panose="020B0503020204020204" pitchFamily="34" charset="-122"/>
                          <a:ea typeface="微软雅黑" panose="020B0503020204020204" pitchFamily="34" charset="-122"/>
                        </a:rPr>
                        <a:t>0.0894</a:t>
                      </a:r>
                      <a:endParaRPr lang="zh-CN" sz="1200" kern="100" dirty="0">
                        <a:solidFill>
                          <a:srgbClr val="FF0000"/>
                        </a:solidFill>
                        <a:effectLst/>
                        <a:latin typeface="微软雅黑" panose="020B0503020204020204" pitchFamily="34" charset="-122"/>
                        <a:ea typeface="微软雅黑" panose="020B0503020204020204" pitchFamily="34" charset="-122"/>
                      </a:endParaRPr>
                    </a:p>
                  </a:txBody>
                  <a:tcPr marL="21573" marR="21573" marT="0" marB="0" anchor="ctr"/>
                </a:tc>
                <a:extLst>
                  <a:ext uri="{0D108BD9-81ED-4DB2-BD59-A6C34878D82A}">
                    <a16:rowId xmlns:a16="http://schemas.microsoft.com/office/drawing/2014/main" val="423366098"/>
                  </a:ext>
                </a:extLst>
              </a:tr>
            </a:tbl>
          </a:graphicData>
        </a:graphic>
      </p:graphicFrame>
      <p:sp>
        <p:nvSpPr>
          <p:cNvPr id="8" name="文本框 7">
            <a:extLst>
              <a:ext uri="{FF2B5EF4-FFF2-40B4-BE49-F238E27FC236}">
                <a16:creationId xmlns:a16="http://schemas.microsoft.com/office/drawing/2014/main" id="{003E8209-FA07-0A04-430F-0EAA0D757511}"/>
              </a:ext>
            </a:extLst>
          </p:cNvPr>
          <p:cNvSpPr txBox="1"/>
          <p:nvPr/>
        </p:nvSpPr>
        <p:spPr>
          <a:xfrm>
            <a:off x="1043608" y="3557559"/>
            <a:ext cx="7344816" cy="1938992"/>
          </a:xfrm>
          <a:prstGeom prst="rect">
            <a:avLst/>
          </a:prstGeom>
          <a:solidFill>
            <a:schemeClr val="bg1"/>
          </a:solidFill>
          <a:ln>
            <a:solidFill>
              <a:srgbClr val="C00000"/>
            </a:solidFill>
          </a:ln>
        </p:spPr>
        <p:txBody>
          <a:bodyPr wrap="square" rtlCol="0">
            <a:spAutoFit/>
          </a:bodyPr>
          <a:lstStyle/>
          <a:p>
            <a:pPr marL="342900" indent="-342900">
              <a:buFont typeface="Arial" panose="020B0604020202020204" pitchFamily="34" charset="0"/>
              <a:buChar char="•"/>
            </a:pPr>
            <a:r>
              <a:rPr lang="en-US" altLang="zh-CN" dirty="0">
                <a:solidFill>
                  <a:schemeClr val="tx1"/>
                </a:solidFill>
                <a:latin typeface="微软雅黑" panose="020B0503020204020204" pitchFamily="34" charset="-122"/>
                <a:ea typeface="微软雅黑" panose="020B0503020204020204" pitchFamily="34" charset="-122"/>
              </a:rPr>
              <a:t>Super-feature</a:t>
            </a:r>
            <a:r>
              <a:rPr lang="zh-CN" altLang="zh-CN" dirty="0">
                <a:solidFill>
                  <a:schemeClr val="tx1"/>
                </a:solidFill>
                <a:latin typeface="微软雅黑" panose="020B0503020204020204" pitchFamily="34" charset="-122"/>
                <a:ea typeface="微软雅黑" panose="020B0503020204020204" pitchFamily="34" charset="-122"/>
              </a:rPr>
              <a:t>经过</a:t>
            </a:r>
            <a:r>
              <a:rPr lang="en-US" altLang="zh-CN" dirty="0">
                <a:solidFill>
                  <a:schemeClr val="tx1"/>
                </a:solidFill>
                <a:latin typeface="微软雅黑" panose="020B0503020204020204" pitchFamily="34" charset="-122"/>
                <a:ea typeface="微软雅黑" panose="020B0503020204020204" pitchFamily="34" charset="-122"/>
              </a:rPr>
              <a:t>LAFM</a:t>
            </a:r>
            <a:r>
              <a:rPr lang="zh-CN" altLang="zh-CN" dirty="0">
                <a:solidFill>
                  <a:schemeClr val="tx1"/>
                </a:solidFill>
                <a:latin typeface="微软雅黑" panose="020B0503020204020204" pitchFamily="34" charset="-122"/>
                <a:ea typeface="微软雅黑" panose="020B0503020204020204" pitchFamily="34" charset="-122"/>
              </a:rPr>
              <a:t>优化后可以将</a:t>
            </a:r>
            <a:r>
              <a:rPr lang="en-US" altLang="zh-CN" dirty="0">
                <a:solidFill>
                  <a:schemeClr val="tx1"/>
                </a:solidFill>
                <a:latin typeface="微软雅黑" panose="020B0503020204020204" pitchFamily="34" charset="-122"/>
                <a:ea typeface="微软雅黑" panose="020B0503020204020204" pitchFamily="34" charset="-122"/>
              </a:rPr>
              <a:t>CF</a:t>
            </a:r>
            <a:r>
              <a:rPr lang="zh-CN" altLang="zh-CN" dirty="0">
                <a:solidFill>
                  <a:schemeClr val="tx1"/>
                </a:solidFill>
                <a:latin typeface="微软雅黑" panose="020B0503020204020204" pitchFamily="34" charset="-122"/>
                <a:ea typeface="微软雅黑" panose="020B0503020204020204" pitchFamily="34" charset="-122"/>
              </a:rPr>
              <a:t>和</a:t>
            </a:r>
            <a:r>
              <a:rPr lang="en-US" altLang="zh-CN" dirty="0">
                <a:solidFill>
                  <a:schemeClr val="tx1"/>
                </a:solidFill>
                <a:latin typeface="微软雅黑" panose="020B0503020204020204" pitchFamily="34" charset="-122"/>
                <a:ea typeface="微软雅黑" panose="020B0503020204020204" pitchFamily="34" charset="-122"/>
              </a:rPr>
              <a:t>SCR</a:t>
            </a:r>
            <a:r>
              <a:rPr lang="zh-CN" altLang="zh-CN" dirty="0">
                <a:solidFill>
                  <a:schemeClr val="tx1"/>
                </a:solidFill>
                <a:latin typeface="微软雅黑" panose="020B0503020204020204" pitchFamily="34" charset="-122"/>
                <a:ea typeface="微软雅黑" panose="020B0503020204020204" pitchFamily="34" charset="-122"/>
              </a:rPr>
              <a:t>分别提高</a:t>
            </a:r>
            <a:r>
              <a:rPr lang="en-US" altLang="zh-CN" dirty="0">
                <a:solidFill>
                  <a:srgbClr val="FF0000"/>
                </a:solidFill>
                <a:latin typeface="微软雅黑" panose="020B0503020204020204" pitchFamily="34" charset="-122"/>
                <a:ea typeface="微软雅黑" panose="020B0503020204020204" pitchFamily="34" charset="-122"/>
              </a:rPr>
              <a:t>4.7%~14.6%</a:t>
            </a:r>
            <a:r>
              <a:rPr lang="zh-CN" altLang="zh-CN" dirty="0">
                <a:solidFill>
                  <a:schemeClr val="tx1"/>
                </a:solidFill>
                <a:latin typeface="微软雅黑" panose="020B0503020204020204" pitchFamily="34" charset="-122"/>
                <a:ea typeface="微软雅黑" panose="020B0503020204020204" pitchFamily="34" charset="-122"/>
              </a:rPr>
              <a:t>和</a:t>
            </a:r>
            <a:r>
              <a:rPr lang="en-US" altLang="zh-CN" dirty="0">
                <a:solidFill>
                  <a:srgbClr val="FF0000"/>
                </a:solidFill>
                <a:latin typeface="微软雅黑" panose="020B0503020204020204" pitchFamily="34" charset="-122"/>
                <a:ea typeface="微软雅黑" panose="020B0503020204020204" pitchFamily="34" charset="-122"/>
              </a:rPr>
              <a:t>24.9%~39.8%</a:t>
            </a:r>
            <a:r>
              <a:rPr lang="zh-CN" altLang="zh-CN" dirty="0">
                <a:solidFill>
                  <a:schemeClr val="tx1"/>
                </a:solidFill>
                <a:latin typeface="微软雅黑" panose="020B0503020204020204" pitchFamily="34" charset="-122"/>
                <a:ea typeface="微软雅黑" panose="020B0503020204020204" pitchFamily="34" charset="-122"/>
              </a:rPr>
              <a:t>，而</a:t>
            </a:r>
            <a:r>
              <a:rPr lang="en-US" altLang="zh-CN" dirty="0">
                <a:solidFill>
                  <a:schemeClr val="tx1"/>
                </a:solidFill>
                <a:latin typeface="微软雅黑" panose="020B0503020204020204" pitchFamily="34" charset="-122"/>
                <a:ea typeface="微软雅黑" panose="020B0503020204020204" pitchFamily="34" charset="-122"/>
              </a:rPr>
              <a:t>DCE</a:t>
            </a:r>
            <a:r>
              <a:rPr lang="zh-CN" altLang="zh-CN" dirty="0">
                <a:solidFill>
                  <a:schemeClr val="tx1"/>
                </a:solidFill>
                <a:latin typeface="微软雅黑" panose="020B0503020204020204" pitchFamily="34" charset="-122"/>
                <a:ea typeface="微软雅黑" panose="020B0503020204020204" pitchFamily="34" charset="-122"/>
              </a:rPr>
              <a:t>仅下降</a:t>
            </a:r>
            <a:r>
              <a:rPr lang="en-US" altLang="zh-CN" dirty="0">
                <a:solidFill>
                  <a:srgbClr val="00B0F0"/>
                </a:solidFill>
                <a:latin typeface="微软雅黑" panose="020B0503020204020204" pitchFamily="34" charset="-122"/>
                <a:ea typeface="微软雅黑" panose="020B0503020204020204" pitchFamily="34" charset="-122"/>
              </a:rPr>
              <a:t>0.2%~0.3%</a:t>
            </a:r>
          </a:p>
          <a:p>
            <a:pPr marL="342900" indent="-342900">
              <a:buFont typeface="Arial" panose="020B0604020202020204" pitchFamily="34" charset="0"/>
              <a:buChar char="•"/>
            </a:pPr>
            <a:r>
              <a:rPr lang="en-US" altLang="zh-CN" dirty="0">
                <a:solidFill>
                  <a:schemeClr val="tx1"/>
                </a:solidFill>
                <a:latin typeface="微软雅黑" panose="020B0503020204020204" pitchFamily="34" charset="-122"/>
                <a:ea typeface="微软雅黑" panose="020B0503020204020204" pitchFamily="34" charset="-122"/>
              </a:rPr>
              <a:t>LAFM</a:t>
            </a:r>
            <a:r>
              <a:rPr lang="zh-CN" altLang="en-US" dirty="0">
                <a:solidFill>
                  <a:schemeClr val="tx1"/>
                </a:solidFill>
                <a:latin typeface="微软雅黑" panose="020B0503020204020204" pitchFamily="34" charset="-122"/>
                <a:ea typeface="微软雅黑" panose="020B0503020204020204" pitchFamily="34" charset="-122"/>
              </a:rPr>
              <a:t>完美解决了</a:t>
            </a:r>
            <a:r>
              <a:rPr lang="en-US" altLang="zh-CN" dirty="0">
                <a:solidFill>
                  <a:schemeClr val="tx1"/>
                </a:solidFill>
                <a:latin typeface="微软雅黑" panose="020B0503020204020204" pitchFamily="34" charset="-122"/>
                <a:ea typeface="微软雅黑" panose="020B0503020204020204" pitchFamily="34" charset="-122"/>
              </a:rPr>
              <a:t>Finesse</a:t>
            </a:r>
            <a:r>
              <a:rPr lang="zh-CN" altLang="en-US" dirty="0">
                <a:solidFill>
                  <a:schemeClr val="tx1"/>
                </a:solidFill>
                <a:latin typeface="微软雅黑" panose="020B0503020204020204" pitchFamily="34" charset="-122"/>
                <a:ea typeface="微软雅黑" panose="020B0503020204020204" pitchFamily="34" charset="-122"/>
              </a:rPr>
              <a:t>新的特征提取方案在数据集</a:t>
            </a:r>
            <a:r>
              <a:rPr lang="en-US" altLang="zh-CN" dirty="0">
                <a:solidFill>
                  <a:schemeClr val="tx1"/>
                </a:solidFill>
                <a:latin typeface="微软雅黑" panose="020B0503020204020204" pitchFamily="34" charset="-122"/>
                <a:ea typeface="微软雅黑" panose="020B0503020204020204" pitchFamily="34" charset="-122"/>
              </a:rPr>
              <a:t>VM</a:t>
            </a:r>
            <a:r>
              <a:rPr lang="zh-CN" altLang="en-US" dirty="0">
                <a:solidFill>
                  <a:schemeClr val="tx1"/>
                </a:solidFill>
                <a:latin typeface="微软雅黑" panose="020B0503020204020204" pitchFamily="34" charset="-122"/>
                <a:ea typeface="微软雅黑" panose="020B0503020204020204" pitchFamily="34" charset="-122"/>
              </a:rPr>
              <a:t>和</a:t>
            </a:r>
            <a:r>
              <a:rPr lang="en-US" altLang="zh-CN" dirty="0">
                <a:solidFill>
                  <a:schemeClr val="tx1"/>
                </a:solidFill>
                <a:latin typeface="微软雅黑" panose="020B0503020204020204" pitchFamily="34" charset="-122"/>
                <a:ea typeface="微软雅黑" panose="020B0503020204020204" pitchFamily="34" charset="-122"/>
              </a:rPr>
              <a:t>VMDK</a:t>
            </a:r>
            <a:r>
              <a:rPr lang="zh-CN" altLang="en-US" dirty="0">
                <a:solidFill>
                  <a:schemeClr val="tx1"/>
                </a:solidFill>
                <a:latin typeface="微软雅黑" panose="020B0503020204020204" pitchFamily="34" charset="-122"/>
                <a:ea typeface="微软雅黑" panose="020B0503020204020204" pitchFamily="34" charset="-122"/>
              </a:rPr>
              <a:t>上</a:t>
            </a:r>
            <a:r>
              <a:rPr lang="en-US" altLang="zh-CN" dirty="0">
                <a:solidFill>
                  <a:schemeClr val="tx1"/>
                </a:solidFill>
                <a:latin typeface="微软雅黑" panose="020B0503020204020204" pitchFamily="34" charset="-122"/>
                <a:ea typeface="微软雅黑" panose="020B0503020204020204" pitchFamily="34" charset="-122"/>
              </a:rPr>
              <a:t>CF</a:t>
            </a:r>
            <a:r>
              <a:rPr lang="zh-CN" altLang="en-US" dirty="0">
                <a:solidFill>
                  <a:schemeClr val="tx1"/>
                </a:solidFill>
                <a:latin typeface="微软雅黑" panose="020B0503020204020204" pitchFamily="34" charset="-122"/>
                <a:ea typeface="微软雅黑" panose="020B0503020204020204" pitchFamily="34" charset="-122"/>
              </a:rPr>
              <a:t>和</a:t>
            </a:r>
            <a:r>
              <a:rPr lang="en-US" altLang="zh-CN" dirty="0">
                <a:solidFill>
                  <a:schemeClr val="tx1"/>
                </a:solidFill>
                <a:latin typeface="微软雅黑" panose="020B0503020204020204" pitchFamily="34" charset="-122"/>
                <a:ea typeface="微软雅黑" panose="020B0503020204020204" pitchFamily="34" charset="-122"/>
              </a:rPr>
              <a:t>SCR</a:t>
            </a:r>
            <a:r>
              <a:rPr lang="zh-CN" altLang="en-US" dirty="0">
                <a:solidFill>
                  <a:schemeClr val="tx1"/>
                </a:solidFill>
                <a:latin typeface="微软雅黑" panose="020B0503020204020204" pitchFamily="34" charset="-122"/>
                <a:ea typeface="微软雅黑" panose="020B0503020204020204" pitchFamily="34" charset="-122"/>
              </a:rPr>
              <a:t>下降的问题</a:t>
            </a:r>
            <a:endParaRPr lang="en-US" altLang="zh-CN" dirty="0">
              <a:solidFill>
                <a:schemeClr val="tx1"/>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dirty="0">
                <a:solidFill>
                  <a:schemeClr val="tx1"/>
                </a:solidFill>
                <a:latin typeface="微软雅黑" panose="020B0503020204020204" pitchFamily="34" charset="-122"/>
                <a:ea typeface="微软雅黑" panose="020B0503020204020204" pitchFamily="34" charset="-122"/>
              </a:rPr>
              <a:t>除了数据集</a:t>
            </a:r>
            <a:r>
              <a:rPr lang="en-US" altLang="zh-CN" dirty="0">
                <a:solidFill>
                  <a:schemeClr val="tx1"/>
                </a:solidFill>
                <a:latin typeface="微软雅黑" panose="020B0503020204020204" pitchFamily="34" charset="-122"/>
                <a:ea typeface="微软雅黑" panose="020B0503020204020204" pitchFamily="34" charset="-122"/>
              </a:rPr>
              <a:t>GCC</a:t>
            </a:r>
            <a:r>
              <a:rPr lang="zh-CN" altLang="en-US" dirty="0">
                <a:solidFill>
                  <a:schemeClr val="tx1"/>
                </a:solidFill>
                <a:latin typeface="微软雅黑" panose="020B0503020204020204" pitchFamily="34" charset="-122"/>
                <a:ea typeface="微软雅黑" panose="020B0503020204020204" pitchFamily="34" charset="-122"/>
              </a:rPr>
              <a:t>外，优化后的</a:t>
            </a:r>
            <a:r>
              <a:rPr lang="en-US" altLang="zh-CN" dirty="0">
                <a:solidFill>
                  <a:schemeClr val="tx1"/>
                </a:solidFill>
                <a:latin typeface="微软雅黑" panose="020B0503020204020204" pitchFamily="34" charset="-122"/>
                <a:ea typeface="微软雅黑" panose="020B0503020204020204" pitchFamily="34" charset="-122"/>
              </a:rPr>
              <a:t>Finesse</a:t>
            </a:r>
            <a:r>
              <a:rPr lang="zh-CN" altLang="en-US" dirty="0">
                <a:solidFill>
                  <a:schemeClr val="tx1"/>
                </a:solidFill>
                <a:latin typeface="微软雅黑" panose="020B0503020204020204" pitchFamily="34" charset="-122"/>
                <a:ea typeface="微软雅黑" panose="020B0503020204020204" pitchFamily="34" charset="-122"/>
              </a:rPr>
              <a:t>在</a:t>
            </a:r>
            <a:r>
              <a:rPr lang="en-US" altLang="zh-CN" dirty="0">
                <a:solidFill>
                  <a:srgbClr val="FF0000"/>
                </a:solidFill>
                <a:latin typeface="微软雅黑" panose="020B0503020204020204" pitchFamily="34" charset="-122"/>
                <a:ea typeface="微软雅黑" panose="020B0503020204020204" pitchFamily="34" charset="-122"/>
              </a:rPr>
              <a:t>CF</a:t>
            </a:r>
            <a:r>
              <a:rPr lang="zh-CN" altLang="en-US" dirty="0">
                <a:solidFill>
                  <a:srgbClr val="FF0000"/>
                </a:solidFill>
                <a:latin typeface="微软雅黑" panose="020B0503020204020204" pitchFamily="34" charset="-122"/>
                <a:ea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rPr>
              <a:t>DCE</a:t>
            </a:r>
            <a:r>
              <a:rPr lang="zh-CN" altLang="en-US" dirty="0">
                <a:solidFill>
                  <a:srgbClr val="FF0000"/>
                </a:solidFill>
                <a:latin typeface="微软雅黑" panose="020B0503020204020204" pitchFamily="34" charset="-122"/>
                <a:ea typeface="微软雅黑" panose="020B0503020204020204" pitchFamily="34" charset="-122"/>
              </a:rPr>
              <a:t>和</a:t>
            </a:r>
            <a:r>
              <a:rPr lang="en-US" altLang="zh-CN" dirty="0">
                <a:solidFill>
                  <a:srgbClr val="FF0000"/>
                </a:solidFill>
                <a:latin typeface="微软雅黑" panose="020B0503020204020204" pitchFamily="34" charset="-122"/>
                <a:ea typeface="微软雅黑" panose="020B0503020204020204" pitchFamily="34" charset="-122"/>
              </a:rPr>
              <a:t>SCR</a:t>
            </a:r>
            <a:r>
              <a:rPr lang="zh-CN" altLang="en-US" dirty="0">
                <a:solidFill>
                  <a:schemeClr val="tx1"/>
                </a:solidFill>
                <a:latin typeface="微软雅黑" panose="020B0503020204020204" pitchFamily="34" charset="-122"/>
                <a:ea typeface="微软雅黑" panose="020B0503020204020204" pitchFamily="34" charset="-122"/>
              </a:rPr>
              <a:t>三个方面都优于原始的</a:t>
            </a:r>
            <a:r>
              <a:rPr lang="en-US" altLang="zh-CN" dirty="0">
                <a:solidFill>
                  <a:schemeClr val="tx1"/>
                </a:solidFill>
                <a:latin typeface="微软雅黑" panose="020B0503020204020204" pitchFamily="34" charset="-122"/>
                <a:ea typeface="微软雅黑" panose="020B0503020204020204" pitchFamily="34" charset="-122"/>
              </a:rPr>
              <a:t>Super-feature</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 name="灯片编号占位符 2">
            <a:extLst>
              <a:ext uri="{FF2B5EF4-FFF2-40B4-BE49-F238E27FC236}">
                <a16:creationId xmlns:a16="http://schemas.microsoft.com/office/drawing/2014/main" id="{C59A3407-F557-3975-F936-B80D37E4914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36</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261655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4.3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综合效果测试</a:t>
            </a:r>
          </a:p>
        </p:txBody>
      </p:sp>
      <p:sp>
        <p:nvSpPr>
          <p:cNvPr id="25" name="矩形 24">
            <a:extLst>
              <a:ext uri="{FF2B5EF4-FFF2-40B4-BE49-F238E27FC236}">
                <a16:creationId xmlns:a16="http://schemas.microsoft.com/office/drawing/2014/main" id="{692FD994-D773-D784-02DF-757CFA3B0CCA}"/>
              </a:ext>
            </a:extLst>
          </p:cNvPr>
          <p:cNvSpPr/>
          <p:nvPr/>
        </p:nvSpPr>
        <p:spPr>
          <a:xfrm>
            <a:off x="541573" y="1700808"/>
            <a:ext cx="8062875" cy="499624"/>
          </a:xfrm>
          <a:prstGeom prst="rect">
            <a:avLst/>
          </a:prstGeom>
        </p:spPr>
        <p:txBody>
          <a:bodyPr wrap="square">
            <a:spAutoFit/>
          </a:bodyPr>
          <a:lstStyle/>
          <a:p>
            <a:pPr>
              <a:lnSpc>
                <a:spcPct val="150000"/>
              </a:lnSpc>
            </a:pPr>
            <a:r>
              <a:rPr kumimoji="1" lang="en-US" altLang="zh-CN" dirty="0">
                <a:solidFill>
                  <a:schemeClr val="tx1"/>
                </a:solidFill>
                <a:latin typeface="微软雅黑" panose="020B0503020204020204" pitchFamily="34" charset="-122"/>
                <a:ea typeface="微软雅黑" panose="020B0503020204020204" pitchFamily="34" charset="-122"/>
              </a:rPr>
              <a:t>PFE</a:t>
            </a:r>
            <a:r>
              <a:rPr kumimoji="1" lang="zh-CN" altLang="en-US" dirty="0">
                <a:solidFill>
                  <a:schemeClr val="tx1"/>
                </a:solidFill>
                <a:latin typeface="微软雅黑" panose="020B0503020204020204" pitchFamily="34" charset="-122"/>
                <a:ea typeface="微软雅黑" panose="020B0503020204020204" pitchFamily="34" charset="-122"/>
              </a:rPr>
              <a:t>和</a:t>
            </a:r>
            <a:r>
              <a:rPr kumimoji="1" lang="en-US" altLang="zh-CN" dirty="0">
                <a:solidFill>
                  <a:schemeClr val="tx1"/>
                </a:solidFill>
                <a:latin typeface="微软雅黑" panose="020B0503020204020204" pitchFamily="34" charset="-122"/>
                <a:ea typeface="微软雅黑" panose="020B0503020204020204" pitchFamily="34" charset="-122"/>
              </a:rPr>
              <a:t>LAFM</a:t>
            </a:r>
            <a:r>
              <a:rPr kumimoji="1" lang="zh-CN" altLang="en-US" dirty="0">
                <a:solidFill>
                  <a:schemeClr val="tx1"/>
                </a:solidFill>
                <a:latin typeface="微软雅黑" panose="020B0503020204020204" pitchFamily="34" charset="-122"/>
                <a:ea typeface="微软雅黑" panose="020B0503020204020204" pitchFamily="34" charset="-122"/>
              </a:rPr>
              <a:t>对</a:t>
            </a:r>
            <a:r>
              <a:rPr kumimoji="1" lang="en-US" altLang="zh-CN" dirty="0">
                <a:solidFill>
                  <a:schemeClr val="tx1"/>
                </a:solidFill>
                <a:latin typeface="微软雅黑" panose="020B0503020204020204" pitchFamily="34" charset="-122"/>
                <a:ea typeface="微软雅黑" panose="020B0503020204020204" pitchFamily="34" charset="-122"/>
              </a:rPr>
              <a:t>Super-feature</a:t>
            </a:r>
            <a:r>
              <a:rPr kumimoji="1" lang="zh-CN" altLang="en-US" dirty="0">
                <a:solidFill>
                  <a:schemeClr val="tx1"/>
                </a:solidFill>
                <a:latin typeface="微软雅黑" panose="020B0503020204020204" pitchFamily="34" charset="-122"/>
                <a:ea typeface="微软雅黑" panose="020B0503020204020204" pitchFamily="34" charset="-122"/>
              </a:rPr>
              <a:t>和</a:t>
            </a:r>
            <a:r>
              <a:rPr kumimoji="1" lang="en-US" altLang="zh-CN" dirty="0">
                <a:solidFill>
                  <a:schemeClr val="tx1"/>
                </a:solidFill>
                <a:latin typeface="微软雅黑" panose="020B0503020204020204" pitchFamily="34" charset="-122"/>
                <a:ea typeface="微软雅黑" panose="020B0503020204020204" pitchFamily="34" charset="-122"/>
              </a:rPr>
              <a:t>Finesse</a:t>
            </a:r>
            <a:r>
              <a:rPr kumimoji="1" lang="zh-CN" altLang="en-US" dirty="0">
                <a:solidFill>
                  <a:schemeClr val="tx1"/>
                </a:solidFill>
                <a:latin typeface="微软雅黑" panose="020B0503020204020204" pitchFamily="34" charset="-122"/>
                <a:ea typeface="微软雅黑" panose="020B0503020204020204" pitchFamily="34" charset="-122"/>
              </a:rPr>
              <a:t>的优化效果</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66017EF1-B094-769A-E55D-FB3A63BBFDC5}"/>
              </a:ext>
            </a:extLst>
          </p:cNvPr>
          <p:cNvPicPr>
            <a:picLocks noChangeAspect="1"/>
          </p:cNvPicPr>
          <p:nvPr/>
        </p:nvPicPr>
        <p:blipFill>
          <a:blip r:embed="rId4"/>
          <a:stretch>
            <a:fillRect/>
          </a:stretch>
        </p:blipFill>
        <p:spPr>
          <a:xfrm>
            <a:off x="2209651" y="2492896"/>
            <a:ext cx="4724697" cy="3887564"/>
          </a:xfrm>
          <a:prstGeom prst="rect">
            <a:avLst/>
          </a:prstGeom>
        </p:spPr>
      </p:pic>
      <p:sp>
        <p:nvSpPr>
          <p:cNvPr id="7" name="文本框 6">
            <a:extLst>
              <a:ext uri="{FF2B5EF4-FFF2-40B4-BE49-F238E27FC236}">
                <a16:creationId xmlns:a16="http://schemas.microsoft.com/office/drawing/2014/main" id="{AEE28B13-8C43-176C-F161-AD022F9FD369}"/>
              </a:ext>
            </a:extLst>
          </p:cNvPr>
          <p:cNvSpPr txBox="1"/>
          <p:nvPr/>
        </p:nvSpPr>
        <p:spPr>
          <a:xfrm>
            <a:off x="581413" y="3641906"/>
            <a:ext cx="8062874" cy="1323439"/>
          </a:xfrm>
          <a:prstGeom prst="rect">
            <a:avLst/>
          </a:prstGeom>
          <a:solidFill>
            <a:schemeClr val="bg1"/>
          </a:solidFill>
          <a:ln>
            <a:solidFill>
              <a:srgbClr val="C00000"/>
            </a:solidFill>
          </a:ln>
        </p:spPr>
        <p:txBody>
          <a:bodyPr wrap="square" rtlCol="0">
            <a:spAutoFit/>
          </a:bodyPr>
          <a:lstStyle/>
          <a:p>
            <a:pPr marL="342900" indent="-342900">
              <a:buFont typeface="Arial" panose="020B0604020202020204" pitchFamily="34" charset="0"/>
              <a:buChar char="•"/>
            </a:pPr>
            <a:r>
              <a:rPr lang="en-US" altLang="zh-CN" dirty="0">
                <a:solidFill>
                  <a:schemeClr val="tx1"/>
                </a:solidFill>
              </a:rPr>
              <a:t>Super-feature</a:t>
            </a:r>
            <a:r>
              <a:rPr lang="zh-CN" altLang="zh-CN" dirty="0">
                <a:solidFill>
                  <a:schemeClr val="tx1"/>
                </a:solidFill>
              </a:rPr>
              <a:t>和</a:t>
            </a:r>
            <a:r>
              <a:rPr lang="en-US" altLang="zh-CN" dirty="0">
                <a:solidFill>
                  <a:schemeClr val="tx1"/>
                </a:solidFill>
              </a:rPr>
              <a:t>Finesse</a:t>
            </a:r>
            <a:r>
              <a:rPr lang="zh-CN" altLang="zh-CN" dirty="0">
                <a:solidFill>
                  <a:schemeClr val="tx1"/>
                </a:solidFill>
              </a:rPr>
              <a:t>经过优化后，系统吞吐量分别获得了</a:t>
            </a:r>
            <a:r>
              <a:rPr lang="en-US" altLang="zh-CN" dirty="0">
                <a:solidFill>
                  <a:srgbClr val="FF0000"/>
                </a:solidFill>
              </a:rPr>
              <a:t>4.06~5.33</a:t>
            </a:r>
            <a:r>
              <a:rPr lang="zh-CN" altLang="zh-CN" dirty="0">
                <a:solidFill>
                  <a:srgbClr val="FF0000"/>
                </a:solidFill>
              </a:rPr>
              <a:t>倍</a:t>
            </a:r>
            <a:r>
              <a:rPr lang="zh-CN" altLang="zh-CN" dirty="0">
                <a:solidFill>
                  <a:schemeClr val="tx1"/>
                </a:solidFill>
              </a:rPr>
              <a:t>和</a:t>
            </a:r>
            <a:r>
              <a:rPr lang="en-US" altLang="zh-CN" dirty="0">
                <a:solidFill>
                  <a:srgbClr val="FF0000"/>
                </a:solidFill>
              </a:rPr>
              <a:t>1.21~1.32</a:t>
            </a:r>
            <a:r>
              <a:rPr lang="zh-CN" altLang="zh-CN" dirty="0">
                <a:solidFill>
                  <a:srgbClr val="FF0000"/>
                </a:solidFill>
              </a:rPr>
              <a:t>倍</a:t>
            </a:r>
            <a:r>
              <a:rPr lang="zh-CN" altLang="zh-CN" dirty="0">
                <a:solidFill>
                  <a:schemeClr val="tx1"/>
                </a:solidFill>
              </a:rPr>
              <a:t>的加速比</a:t>
            </a:r>
            <a:endParaRPr lang="en-US" altLang="zh-CN" dirty="0">
              <a:solidFill>
                <a:schemeClr val="tx1"/>
              </a:solidFill>
            </a:endParaRPr>
          </a:p>
          <a:p>
            <a:pPr marL="342900" indent="-342900">
              <a:buFont typeface="Arial" panose="020B0604020202020204" pitchFamily="34" charset="0"/>
              <a:buChar char="•"/>
            </a:pPr>
            <a:r>
              <a:rPr lang="zh-CN" altLang="zh-CN" dirty="0">
                <a:solidFill>
                  <a:schemeClr val="tx1"/>
                </a:solidFill>
              </a:rPr>
              <a:t>经过优化的</a:t>
            </a:r>
            <a:r>
              <a:rPr lang="en-US" altLang="zh-CN" dirty="0">
                <a:solidFill>
                  <a:schemeClr val="tx1"/>
                </a:solidFill>
              </a:rPr>
              <a:t>Super-feature</a:t>
            </a:r>
            <a:r>
              <a:rPr lang="zh-CN" altLang="zh-CN" dirty="0">
                <a:solidFill>
                  <a:schemeClr val="tx1"/>
                </a:solidFill>
              </a:rPr>
              <a:t>获得了超越原始</a:t>
            </a:r>
            <a:r>
              <a:rPr lang="en-US" altLang="zh-CN" dirty="0">
                <a:solidFill>
                  <a:schemeClr val="tx1"/>
                </a:solidFill>
              </a:rPr>
              <a:t>Finesse</a:t>
            </a:r>
            <a:r>
              <a:rPr lang="zh-CN" altLang="zh-CN" dirty="0">
                <a:solidFill>
                  <a:schemeClr val="tx1"/>
                </a:solidFill>
              </a:rPr>
              <a:t>的</a:t>
            </a:r>
            <a:r>
              <a:rPr lang="zh-CN" altLang="en-US" dirty="0">
                <a:solidFill>
                  <a:schemeClr val="tx1"/>
                </a:solidFill>
              </a:rPr>
              <a:t>吞吐量</a:t>
            </a:r>
            <a:r>
              <a:rPr lang="zh-CN" altLang="zh-CN" dirty="0">
                <a:solidFill>
                  <a:schemeClr val="tx1"/>
                </a:solidFill>
              </a:rPr>
              <a:t>性能</a:t>
            </a:r>
            <a:r>
              <a:rPr lang="zh-CN" altLang="en-US" dirty="0">
                <a:solidFill>
                  <a:schemeClr val="tx1"/>
                </a:solidFill>
              </a:rPr>
              <a:t>，而优化后的</a:t>
            </a:r>
            <a:r>
              <a:rPr lang="en-US" altLang="zh-CN" dirty="0">
                <a:solidFill>
                  <a:schemeClr val="tx1"/>
                </a:solidFill>
              </a:rPr>
              <a:t>Finesse</a:t>
            </a:r>
            <a:r>
              <a:rPr lang="zh-CN" altLang="en-US" dirty="0">
                <a:solidFill>
                  <a:schemeClr val="tx1"/>
                </a:solidFill>
              </a:rPr>
              <a:t>获得了解决仅执行数据去重的吞吐量性能</a:t>
            </a:r>
            <a:endParaRPr lang="en-US" altLang="zh-CN" dirty="0">
              <a:solidFill>
                <a:schemeClr val="tx1"/>
              </a:solidFill>
            </a:endParaRPr>
          </a:p>
        </p:txBody>
      </p:sp>
      <p:sp>
        <p:nvSpPr>
          <p:cNvPr id="2" name="灯片编号占位符 1">
            <a:extLst>
              <a:ext uri="{FF2B5EF4-FFF2-40B4-BE49-F238E27FC236}">
                <a16:creationId xmlns:a16="http://schemas.microsoft.com/office/drawing/2014/main" id="{5A4DBD00-EEEB-D69B-9D5E-C8497797160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37</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111252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a:extLst>
              <a:ext uri="{FF2B5EF4-FFF2-40B4-BE49-F238E27FC236}">
                <a16:creationId xmlns:a16="http://schemas.microsoft.com/office/drawing/2014/main" id="{76B2AC9E-768D-D45D-3C69-CE3A614D2D15}"/>
              </a:ext>
            </a:extLst>
          </p:cNvPr>
          <p:cNvSpPr>
            <a:spLocks noChangeArrowheads="1"/>
          </p:cNvSpPr>
          <p:nvPr/>
        </p:nvSpPr>
        <p:spPr bwMode="auto">
          <a:xfrm>
            <a:off x="439838" y="1137039"/>
            <a:ext cx="8346024" cy="560153"/>
          </a:xfrm>
          <a:prstGeom prst="rect">
            <a:avLst/>
          </a:prstGeom>
          <a:noFill/>
          <a:ln w="9525">
            <a:noFill/>
            <a:miter lim="800000"/>
          </a:ln>
          <a:effectLst/>
        </p:spPr>
        <p:txBody>
          <a:bodyPr wrap="square">
            <a:spAutoFit/>
          </a:bodyPr>
          <a:lstStyle/>
          <a:p>
            <a:pPr lvl="0" eaLnBrk="1" hangingPunct="1">
              <a:lnSpc>
                <a:spcPct val="95000"/>
              </a:lnSpc>
              <a:defRPr/>
            </a:pPr>
            <a:r>
              <a:rPr kumimoji="1" lang="en-US" altLang="zh-CN" sz="3200" b="1" dirty="0">
                <a:solidFill>
                  <a:srgbClr val="1F497D">
                    <a:lumMod val="75000"/>
                  </a:srgbClr>
                </a:solidFill>
                <a:latin typeface="微软雅黑" panose="020B0503020204020204" pitchFamily="34" charset="-122"/>
                <a:ea typeface="微软雅黑" panose="020B0503020204020204" pitchFamily="34" charset="-122"/>
              </a:rPr>
              <a:t>5 </a:t>
            </a:r>
            <a:r>
              <a:rPr kumimoji="1" lang="zh-CN" altLang="en-US" sz="3200" b="1" dirty="0">
                <a:solidFill>
                  <a:srgbClr val="1F497D">
                    <a:lumMod val="75000"/>
                  </a:srgbClr>
                </a:solidFill>
                <a:latin typeface="微软雅黑" panose="020B0503020204020204" pitchFamily="34" charset="-122"/>
                <a:ea typeface="微软雅黑" panose="020B0503020204020204" pitchFamily="34" charset="-122"/>
              </a:rPr>
              <a:t>总结</a:t>
            </a:r>
          </a:p>
        </p:txBody>
      </p:sp>
      <p:sp>
        <p:nvSpPr>
          <p:cNvPr id="25" name="矩形 24">
            <a:extLst>
              <a:ext uri="{FF2B5EF4-FFF2-40B4-BE49-F238E27FC236}">
                <a16:creationId xmlns:a16="http://schemas.microsoft.com/office/drawing/2014/main" id="{692FD994-D773-D784-02DF-757CFA3B0CCA}"/>
              </a:ext>
            </a:extLst>
          </p:cNvPr>
          <p:cNvSpPr/>
          <p:nvPr/>
        </p:nvSpPr>
        <p:spPr>
          <a:xfrm>
            <a:off x="541573" y="1700808"/>
            <a:ext cx="8062875" cy="3269613"/>
          </a:xfrm>
          <a:prstGeom prst="rect">
            <a:avLst/>
          </a:prstGeom>
        </p:spPr>
        <p:txBody>
          <a:bodyPr wrap="square">
            <a:spAutoFit/>
          </a:bodyPr>
          <a:lstStyle/>
          <a:p>
            <a:pPr>
              <a:lnSpc>
                <a:spcPct val="150000"/>
              </a:lnSpc>
            </a:pPr>
            <a:r>
              <a:rPr kumimoji="1" lang="zh-CN" altLang="en-US" dirty="0">
                <a:solidFill>
                  <a:schemeClr val="tx1"/>
                </a:solidFill>
                <a:latin typeface="微软雅黑" panose="020B0503020204020204" pitchFamily="34" charset="-122"/>
                <a:ea typeface="微软雅黑" panose="020B0503020204020204" pitchFamily="34" charset="-122"/>
              </a:rPr>
              <a:t>主要工作：</a:t>
            </a:r>
            <a:endParaRPr kumimoji="1" lang="en-US" altLang="zh-CN"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kumimoji="1" lang="zh-CN" altLang="en-US" dirty="0">
                <a:solidFill>
                  <a:schemeClr val="tx1"/>
                </a:solidFill>
                <a:latin typeface="微软雅黑" panose="020B0503020204020204" pitchFamily="34" charset="-122"/>
                <a:ea typeface="微软雅黑" panose="020B0503020204020204" pitchFamily="34" charset="-122"/>
              </a:rPr>
              <a:t>提出了一种</a:t>
            </a:r>
            <a:r>
              <a:rPr kumimoji="1" lang="zh-CN" altLang="en-US" dirty="0">
                <a:solidFill>
                  <a:srgbClr val="FF0000"/>
                </a:solidFill>
                <a:latin typeface="微软雅黑" panose="020B0503020204020204" pitchFamily="34" charset="-122"/>
                <a:ea typeface="微软雅黑" panose="020B0503020204020204" pitchFamily="34" charset="-122"/>
              </a:rPr>
              <a:t>基于</a:t>
            </a:r>
            <a:r>
              <a:rPr kumimoji="1" lang="en-US" altLang="zh-CN" dirty="0">
                <a:solidFill>
                  <a:srgbClr val="FF0000"/>
                </a:solidFill>
                <a:latin typeface="微软雅黑" panose="020B0503020204020204" pitchFamily="34" charset="-122"/>
                <a:ea typeface="微软雅黑" panose="020B0503020204020204" pitchFamily="34" charset="-122"/>
              </a:rPr>
              <a:t>AVX-512</a:t>
            </a:r>
            <a:r>
              <a:rPr kumimoji="1" lang="zh-CN" altLang="en-US" dirty="0">
                <a:solidFill>
                  <a:srgbClr val="FF0000"/>
                </a:solidFill>
                <a:latin typeface="微软雅黑" panose="020B0503020204020204" pitchFamily="34" charset="-122"/>
                <a:ea typeface="微软雅黑" panose="020B0503020204020204" pitchFamily="34" charset="-122"/>
              </a:rPr>
              <a:t>指令集的并行特征提取算法</a:t>
            </a:r>
            <a:r>
              <a:rPr kumimoji="1" lang="en-US" altLang="zh-CN" dirty="0">
                <a:solidFill>
                  <a:srgbClr val="FF0000"/>
                </a:solidFill>
                <a:latin typeface="微软雅黑" panose="020B0503020204020204" pitchFamily="34" charset="-122"/>
                <a:ea typeface="微软雅黑" panose="020B0503020204020204" pitchFamily="34" charset="-122"/>
              </a:rPr>
              <a:t>PFE</a:t>
            </a:r>
            <a:r>
              <a:rPr kumimoji="1" lang="zh-CN" altLang="en-US" dirty="0">
                <a:solidFill>
                  <a:schemeClr val="tx1"/>
                </a:solidFill>
                <a:latin typeface="微软雅黑" panose="020B0503020204020204" pitchFamily="34" charset="-122"/>
                <a:ea typeface="微软雅黑" panose="020B0503020204020204" pitchFamily="34" charset="-122"/>
              </a:rPr>
              <a:t>，实现了相似性检测方法中特征提取过程的并行化，并针对</a:t>
            </a:r>
            <a:r>
              <a:rPr kumimoji="1" lang="zh-CN" altLang="en-US" dirty="0">
                <a:solidFill>
                  <a:srgbClr val="FF0000"/>
                </a:solidFill>
                <a:latin typeface="微软雅黑" panose="020B0503020204020204" pitchFamily="34" charset="-122"/>
                <a:ea typeface="微软雅黑" panose="020B0503020204020204" pitchFamily="34" charset="-122"/>
              </a:rPr>
              <a:t>线性变换和子区域最大值两种特征提取策略</a:t>
            </a:r>
            <a:r>
              <a:rPr kumimoji="1" lang="zh-CN" altLang="en-US" dirty="0">
                <a:solidFill>
                  <a:schemeClr val="tx1"/>
                </a:solidFill>
                <a:latin typeface="微软雅黑" panose="020B0503020204020204" pitchFamily="34" charset="-122"/>
                <a:ea typeface="微软雅黑" panose="020B0503020204020204" pitchFamily="34" charset="-122"/>
              </a:rPr>
              <a:t>进行了优化</a:t>
            </a:r>
            <a:endParaRPr kumimoji="1" lang="en-US" altLang="zh-CN" dirty="0">
              <a:solidFill>
                <a:schemeClr val="tx1"/>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kumimoji="1" lang="zh-CN" altLang="en-US" dirty="0">
                <a:solidFill>
                  <a:schemeClr val="tx1"/>
                </a:solidFill>
                <a:latin typeface="微软雅黑" panose="020B0503020204020204" pitchFamily="34" charset="-122"/>
                <a:ea typeface="微软雅黑" panose="020B0503020204020204" pitchFamily="34" charset="-122"/>
              </a:rPr>
              <a:t>提出了</a:t>
            </a:r>
            <a:r>
              <a:rPr kumimoji="1" lang="zh-CN" altLang="en-US" dirty="0">
                <a:solidFill>
                  <a:srgbClr val="FF0000"/>
                </a:solidFill>
                <a:latin typeface="微软雅黑" panose="020B0503020204020204" pitchFamily="34" charset="-122"/>
                <a:ea typeface="微软雅黑" panose="020B0503020204020204" pitchFamily="34" charset="-122"/>
              </a:rPr>
              <a:t>基于局部性感知的特征匹配技术</a:t>
            </a:r>
            <a:r>
              <a:rPr kumimoji="1" lang="en-US" altLang="zh-CN" dirty="0">
                <a:solidFill>
                  <a:srgbClr val="FF0000"/>
                </a:solidFill>
                <a:latin typeface="微软雅黑" panose="020B0503020204020204" pitchFamily="34" charset="-122"/>
                <a:ea typeface="微软雅黑" panose="020B0503020204020204" pitchFamily="34" charset="-122"/>
              </a:rPr>
              <a:t>LAFM</a:t>
            </a:r>
            <a:r>
              <a:rPr kumimoji="1" lang="zh-CN" altLang="en-US" dirty="0">
                <a:solidFill>
                  <a:schemeClr val="tx1"/>
                </a:solidFill>
                <a:latin typeface="微软雅黑" panose="020B0503020204020204" pitchFamily="34" charset="-122"/>
                <a:ea typeface="微软雅黑" panose="020B0503020204020204" pitchFamily="34" charset="-122"/>
              </a:rPr>
              <a:t>，有效地检测出了潜在的相似数据块，设计实现了</a:t>
            </a:r>
            <a:r>
              <a:rPr kumimoji="1" lang="zh-CN" altLang="en-US" dirty="0">
                <a:solidFill>
                  <a:srgbClr val="FF0000"/>
                </a:solidFill>
                <a:latin typeface="微软雅黑" panose="020B0503020204020204" pitchFamily="34" charset="-122"/>
                <a:ea typeface="微软雅黑" panose="020B0503020204020204" pitchFamily="34" charset="-122"/>
              </a:rPr>
              <a:t>基于</a:t>
            </a:r>
            <a:r>
              <a:rPr kumimoji="1" lang="en-US" altLang="zh-CN" dirty="0">
                <a:solidFill>
                  <a:srgbClr val="FF0000"/>
                </a:solidFill>
                <a:latin typeface="微软雅黑" panose="020B0503020204020204" pitchFamily="34" charset="-122"/>
                <a:ea typeface="微软雅黑" panose="020B0503020204020204" pitchFamily="34" charset="-122"/>
              </a:rPr>
              <a:t>LAFM</a:t>
            </a:r>
            <a:r>
              <a:rPr kumimoji="1" lang="zh-CN" altLang="en-US" dirty="0">
                <a:solidFill>
                  <a:srgbClr val="FF0000"/>
                </a:solidFill>
                <a:latin typeface="微软雅黑" panose="020B0503020204020204" pitchFamily="34" charset="-122"/>
                <a:ea typeface="微软雅黑" panose="020B0503020204020204" pitchFamily="34" charset="-122"/>
              </a:rPr>
              <a:t>的联合数据去重和差量压缩的冗余数据删除系统</a:t>
            </a:r>
            <a:r>
              <a:rPr kumimoji="1" lang="en-US" altLang="zh-CN" dirty="0">
                <a:solidFill>
                  <a:srgbClr val="FF0000"/>
                </a:solidFill>
                <a:latin typeface="微软雅黑" panose="020B0503020204020204" pitchFamily="34" charset="-122"/>
                <a:ea typeface="微软雅黑" panose="020B0503020204020204" pitchFamily="34" charset="-122"/>
              </a:rPr>
              <a:t>LBS</a:t>
            </a:r>
            <a:r>
              <a:rPr kumimoji="1" lang="zh-CN" altLang="en-US" dirty="0">
                <a:solidFill>
                  <a:schemeClr val="tx1"/>
                </a:solidFill>
                <a:latin typeface="微软雅黑" panose="020B0503020204020204" pitchFamily="34" charset="-122"/>
                <a:ea typeface="微软雅黑" panose="020B0503020204020204" pitchFamily="34" charset="-122"/>
              </a:rPr>
              <a:t>，并提出了</a:t>
            </a:r>
            <a:r>
              <a:rPr kumimoji="1" lang="zh-CN" altLang="en-US" dirty="0">
                <a:solidFill>
                  <a:srgbClr val="FF0000"/>
                </a:solidFill>
                <a:latin typeface="微软雅黑" panose="020B0503020204020204" pitchFamily="34" charset="-122"/>
                <a:ea typeface="微软雅黑" panose="020B0503020204020204" pitchFamily="34" charset="-122"/>
              </a:rPr>
              <a:t>分级并行的差量压缩策略</a:t>
            </a:r>
            <a:endParaRPr kumimoji="1" lang="en-US" altLang="zh-CN" dirty="0">
              <a:solidFill>
                <a:srgbClr val="FF0000"/>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52BA7287-FDFC-C9BC-1FFE-97A1A128E9A8}"/>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38</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ustDataLst>
      <p:tags r:id="rId1"/>
    </p:custDataLst>
    <p:extLst>
      <p:ext uri="{BB962C8B-B14F-4D97-AF65-F5344CB8AC3E}">
        <p14:creationId xmlns:p14="http://schemas.microsoft.com/office/powerpoint/2010/main" val="3620528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1310" y="2360613"/>
            <a:ext cx="8229600" cy="863600"/>
          </a:xfrm>
        </p:spPr>
        <p:txBody>
          <a:bodyPr/>
          <a:lstStyle/>
          <a:p>
            <a:r>
              <a:rPr lang="zh-CN" altLang="en-US" sz="4400" dirty="0">
                <a:solidFill>
                  <a:srgbClr val="002060"/>
                </a:solidFill>
              </a:rPr>
              <a:t>谢谢</a:t>
            </a:r>
          </a:p>
        </p:txBody>
      </p:sp>
      <p:sp>
        <p:nvSpPr>
          <p:cNvPr id="4" name="灯片编号占位符 3"/>
          <p:cNvSpPr>
            <a:spLocks noGrp="1"/>
          </p:cNvSpPr>
          <p:nvPr>
            <p:ph type="sldNum" sz="quarter" idx="12"/>
          </p:nvPr>
        </p:nvSpPr>
        <p:spPr/>
        <p:txBody>
          <a:bodyPr/>
          <a:lstStyle/>
          <a:p>
            <a:fld id="{AB61FC3E-D4A9-4331-A431-894B06C02CB9}" type="slidenum">
              <a:rPr lang="zh-CN" altLang="en-US" smtClean="0"/>
              <a:t>39</a:t>
            </a:fld>
            <a:endParaRPr lang="zh-CN" altLang="en-US"/>
          </a:p>
        </p:txBody>
      </p:sp>
      <p:cxnSp>
        <p:nvCxnSpPr>
          <p:cNvPr id="7" name="直接连接符 6"/>
          <p:cNvCxnSpPr/>
          <p:nvPr/>
        </p:nvCxnSpPr>
        <p:spPr>
          <a:xfrm>
            <a:off x="719138" y="3371850"/>
            <a:ext cx="7705725" cy="0"/>
          </a:xfrm>
          <a:prstGeom prst="line">
            <a:avLst/>
          </a:prstGeom>
          <a:ln w="63500" cap="flat">
            <a:gradFill flip="none" rotWithShape="1">
              <a:gsLst>
                <a:gs pos="0">
                  <a:schemeClr val="accent1">
                    <a:lumMod val="20000"/>
                    <a:lumOff val="80000"/>
                  </a:schemeClr>
                </a:gs>
                <a:gs pos="53000">
                  <a:schemeClr val="accent1"/>
                </a:gs>
                <a:gs pos="100000">
                  <a:schemeClr val="accent1">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rcRect t="41239" b="27598"/>
          <a:stretch>
            <a:fillRect/>
          </a:stretch>
        </p:blipFill>
        <p:spPr>
          <a:xfrm>
            <a:off x="0" y="4843452"/>
            <a:ext cx="9144000" cy="2014548"/>
          </a:xfrm>
          <a:custGeom>
            <a:avLst/>
            <a:gdLst>
              <a:gd name="connsiteX0" fmla="*/ 6704242 w 9144000"/>
              <a:gd name="connsiteY0" fmla="*/ 12 h 2014548"/>
              <a:gd name="connsiteX1" fmla="*/ 9144000 w 9144000"/>
              <a:gd name="connsiteY1" fmla="*/ 108895 h 2014548"/>
              <a:gd name="connsiteX2" fmla="*/ 9144000 w 9144000"/>
              <a:gd name="connsiteY2" fmla="*/ 2014548 h 2014548"/>
              <a:gd name="connsiteX3" fmla="*/ 0 w 9144000"/>
              <a:gd name="connsiteY3" fmla="*/ 2014548 h 2014548"/>
              <a:gd name="connsiteX4" fmla="*/ 0 w 9144000"/>
              <a:gd name="connsiteY4" fmla="*/ 378136 h 2014548"/>
              <a:gd name="connsiteX5" fmla="*/ 6704242 w 9144000"/>
              <a:gd name="connsiteY5" fmla="*/ 12 h 2014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2014548">
                <a:moveTo>
                  <a:pt x="6704242" y="12"/>
                </a:moveTo>
                <a:cubicBezTo>
                  <a:pt x="7362528" y="693"/>
                  <a:pt x="8143875" y="31400"/>
                  <a:pt x="9144000" y="108895"/>
                </a:cubicBezTo>
                <a:lnTo>
                  <a:pt x="9144000" y="2014548"/>
                </a:lnTo>
                <a:lnTo>
                  <a:pt x="0" y="2014548"/>
                </a:lnTo>
                <a:lnTo>
                  <a:pt x="0" y="378136"/>
                </a:lnTo>
                <a:cubicBezTo>
                  <a:pt x="3571875" y="378136"/>
                  <a:pt x="4353223" y="-2420"/>
                  <a:pt x="6704242" y="12"/>
                </a:cubicBezTo>
                <a:close/>
              </a:path>
            </a:pathLst>
          </a:custGeom>
        </p:spPr>
      </p:pic>
    </p:spTree>
    <p:extLst>
      <p:ext uri="{BB962C8B-B14F-4D97-AF65-F5344CB8AC3E}">
        <p14:creationId xmlns:p14="http://schemas.microsoft.com/office/powerpoint/2010/main" val="25988915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7.4|5.4"/>
</p:tagLst>
</file>

<file path=ppt/tags/tag2.xml><?xml version="1.0" encoding="utf-8"?>
<p:tagLst xmlns:a="http://schemas.openxmlformats.org/drawingml/2006/main" xmlns:r="http://schemas.openxmlformats.org/officeDocument/2006/relationships" xmlns:p="http://schemas.openxmlformats.org/presentationml/2006/main">
  <p:tag name="TIMING" val="|17.4|5.4"/>
</p:tagLst>
</file>

<file path=ppt/tags/tag3.xml><?xml version="1.0" encoding="utf-8"?>
<p:tagLst xmlns:a="http://schemas.openxmlformats.org/drawingml/2006/main" xmlns:r="http://schemas.openxmlformats.org/officeDocument/2006/relationships" xmlns:p="http://schemas.openxmlformats.org/presentationml/2006/main">
  <p:tag name="TIMING" val="|17.4|5.4"/>
</p:tagLst>
</file>

<file path=ppt/tags/tag4.xml><?xml version="1.0" encoding="utf-8"?>
<p:tagLst xmlns:a="http://schemas.openxmlformats.org/drawingml/2006/main" xmlns:r="http://schemas.openxmlformats.org/officeDocument/2006/relationships" xmlns:p="http://schemas.openxmlformats.org/presentationml/2006/main">
  <p:tag name="TIMING" val="|17.4|5.4"/>
</p:tagLst>
</file>

<file path=ppt/tags/tag5.xml><?xml version="1.0" encoding="utf-8"?>
<p:tagLst xmlns:a="http://schemas.openxmlformats.org/drawingml/2006/main" xmlns:r="http://schemas.openxmlformats.org/officeDocument/2006/relationships" xmlns:p="http://schemas.openxmlformats.org/presentationml/2006/main">
  <p:tag name="TIMING" val="|17.4|5.4"/>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35ea7d06-ffcb-42b5-9167-e2f600dca6cb}"/>
</p:tagLst>
</file>

<file path=ppt/tags/tag7.xml><?xml version="1.0" encoding="utf-8"?>
<p:tagLst xmlns:a="http://schemas.openxmlformats.org/drawingml/2006/main" xmlns:r="http://schemas.openxmlformats.org/officeDocument/2006/relationships" xmlns:p="http://schemas.openxmlformats.org/presentationml/2006/main">
  <p:tag name="TIMING" val="|17.4|5.4"/>
</p:tagLst>
</file>

<file path=ppt/tags/tag8.xml><?xml version="1.0" encoding="utf-8"?>
<p:tagLst xmlns:a="http://schemas.openxmlformats.org/drawingml/2006/main" xmlns:r="http://schemas.openxmlformats.org/officeDocument/2006/relationships" xmlns:p="http://schemas.openxmlformats.org/presentationml/2006/main">
  <p:tag name="TIMING" val="|17.4|5.4"/>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35ea7d06-ffcb-42b5-9167-e2f600dca6cb}"/>
</p:tagLst>
</file>

<file path=ppt/tags/tag10.xml><?xml version="1.0" encoding="utf-8"?>
<p:tagLst xmlns:a="http://schemas.openxmlformats.org/drawingml/2006/main" xmlns:r="http://schemas.openxmlformats.org/officeDocument/2006/relationships" xmlns:p="http://schemas.openxmlformats.org/presentationml/2006/main">
  <p:tag name="TIMING" val="|17.4|5.4"/>
</p:tagLst>
</file>

<file path=ppt/tags/tag11.xml><?xml version="1.0" encoding="utf-8"?>
<p:tagLst xmlns:a="http://schemas.openxmlformats.org/drawingml/2006/main" xmlns:r="http://schemas.openxmlformats.org/officeDocument/2006/relationships" xmlns:p="http://schemas.openxmlformats.org/presentationml/2006/main">
  <p:tag name="TIMING" val="|17.4|5.4"/>
</p:tagLst>
</file>

<file path=ppt/tags/tag12.xml><?xml version="1.0" encoding="utf-8"?>
<p:tagLst xmlns:a="http://schemas.openxmlformats.org/drawingml/2006/main" xmlns:r="http://schemas.openxmlformats.org/officeDocument/2006/relationships" xmlns:p="http://schemas.openxmlformats.org/presentationml/2006/main">
  <p:tag name="TIMING" val="|17.4|5.4"/>
</p:tagLst>
</file>

<file path=ppt/tags/tag13.xml><?xml version="1.0" encoding="utf-8"?>
<p:tagLst xmlns:a="http://schemas.openxmlformats.org/drawingml/2006/main" xmlns:r="http://schemas.openxmlformats.org/officeDocument/2006/relationships" xmlns:p="http://schemas.openxmlformats.org/presentationml/2006/main">
  <p:tag name="TIMING" val="|17.4|5.4"/>
</p:tagLst>
</file>

<file path=ppt/tags/tag14.xml><?xml version="1.0" encoding="utf-8"?>
<p:tagLst xmlns:a="http://schemas.openxmlformats.org/drawingml/2006/main" xmlns:r="http://schemas.openxmlformats.org/officeDocument/2006/relationships" xmlns:p="http://schemas.openxmlformats.org/presentationml/2006/main">
  <p:tag name="TIMING" val="|17.4|5.4"/>
</p:tagLst>
</file>

<file path=ppt/tags/tag15.xml><?xml version="1.0" encoding="utf-8"?>
<p:tagLst xmlns:a="http://schemas.openxmlformats.org/drawingml/2006/main" xmlns:r="http://schemas.openxmlformats.org/officeDocument/2006/relationships" xmlns:p="http://schemas.openxmlformats.org/presentationml/2006/main">
  <p:tag name="TIMING" val="|17.4|5.4"/>
</p:tagLst>
</file>

<file path=ppt/tags/tag16.xml><?xml version="1.0" encoding="utf-8"?>
<p:tagLst xmlns:a="http://schemas.openxmlformats.org/drawingml/2006/main" xmlns:r="http://schemas.openxmlformats.org/officeDocument/2006/relationships" xmlns:p="http://schemas.openxmlformats.org/presentationml/2006/main">
  <p:tag name="TIMING" val="|17.4|5.4"/>
</p:tagLst>
</file>

<file path=ppt/tags/tag17.xml><?xml version="1.0" encoding="utf-8"?>
<p:tagLst xmlns:a="http://schemas.openxmlformats.org/drawingml/2006/main" xmlns:r="http://schemas.openxmlformats.org/officeDocument/2006/relationships" xmlns:p="http://schemas.openxmlformats.org/presentationml/2006/main">
  <p:tag name="TIMING" val="|17.4|5.4"/>
</p:tagLst>
</file>

<file path=ppt/tags/tag18.xml><?xml version="1.0" encoding="utf-8"?>
<p:tagLst xmlns:a="http://schemas.openxmlformats.org/drawingml/2006/main" xmlns:r="http://schemas.openxmlformats.org/officeDocument/2006/relationships" xmlns:p="http://schemas.openxmlformats.org/presentationml/2006/main">
  <p:tag name="TIMING" val="|17.4|5.4"/>
</p:tagLst>
</file>

<file path=ppt/tags/tag19.xml><?xml version="1.0" encoding="utf-8"?>
<p:tagLst xmlns:a="http://schemas.openxmlformats.org/drawingml/2006/main" xmlns:r="http://schemas.openxmlformats.org/officeDocument/2006/relationships" xmlns:p="http://schemas.openxmlformats.org/presentationml/2006/main">
  <p:tag name="TIMING" val="|17.4|5.4"/>
</p:tagLst>
</file>

<file path=ppt/tags/tag20.xml><?xml version="1.0" encoding="utf-8"?>
<p:tagLst xmlns:a="http://schemas.openxmlformats.org/drawingml/2006/main" xmlns:r="http://schemas.openxmlformats.org/officeDocument/2006/relationships" xmlns:p="http://schemas.openxmlformats.org/presentationml/2006/main">
  <p:tag name="TIMING" val="|17.4|5.4"/>
</p:tagLst>
</file>

<file path=ppt/tags/tag21.xml><?xml version="1.0" encoding="utf-8"?>
<p:tagLst xmlns:a="http://schemas.openxmlformats.org/drawingml/2006/main" xmlns:r="http://schemas.openxmlformats.org/officeDocument/2006/relationships" xmlns:p="http://schemas.openxmlformats.org/presentationml/2006/main">
  <p:tag name="TIMING" val="|17.4|5.4"/>
</p:tagLst>
</file>

<file path=ppt/tags/tag22.xml><?xml version="1.0" encoding="utf-8"?>
<p:tagLst xmlns:a="http://schemas.openxmlformats.org/drawingml/2006/main" xmlns:r="http://schemas.openxmlformats.org/officeDocument/2006/relationships" xmlns:p="http://schemas.openxmlformats.org/presentationml/2006/main">
  <p:tag name="TIMING" val="|17.4|5.4"/>
</p:tagLst>
</file>

<file path=ppt/tags/tag23.xml><?xml version="1.0" encoding="utf-8"?>
<p:tagLst xmlns:a="http://schemas.openxmlformats.org/drawingml/2006/main" xmlns:r="http://schemas.openxmlformats.org/officeDocument/2006/relationships" xmlns:p="http://schemas.openxmlformats.org/presentationml/2006/main">
  <p:tag name="TIMING" val="|17.4|5.4"/>
</p:tagLst>
</file>

<file path=ppt/tags/tag24.xml><?xml version="1.0" encoding="utf-8"?>
<p:tagLst xmlns:a="http://schemas.openxmlformats.org/drawingml/2006/main" xmlns:r="http://schemas.openxmlformats.org/officeDocument/2006/relationships" xmlns:p="http://schemas.openxmlformats.org/presentationml/2006/main">
  <p:tag name="TIMING" val="|17.4|5.4"/>
</p:tagLst>
</file>

<file path=ppt/tags/tag25.xml><?xml version="1.0" encoding="utf-8"?>
<p:tagLst xmlns:a="http://schemas.openxmlformats.org/drawingml/2006/main" xmlns:r="http://schemas.openxmlformats.org/officeDocument/2006/relationships" xmlns:p="http://schemas.openxmlformats.org/presentationml/2006/main">
  <p:tag name="TIMING" val="|17.4|5.4"/>
</p:tagLst>
</file>

<file path=ppt/tags/tag26.xml><?xml version="1.0" encoding="utf-8"?>
<p:tagLst xmlns:a="http://schemas.openxmlformats.org/drawingml/2006/main" xmlns:r="http://schemas.openxmlformats.org/officeDocument/2006/relationships" xmlns:p="http://schemas.openxmlformats.org/presentationml/2006/main">
  <p:tag name="TIMING" val="|17.4|5.4"/>
</p:tagLst>
</file>

<file path=ppt/tags/tag27.xml><?xml version="1.0" encoding="utf-8"?>
<p:tagLst xmlns:a="http://schemas.openxmlformats.org/drawingml/2006/main" xmlns:r="http://schemas.openxmlformats.org/officeDocument/2006/relationships" xmlns:p="http://schemas.openxmlformats.org/presentationml/2006/main">
  <p:tag name="TIMING" val="|17.4|5.4"/>
</p:tagLst>
</file>

<file path=ppt/tags/tag28.xml><?xml version="1.0" encoding="utf-8"?>
<p:tagLst xmlns:a="http://schemas.openxmlformats.org/drawingml/2006/main" xmlns:r="http://schemas.openxmlformats.org/officeDocument/2006/relationships" xmlns:p="http://schemas.openxmlformats.org/presentationml/2006/main">
  <p:tag name="TIMING" val="|17.4|5.4"/>
</p:tagLst>
</file>

<file path=ppt/tags/tag29.xml><?xml version="1.0" encoding="utf-8"?>
<p:tagLst xmlns:a="http://schemas.openxmlformats.org/drawingml/2006/main" xmlns:r="http://schemas.openxmlformats.org/officeDocument/2006/relationships" xmlns:p="http://schemas.openxmlformats.org/presentationml/2006/main">
  <p:tag name="TIMING" val="|17.4|5.4"/>
</p:tagLst>
</file>

<file path=ppt/tags/tag30.xml><?xml version="1.0" encoding="utf-8"?>
<p:tagLst xmlns:a="http://schemas.openxmlformats.org/drawingml/2006/main" xmlns:r="http://schemas.openxmlformats.org/officeDocument/2006/relationships" xmlns:p="http://schemas.openxmlformats.org/presentationml/2006/main">
  <p:tag name="TIMING" val="|17.4|5.4"/>
</p:tagLst>
</file>

<file path=ppt/tags/tag31.xml><?xml version="1.0" encoding="utf-8"?>
<p:tagLst xmlns:a="http://schemas.openxmlformats.org/drawingml/2006/main" xmlns:r="http://schemas.openxmlformats.org/officeDocument/2006/relationships" xmlns:p="http://schemas.openxmlformats.org/presentationml/2006/main">
  <p:tag name="TIMING" val="|17.4|5.4"/>
</p:tagLst>
</file>

<file path=ppt/tags/tag32.xml><?xml version="1.0" encoding="utf-8"?>
<p:tagLst xmlns:a="http://schemas.openxmlformats.org/drawingml/2006/main" xmlns:r="http://schemas.openxmlformats.org/officeDocument/2006/relationships" xmlns:p="http://schemas.openxmlformats.org/presentationml/2006/main">
  <p:tag name="TIMING" val="|17.4|5.4"/>
</p:tagLst>
</file>

<file path=ppt/tags/tag33.xml><?xml version="1.0" encoding="utf-8"?>
<p:tagLst xmlns:a="http://schemas.openxmlformats.org/drawingml/2006/main" xmlns:r="http://schemas.openxmlformats.org/officeDocument/2006/relationships" xmlns:p="http://schemas.openxmlformats.org/presentationml/2006/main">
  <p:tag name="TIMING" val="|17.4|5.4"/>
</p:tagLst>
</file>

<file path=ppt/tags/tag34.xml><?xml version="1.0" encoding="utf-8"?>
<p:tagLst xmlns:a="http://schemas.openxmlformats.org/drawingml/2006/main" xmlns:r="http://schemas.openxmlformats.org/officeDocument/2006/relationships" xmlns:p="http://schemas.openxmlformats.org/presentationml/2006/main">
  <p:tag name="TIMING" val="|17.4|5.4"/>
</p:tagLst>
</file>

<file path=ppt/tags/tag35.xml><?xml version="1.0" encoding="utf-8"?>
<p:tagLst xmlns:a="http://schemas.openxmlformats.org/drawingml/2006/main" xmlns:r="http://schemas.openxmlformats.org/officeDocument/2006/relationships" xmlns:p="http://schemas.openxmlformats.org/presentationml/2006/main">
  <p:tag name="TIMING" val="|15.8"/>
</p:tagLst>
</file>

<file path=ppt/tags/tag36.xml><?xml version="1.0" encoding="utf-8"?>
<p:tagLst xmlns:a="http://schemas.openxmlformats.org/drawingml/2006/main" xmlns:r="http://schemas.openxmlformats.org/officeDocument/2006/relationships" xmlns:p="http://schemas.openxmlformats.org/presentationml/2006/main">
  <p:tag name="TIMING" val="|17.4|5.4"/>
</p:tagLst>
</file>

<file path=ppt/tags/tag37.xml><?xml version="1.0" encoding="utf-8"?>
<p:tagLst xmlns:a="http://schemas.openxmlformats.org/drawingml/2006/main" xmlns:r="http://schemas.openxmlformats.org/officeDocument/2006/relationships" xmlns:p="http://schemas.openxmlformats.org/presentationml/2006/main">
  <p:tag name="TIMING" val="|3.1|10.4"/>
</p:tagLst>
</file>

<file path=ppt/tags/tag38.xml><?xml version="1.0" encoding="utf-8"?>
<p:tagLst xmlns:a="http://schemas.openxmlformats.org/drawingml/2006/main" xmlns:r="http://schemas.openxmlformats.org/officeDocument/2006/relationships" xmlns:p="http://schemas.openxmlformats.org/presentationml/2006/main">
  <p:tag name="TIMING" val="|4.8"/>
</p:tagLst>
</file>

<file path=ppt/tags/tag39.xml><?xml version="1.0" encoding="utf-8"?>
<p:tagLst xmlns:a="http://schemas.openxmlformats.org/drawingml/2006/main" xmlns:r="http://schemas.openxmlformats.org/officeDocument/2006/relationships" xmlns:p="http://schemas.openxmlformats.org/presentationml/2006/main">
  <p:tag name="TIMING" val="|17.4|5.4"/>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9712</TotalTime>
  <Words>4389</Words>
  <Application>Microsoft Office PowerPoint</Application>
  <PresentationFormat>全屏显示(4:3)</PresentationFormat>
  <Paragraphs>560</Paragraphs>
  <Slides>39</Slides>
  <Notes>39</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54" baseType="lpstr">
      <vt:lpstr>等线</vt:lpstr>
      <vt:lpstr>黑体</vt:lpstr>
      <vt:lpstr>微软雅黑</vt:lpstr>
      <vt:lpstr>Arial</vt:lpstr>
      <vt:lpstr>Berlin Sans FB</vt:lpstr>
      <vt:lpstr>Calibri</vt:lpstr>
      <vt:lpstr>Cambria Math</vt:lpstr>
      <vt:lpstr>Comic Sans MS</vt:lpstr>
      <vt:lpstr>Lucida Sans</vt:lpstr>
      <vt:lpstr>Tahoma</vt:lpstr>
      <vt:lpstr>Times</vt:lpstr>
      <vt:lpstr>Times New Roman</vt:lpstr>
      <vt:lpstr>Wingdings</vt:lpstr>
      <vt:lpstr>1_自定义设计方案</vt:lpstr>
      <vt:lpstr>Visio</vt:lpstr>
      <vt:lpstr>差量压缩的相似性检测方法优化研究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Company>WNLO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严 伟杰</cp:lastModifiedBy>
  <cp:revision>1487</cp:revision>
  <dcterms:created xsi:type="dcterms:W3CDTF">2007-06-21T01:14:00Z</dcterms:created>
  <dcterms:modified xsi:type="dcterms:W3CDTF">2022-05-18T07:23:47Z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2052-10.1.0.7022</vt:lpwstr>
  </property>
</Properties>
</file>